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43"/>
  </p:notesMasterIdLst>
  <p:sldIdLst>
    <p:sldId id="343" r:id="rId5"/>
    <p:sldId id="323" r:id="rId6"/>
    <p:sldId id="274" r:id="rId7"/>
    <p:sldId id="281" r:id="rId8"/>
    <p:sldId id="280" r:id="rId9"/>
    <p:sldId id="284" r:id="rId10"/>
    <p:sldId id="327" r:id="rId11"/>
    <p:sldId id="265" r:id="rId12"/>
    <p:sldId id="358" r:id="rId13"/>
    <p:sldId id="256" r:id="rId14"/>
    <p:sldId id="258" r:id="rId15"/>
    <p:sldId id="286" r:id="rId16"/>
    <p:sldId id="257" r:id="rId17"/>
    <p:sldId id="285" r:id="rId18"/>
    <p:sldId id="268" r:id="rId19"/>
    <p:sldId id="259" r:id="rId20"/>
    <p:sldId id="260" r:id="rId21"/>
    <p:sldId id="269" r:id="rId22"/>
    <p:sldId id="263" r:id="rId23"/>
    <p:sldId id="2147483647" r:id="rId24"/>
    <p:sldId id="278" r:id="rId25"/>
    <p:sldId id="288" r:id="rId26"/>
    <p:sldId id="262" r:id="rId27"/>
    <p:sldId id="267" r:id="rId28"/>
    <p:sldId id="282" r:id="rId29"/>
    <p:sldId id="264" r:id="rId30"/>
    <p:sldId id="283" r:id="rId31"/>
    <p:sldId id="266" r:id="rId32"/>
    <p:sldId id="347" r:id="rId33"/>
    <p:sldId id="279" r:id="rId34"/>
    <p:sldId id="261" r:id="rId35"/>
    <p:sldId id="270" r:id="rId36"/>
    <p:sldId id="271" r:id="rId37"/>
    <p:sldId id="272" r:id="rId38"/>
    <p:sldId id="273" r:id="rId39"/>
    <p:sldId id="275" r:id="rId40"/>
    <p:sldId id="276" r:id="rId41"/>
    <p:sldId id="27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F63CA8-51B5-489F-BB1A-996C1AE0343A}">
          <p14:sldIdLst>
            <p14:sldId id="343"/>
            <p14:sldId id="323"/>
          </p14:sldIdLst>
        </p14:section>
        <p14:section name="Rappel des objectifs du GT Architectures Règlementaires" id="{48C8C282-97C4-40A4-9D94-01434791DD11}">
          <p14:sldIdLst>
            <p14:sldId id="274"/>
            <p14:sldId id="281"/>
            <p14:sldId id="280"/>
            <p14:sldId id="284"/>
          </p14:sldIdLst>
        </p14:section>
        <p14:section name="[€N] Actualités et suivi du texte sur l’Euro Numérique" id="{B7F985E9-6DE0-4D19-95B9-8535D9D82C31}">
          <p14:sldIdLst>
            <p14:sldId id="327"/>
          </p14:sldIdLst>
        </p14:section>
        <p14:section name="[DSP3/PSR] Comprendre le paquet réglementaire" id="{F5B1FBFF-13F8-4D53-AEA6-A89134326EC6}">
          <p14:sldIdLst>
            <p14:sldId id="265"/>
            <p14:sldId id="358"/>
            <p14:sldId id="256"/>
            <p14:sldId id="258"/>
            <p14:sldId id="286"/>
          </p14:sldIdLst>
        </p14:section>
        <p14:section name="[DSP3/PSR] Principales évolutions fonctionnelles apportées" id="{ED5C4D25-F8AA-40FF-A65E-965AC7C004A6}">
          <p14:sldIdLst>
            <p14:sldId id="257"/>
            <p14:sldId id="285"/>
            <p14:sldId id="268"/>
            <p14:sldId id="259"/>
            <p14:sldId id="260"/>
            <p14:sldId id="269"/>
          </p14:sldIdLst>
        </p14:section>
        <p14:section name="[DSP3/PSR] Premières projections des impacts IT" id="{8C50CF20-C93B-4692-AACD-4F5315BCF2FD}">
          <p14:sldIdLst>
            <p14:sldId id="263"/>
            <p14:sldId id="2147483647"/>
            <p14:sldId id="278"/>
            <p14:sldId id="288"/>
            <p14:sldId id="262"/>
            <p14:sldId id="267"/>
            <p14:sldId id="282"/>
          </p14:sldIdLst>
        </p14:section>
        <p14:section name="[DSP3/PSR] Étapes suivantes" id="{D26E3F7D-E219-422C-872C-B8CA8B96FAAE}">
          <p14:sldIdLst>
            <p14:sldId id="264"/>
            <p14:sldId id="283"/>
          </p14:sldIdLst>
        </p14:section>
        <p14:section name="[PCI-DSS] Mise à jour des standards (intervention CATS)" id="{E52C0346-ED89-4748-A89C-D467542A5728}">
          <p14:sldIdLst>
            <p14:sldId id="266"/>
            <p14:sldId id="347"/>
            <p14:sldId id="279"/>
            <p14:sldId id="261"/>
            <p14:sldId id="270"/>
            <p14:sldId id="271"/>
            <p14:sldId id="272"/>
            <p14:sldId id="273"/>
            <p14:sldId id="275"/>
            <p14:sldId id="276"/>
            <p14:sldId id="277"/>
          </p14:sldIdLst>
        </p14:section>
      </p14:sectionLst>
    </p:ext>
    <p:ext uri="{EFAFB233-063F-42B5-8137-9DF3F51BA10A}">
      <p15:sldGuideLst xmlns:p15="http://schemas.microsoft.com/office/powerpoint/2012/main">
        <p15:guide id="4" pos="960" userDrawn="1">
          <p15:clr>
            <a:srgbClr val="A4A3A4"/>
          </p15:clr>
        </p15:guide>
        <p15:guide id="5" pos="2683" userDrawn="1">
          <p15:clr>
            <a:srgbClr val="A4A3A4"/>
          </p15:clr>
        </p15:guide>
        <p15:guide id="7" orient="horz" pos="227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642B7F-6D27-7EE9-7E3A-5D5498902CE8}" name="Alexandre Linck" initials="AL" userId="S::alexandre.linck@nda-partners.com::3e8679aa-ccdd-463f-8edf-0a911d70361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009246"/>
    <a:srgbClr val="DD173F"/>
    <a:srgbClr val="002654"/>
    <a:srgbClr val="6FD9F8"/>
    <a:srgbClr val="FFBFA7"/>
    <a:srgbClr val="FFFFFF"/>
    <a:srgbClr val="76E0FF"/>
    <a:srgbClr val="E57315"/>
    <a:srgbClr val="F47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2A5CA7-7AEA-4897-B3EA-B11920F7D19B}" v="410" dt="2026-08-28T14:38:38.3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49" autoAdjust="0"/>
    <p:restoredTop sz="96272" autoAdjust="0"/>
  </p:normalViewPr>
  <p:slideViewPr>
    <p:cSldViewPr snapToGrid="0" showGuides="1">
      <p:cViewPr>
        <p:scale>
          <a:sx n="94" d="100"/>
          <a:sy n="94" d="100"/>
        </p:scale>
        <p:origin x="152" y="372"/>
      </p:cViewPr>
      <p:guideLst>
        <p:guide pos="960"/>
        <p:guide pos="2683"/>
        <p:guide orient="horz" pos="227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Linck" userId="3e8679aa-ccdd-463f-8edf-0a911d703614" providerId="ADAL" clId="{C10DBD1C-CA6A-4357-AD1D-DD274190F00A}"/>
    <pc:docChg chg="undo redo custSel addSld delSld modSld sldOrd delMainMaster modMainMaster addSection delSection modSection">
      <pc:chgData name="Alexandre Linck" userId="3e8679aa-ccdd-463f-8edf-0a911d703614" providerId="ADAL" clId="{C10DBD1C-CA6A-4357-AD1D-DD274190F00A}" dt="2026-08-28T14:38:43.967" v="169112" actId="114"/>
      <pc:docMkLst>
        <pc:docMk/>
      </pc:docMkLst>
      <pc:sldChg chg="addSp delSp modSp add mod ord">
        <pc:chgData name="Alexandre Linck" userId="3e8679aa-ccdd-463f-8edf-0a911d703614" providerId="ADAL" clId="{C10DBD1C-CA6A-4357-AD1D-DD274190F00A}" dt="2026-08-28T14:30:35.722" v="168884" actId="1038"/>
        <pc:sldMkLst>
          <pc:docMk/>
          <pc:sldMk cId="187678658" sldId="256"/>
        </pc:sldMkLst>
        <pc:spChg chg="mod topLvl">
          <ac:chgData name="Alexandre Linck" userId="3e8679aa-ccdd-463f-8edf-0a911d703614" providerId="ADAL" clId="{C10DBD1C-CA6A-4357-AD1D-DD274190F00A}" dt="2026-08-18T14:24:28.160" v="152363" actId="165"/>
          <ac:spMkLst>
            <pc:docMk/>
            <pc:sldMk cId="187678658" sldId="256"/>
            <ac:spMk id="3" creationId="{2212ACC5-4D08-43A7-E19D-BA4F3027516D}"/>
          </ac:spMkLst>
        </pc:spChg>
        <pc:spChg chg="mod">
          <ac:chgData name="Alexandre Linck" userId="3e8679aa-ccdd-463f-8edf-0a911d703614" providerId="ADAL" clId="{C10DBD1C-CA6A-4357-AD1D-DD274190F00A}" dt="2026-08-20T08:54:37.409" v="160150" actId="20577"/>
          <ac:spMkLst>
            <pc:docMk/>
            <pc:sldMk cId="187678658" sldId="256"/>
            <ac:spMk id="9" creationId="{6BFDC399-3663-5A1D-8250-37CFFDB319B0}"/>
          </ac:spMkLst>
        </pc:spChg>
        <pc:spChg chg="add mod ord">
          <ac:chgData name="Alexandre Linck" userId="3e8679aa-ccdd-463f-8edf-0a911d703614" providerId="ADAL" clId="{C10DBD1C-CA6A-4357-AD1D-DD274190F00A}" dt="2026-08-18T14:24:31.623" v="152365" actId="1076"/>
          <ac:spMkLst>
            <pc:docMk/>
            <pc:sldMk cId="187678658" sldId="256"/>
            <ac:spMk id="13" creationId="{4EEE9DFF-0AC4-27D4-170E-9268CD9AC27C}"/>
          </ac:spMkLst>
        </pc:spChg>
        <pc:spChg chg="mod topLvl">
          <ac:chgData name="Alexandre Linck" userId="3e8679aa-ccdd-463f-8edf-0a911d703614" providerId="ADAL" clId="{C10DBD1C-CA6A-4357-AD1D-DD274190F00A}" dt="2026-08-28T08:48:08.573" v="164587" actId="403"/>
          <ac:spMkLst>
            <pc:docMk/>
            <pc:sldMk cId="187678658" sldId="256"/>
            <ac:spMk id="20" creationId="{D297F801-0B1B-8F9D-6BA4-4DC065427AA9}"/>
          </ac:spMkLst>
        </pc:spChg>
        <pc:spChg chg="mod topLvl">
          <ac:chgData name="Alexandre Linck" userId="3e8679aa-ccdd-463f-8edf-0a911d703614" providerId="ADAL" clId="{C10DBD1C-CA6A-4357-AD1D-DD274190F00A}" dt="2026-08-28T13:29:43.090" v="168005" actId="20577"/>
          <ac:spMkLst>
            <pc:docMk/>
            <pc:sldMk cId="187678658" sldId="256"/>
            <ac:spMk id="21" creationId="{6418BC9B-3DAC-057B-6DAF-0AF2741CF46B}"/>
          </ac:spMkLst>
        </pc:spChg>
        <pc:spChg chg="mod topLvl">
          <ac:chgData name="Alexandre Linck" userId="3e8679aa-ccdd-463f-8edf-0a911d703614" providerId="ADAL" clId="{C10DBD1C-CA6A-4357-AD1D-DD274190F00A}" dt="2026-08-28T08:47:19.230" v="164550" actId="165"/>
          <ac:spMkLst>
            <pc:docMk/>
            <pc:sldMk cId="187678658" sldId="256"/>
            <ac:spMk id="22" creationId="{9C80782A-47C0-96F1-9296-B5A529D14369}"/>
          </ac:spMkLst>
        </pc:spChg>
        <pc:spChg chg="mod topLvl">
          <ac:chgData name="Alexandre Linck" userId="3e8679aa-ccdd-463f-8edf-0a911d703614" providerId="ADAL" clId="{C10DBD1C-CA6A-4357-AD1D-DD274190F00A}" dt="2026-08-28T08:47:35.605" v="164575" actId="1037"/>
          <ac:spMkLst>
            <pc:docMk/>
            <pc:sldMk cId="187678658" sldId="256"/>
            <ac:spMk id="26" creationId="{69CA9617-AB36-CA73-EDB0-32CD8C329C22}"/>
          </ac:spMkLst>
        </pc:spChg>
        <pc:spChg chg="mod topLvl">
          <ac:chgData name="Alexandre Linck" userId="3e8679aa-ccdd-463f-8edf-0a911d703614" providerId="ADAL" clId="{C10DBD1C-CA6A-4357-AD1D-DD274190F00A}" dt="2026-08-28T08:47:19.893" v="164551" actId="165"/>
          <ac:spMkLst>
            <pc:docMk/>
            <pc:sldMk cId="187678658" sldId="256"/>
            <ac:spMk id="27" creationId="{921BA46B-30AE-D388-D8B0-2D4B244F986A}"/>
          </ac:spMkLst>
        </pc:spChg>
        <pc:spChg chg="mod topLvl">
          <ac:chgData name="Alexandre Linck" userId="3e8679aa-ccdd-463f-8edf-0a911d703614" providerId="ADAL" clId="{C10DBD1C-CA6A-4357-AD1D-DD274190F00A}" dt="2026-08-28T08:47:25.019" v="164572" actId="1035"/>
          <ac:spMkLst>
            <pc:docMk/>
            <pc:sldMk cId="187678658" sldId="256"/>
            <ac:spMk id="31" creationId="{707CCF07-3978-B39D-05AC-752C35CD560F}"/>
          </ac:spMkLst>
        </pc:spChg>
        <pc:spChg chg="mod topLvl">
          <ac:chgData name="Alexandre Linck" userId="3e8679aa-ccdd-463f-8edf-0a911d703614" providerId="ADAL" clId="{C10DBD1C-CA6A-4357-AD1D-DD274190F00A}" dt="2026-08-28T08:47:19.893" v="164551" actId="165"/>
          <ac:spMkLst>
            <pc:docMk/>
            <pc:sldMk cId="187678658" sldId="256"/>
            <ac:spMk id="32" creationId="{E1546118-3D1C-0967-5C5C-E2C7FE547B14}"/>
          </ac:spMkLst>
        </pc:spChg>
        <pc:spChg chg="add mod">
          <ac:chgData name="Alexandre Linck" userId="3e8679aa-ccdd-463f-8edf-0a911d703614" providerId="ADAL" clId="{C10DBD1C-CA6A-4357-AD1D-DD274190F00A}" dt="2026-08-18T14:25:04.096" v="152440" actId="207"/>
          <ac:spMkLst>
            <pc:docMk/>
            <pc:sldMk cId="187678658" sldId="256"/>
            <ac:spMk id="37" creationId="{B1098F07-F61E-5E8E-C2DF-B0B18E7F9EE5}"/>
          </ac:spMkLst>
        </pc:spChg>
        <pc:spChg chg="add mod">
          <ac:chgData name="Alexandre Linck" userId="3e8679aa-ccdd-463f-8edf-0a911d703614" providerId="ADAL" clId="{C10DBD1C-CA6A-4357-AD1D-DD274190F00A}" dt="2026-08-18T14:24:37.407" v="152371" actId="20577"/>
          <ac:spMkLst>
            <pc:docMk/>
            <pc:sldMk cId="187678658" sldId="256"/>
            <ac:spMk id="38" creationId="{BDF93608-F7E1-B5D2-934C-D20D543E94C6}"/>
          </ac:spMkLst>
        </pc:spChg>
        <pc:spChg chg="mod topLvl">
          <ac:chgData name="Alexandre Linck" userId="3e8679aa-ccdd-463f-8edf-0a911d703614" providerId="ADAL" clId="{C10DBD1C-CA6A-4357-AD1D-DD274190F00A}" dt="2026-08-28T14:30:28.885" v="168857" actId="1037"/>
          <ac:spMkLst>
            <pc:docMk/>
            <pc:sldMk cId="187678658" sldId="256"/>
            <ac:spMk id="40" creationId="{E5D70DE4-BDBB-8BD7-5C53-E8B25C556AD3}"/>
          </ac:spMkLst>
        </pc:spChg>
        <pc:spChg chg="mod topLvl">
          <ac:chgData name="Alexandre Linck" userId="3e8679aa-ccdd-463f-8edf-0a911d703614" providerId="ADAL" clId="{C10DBD1C-CA6A-4357-AD1D-DD274190F00A}" dt="2026-08-28T14:30:28.885" v="168857" actId="1037"/>
          <ac:spMkLst>
            <pc:docMk/>
            <pc:sldMk cId="187678658" sldId="256"/>
            <ac:spMk id="41" creationId="{78E35A00-8A27-8D94-01EF-1A68EFD9A000}"/>
          </ac:spMkLst>
        </pc:spChg>
        <pc:spChg chg="add mod">
          <ac:chgData name="Alexandre Linck" userId="3e8679aa-ccdd-463f-8edf-0a911d703614" providerId="ADAL" clId="{C10DBD1C-CA6A-4357-AD1D-DD274190F00A}" dt="2026-08-18T14:25:34.044" v="152471" actId="20577"/>
          <ac:spMkLst>
            <pc:docMk/>
            <pc:sldMk cId="187678658" sldId="256"/>
            <ac:spMk id="42" creationId="{82392ECF-352B-EB43-3FB2-5DABF8B78326}"/>
          </ac:spMkLst>
        </pc:spChg>
        <pc:spChg chg="mod topLvl">
          <ac:chgData name="Alexandre Linck" userId="3e8679aa-ccdd-463f-8edf-0a911d703614" providerId="ADAL" clId="{C10DBD1C-CA6A-4357-AD1D-DD274190F00A}" dt="2026-08-28T08:48:08.573" v="164587" actId="403"/>
          <ac:spMkLst>
            <pc:docMk/>
            <pc:sldMk cId="187678658" sldId="256"/>
            <ac:spMk id="46" creationId="{F72EEE17-AB5E-3543-91A4-BCE8BAD92C25}"/>
          </ac:spMkLst>
        </pc:spChg>
        <pc:spChg chg="mod topLvl">
          <ac:chgData name="Alexandre Linck" userId="3e8679aa-ccdd-463f-8edf-0a911d703614" providerId="ADAL" clId="{C10DBD1C-CA6A-4357-AD1D-DD274190F00A}" dt="2026-08-28T14:30:28.885" v="168857" actId="1037"/>
          <ac:spMkLst>
            <pc:docMk/>
            <pc:sldMk cId="187678658" sldId="256"/>
            <ac:spMk id="47" creationId="{12A4A10D-5047-3F22-2A6E-47EBED11E042}"/>
          </ac:spMkLst>
        </pc:spChg>
        <pc:spChg chg="mod topLvl">
          <ac:chgData name="Alexandre Linck" userId="3e8679aa-ccdd-463f-8edf-0a911d703614" providerId="ADAL" clId="{C10DBD1C-CA6A-4357-AD1D-DD274190F00A}" dt="2026-08-28T08:48:08.573" v="164587" actId="403"/>
          <ac:spMkLst>
            <pc:docMk/>
            <pc:sldMk cId="187678658" sldId="256"/>
            <ac:spMk id="50" creationId="{FB161DB6-C693-F50F-D71F-DC21830D2BE2}"/>
          </ac:spMkLst>
        </pc:spChg>
        <pc:spChg chg="mod">
          <ac:chgData name="Alexandre Linck" userId="3e8679aa-ccdd-463f-8edf-0a911d703614" providerId="ADAL" clId="{C10DBD1C-CA6A-4357-AD1D-DD274190F00A}" dt="2026-08-28T14:30:17.683" v="168845" actId="12788"/>
          <ac:spMkLst>
            <pc:docMk/>
            <pc:sldMk cId="187678658" sldId="256"/>
            <ac:spMk id="57" creationId="{45D83BB0-ACB1-0686-587D-04FC71A81061}"/>
          </ac:spMkLst>
        </pc:spChg>
        <pc:spChg chg="mod">
          <ac:chgData name="Alexandre Linck" userId="3e8679aa-ccdd-463f-8edf-0a911d703614" providerId="ADAL" clId="{C10DBD1C-CA6A-4357-AD1D-DD274190F00A}" dt="2026-08-28T08:47:16.112" v="164548" actId="12788"/>
          <ac:spMkLst>
            <pc:docMk/>
            <pc:sldMk cId="187678658" sldId="256"/>
            <ac:spMk id="58" creationId="{B7C3FEA7-9231-CCB5-D754-85602FA42976}"/>
          </ac:spMkLst>
        </pc:spChg>
        <pc:spChg chg="mod">
          <ac:chgData name="Alexandre Linck" userId="3e8679aa-ccdd-463f-8edf-0a911d703614" providerId="ADAL" clId="{C10DBD1C-CA6A-4357-AD1D-DD274190F00A}" dt="2026-08-28T08:47:05.761" v="164524" actId="1035"/>
          <ac:spMkLst>
            <pc:docMk/>
            <pc:sldMk cId="187678658" sldId="256"/>
            <ac:spMk id="59" creationId="{E00DFE43-A872-C434-B35A-74D419889C4D}"/>
          </ac:spMkLst>
        </pc:spChg>
        <pc:spChg chg="mod">
          <ac:chgData name="Alexandre Linck" userId="3e8679aa-ccdd-463f-8edf-0a911d703614" providerId="ADAL" clId="{C10DBD1C-CA6A-4357-AD1D-DD274190F00A}" dt="2026-08-28T08:47:05.761" v="164524" actId="1035"/>
          <ac:spMkLst>
            <pc:docMk/>
            <pc:sldMk cId="187678658" sldId="256"/>
            <ac:spMk id="60" creationId="{2AA654CB-203B-F8B4-C121-00070C426545}"/>
          </ac:spMkLst>
        </pc:spChg>
        <pc:spChg chg="mod">
          <ac:chgData name="Alexandre Linck" userId="3e8679aa-ccdd-463f-8edf-0a911d703614" providerId="ADAL" clId="{C10DBD1C-CA6A-4357-AD1D-DD274190F00A}" dt="2026-08-28T08:47:05.761" v="164524" actId="1035"/>
          <ac:spMkLst>
            <pc:docMk/>
            <pc:sldMk cId="187678658" sldId="256"/>
            <ac:spMk id="61" creationId="{97099418-0A87-A419-CD83-7CBED7950034}"/>
          </ac:spMkLst>
        </pc:spChg>
        <pc:spChg chg="mod">
          <ac:chgData name="Alexandre Linck" userId="3e8679aa-ccdd-463f-8edf-0a911d703614" providerId="ADAL" clId="{C10DBD1C-CA6A-4357-AD1D-DD274190F00A}" dt="2026-08-28T08:47:05.761" v="164524" actId="1035"/>
          <ac:spMkLst>
            <pc:docMk/>
            <pc:sldMk cId="187678658" sldId="256"/>
            <ac:spMk id="62" creationId="{6A9E036C-A889-1C18-9438-859344BE472C}"/>
          </ac:spMkLst>
        </pc:spChg>
        <pc:spChg chg="mod">
          <ac:chgData name="Alexandre Linck" userId="3e8679aa-ccdd-463f-8edf-0a911d703614" providerId="ADAL" clId="{C10DBD1C-CA6A-4357-AD1D-DD274190F00A}" dt="2026-08-28T14:30:35.722" v="168884" actId="1038"/>
          <ac:spMkLst>
            <pc:docMk/>
            <pc:sldMk cId="187678658" sldId="256"/>
            <ac:spMk id="63" creationId="{B8BB25C7-805E-4BD2-6A20-E2384915A7B5}"/>
          </ac:spMkLst>
        </pc:spChg>
        <pc:spChg chg="mod">
          <ac:chgData name="Alexandre Linck" userId="3e8679aa-ccdd-463f-8edf-0a911d703614" providerId="ADAL" clId="{C10DBD1C-CA6A-4357-AD1D-DD274190F00A}" dt="2026-08-28T08:48:12.353" v="164596" actId="1035"/>
          <ac:spMkLst>
            <pc:docMk/>
            <pc:sldMk cId="187678658" sldId="256"/>
            <ac:spMk id="257" creationId="{FEF5600A-8954-8936-5847-4EF568468FF9}"/>
          </ac:spMkLst>
        </pc:spChg>
        <pc:spChg chg="mod">
          <ac:chgData name="Alexandre Linck" userId="3e8679aa-ccdd-463f-8edf-0a911d703614" providerId="ADAL" clId="{C10DBD1C-CA6A-4357-AD1D-DD274190F00A}" dt="2026-08-20T08:44:35.764" v="159958" actId="20577"/>
          <ac:spMkLst>
            <pc:docMk/>
            <pc:sldMk cId="187678658" sldId="256"/>
            <ac:spMk id="306" creationId="{E72CA449-B384-9E93-A062-BE35F2DDABF6}"/>
          </ac:spMkLst>
        </pc:spChg>
        <pc:grpChg chg="add mod">
          <ac:chgData name="Alexandre Linck" userId="3e8679aa-ccdd-463f-8edf-0a911d703614" providerId="ADAL" clId="{C10DBD1C-CA6A-4357-AD1D-DD274190F00A}" dt="2026-08-28T08:47:05.761" v="164524" actId="1035"/>
          <ac:grpSpMkLst>
            <pc:docMk/>
            <pc:sldMk cId="187678658" sldId="256"/>
            <ac:grpSpMk id="16" creationId="{0EAD0173-7C48-F9ED-4658-3D2803D2AB47}"/>
          </ac:grpSpMkLst>
        </pc:grpChg>
        <pc:grpChg chg="del mod">
          <ac:chgData name="Alexandre Linck" userId="3e8679aa-ccdd-463f-8edf-0a911d703614" providerId="ADAL" clId="{C10DBD1C-CA6A-4357-AD1D-DD274190F00A}" dt="2026-08-28T08:47:19.230" v="164550" actId="165"/>
          <ac:grpSpMkLst>
            <pc:docMk/>
            <pc:sldMk cId="187678658" sldId="256"/>
            <ac:grpSpMk id="19" creationId="{9AAF6B93-6C2E-D04C-0918-F902E2EDFA52}"/>
          </ac:grpSpMkLst>
        </pc:grpChg>
        <pc:grpChg chg="del mod">
          <ac:chgData name="Alexandre Linck" userId="3e8679aa-ccdd-463f-8edf-0a911d703614" providerId="ADAL" clId="{C10DBD1C-CA6A-4357-AD1D-DD274190F00A}" dt="2026-08-28T08:46:57.696" v="164472" actId="478"/>
          <ac:grpSpMkLst>
            <pc:docMk/>
            <pc:sldMk cId="187678658" sldId="256"/>
            <ac:grpSpMk id="23" creationId="{A5B9A134-FCF9-0652-8300-8D3D2765C4A2}"/>
          </ac:grpSpMkLst>
        </pc:grpChg>
        <pc:grpChg chg="del mod">
          <ac:chgData name="Alexandre Linck" userId="3e8679aa-ccdd-463f-8edf-0a911d703614" providerId="ADAL" clId="{C10DBD1C-CA6A-4357-AD1D-DD274190F00A}" dt="2026-08-28T08:47:19.893" v="164551" actId="165"/>
          <ac:grpSpMkLst>
            <pc:docMk/>
            <pc:sldMk cId="187678658" sldId="256"/>
            <ac:grpSpMk id="29" creationId="{A122D515-B448-E80A-01B7-CAA4627301E1}"/>
          </ac:grpSpMkLst>
        </pc:grpChg>
        <pc:grpChg chg="del">
          <ac:chgData name="Alexandre Linck" userId="3e8679aa-ccdd-463f-8edf-0a911d703614" providerId="ADAL" clId="{C10DBD1C-CA6A-4357-AD1D-DD274190F00A}" dt="2026-08-28T08:47:19.893" v="164551" actId="165"/>
          <ac:grpSpMkLst>
            <pc:docMk/>
            <pc:sldMk cId="187678658" sldId="256"/>
            <ac:grpSpMk id="30" creationId="{8340CD9C-28AD-D73B-9FBF-030364D41476}"/>
          </ac:grpSpMkLst>
        </pc:grpChg>
        <pc:grpChg chg="del">
          <ac:chgData name="Alexandre Linck" userId="3e8679aa-ccdd-463f-8edf-0a911d703614" providerId="ADAL" clId="{C10DBD1C-CA6A-4357-AD1D-DD274190F00A}" dt="2026-08-28T08:47:19.893" v="164551" actId="165"/>
          <ac:grpSpMkLst>
            <pc:docMk/>
            <pc:sldMk cId="187678658" sldId="256"/>
            <ac:grpSpMk id="39" creationId="{8EE01B32-CCA4-FF7A-D717-304A8CDF8492}"/>
          </ac:grpSpMkLst>
        </pc:grpChg>
        <pc:grpChg chg="mod">
          <ac:chgData name="Alexandre Linck" userId="3e8679aa-ccdd-463f-8edf-0a911d703614" providerId="ADAL" clId="{C10DBD1C-CA6A-4357-AD1D-DD274190F00A}" dt="2026-08-28T08:47:05.761" v="164524" actId="1035"/>
          <ac:grpSpMkLst>
            <pc:docMk/>
            <pc:sldMk cId="187678658" sldId="256"/>
            <ac:grpSpMk id="48" creationId="{D0732861-8685-433A-F3A7-3E18A29AA06C}"/>
          </ac:grpSpMkLst>
        </pc:grpChg>
        <pc:grpChg chg="mod">
          <ac:chgData name="Alexandre Linck" userId="3e8679aa-ccdd-463f-8edf-0a911d703614" providerId="ADAL" clId="{C10DBD1C-CA6A-4357-AD1D-DD274190F00A}" dt="2026-08-28T08:47:05.761" v="164524" actId="1035"/>
          <ac:grpSpMkLst>
            <pc:docMk/>
            <pc:sldMk cId="187678658" sldId="256"/>
            <ac:grpSpMk id="51" creationId="{D093559B-2BCE-8C45-0ABA-C896ADB34531}"/>
          </ac:grpSpMkLst>
        </pc:grpChg>
        <pc:grpChg chg="mod">
          <ac:chgData name="Alexandre Linck" userId="3e8679aa-ccdd-463f-8edf-0a911d703614" providerId="ADAL" clId="{C10DBD1C-CA6A-4357-AD1D-DD274190F00A}" dt="2026-08-28T08:47:05.761" v="164524" actId="1035"/>
          <ac:grpSpMkLst>
            <pc:docMk/>
            <pc:sldMk cId="187678658" sldId="256"/>
            <ac:grpSpMk id="56" creationId="{8ECC5AC5-FAD7-95AB-150F-F071D12A05B6}"/>
          </ac:grpSpMkLst>
        </pc:grpChg>
        <pc:picChg chg="add mod">
          <ac:chgData name="Alexandre Linck" userId="3e8679aa-ccdd-463f-8edf-0a911d703614" providerId="ADAL" clId="{C10DBD1C-CA6A-4357-AD1D-DD274190F00A}" dt="2026-08-18T14:25:13.335" v="152441" actId="14826"/>
          <ac:picMkLst>
            <pc:docMk/>
            <pc:sldMk cId="187678658" sldId="256"/>
            <ac:picMk id="43" creationId="{B1747F8A-728A-7FC3-41FB-699873D33F8E}"/>
          </ac:picMkLst>
        </pc:picChg>
        <pc:cxnChg chg="add mod">
          <ac:chgData name="Alexandre Linck" userId="3e8679aa-ccdd-463f-8edf-0a911d703614" providerId="ADAL" clId="{C10DBD1C-CA6A-4357-AD1D-DD274190F00A}" dt="2026-08-28T08:47:41.985" v="164576" actId="693"/>
          <ac:cxnSpMkLst>
            <pc:docMk/>
            <pc:sldMk cId="187678658" sldId="256"/>
            <ac:cxnSpMk id="4" creationId="{03FD6071-5EE5-01D5-D929-7B2AC0CAABE2}"/>
          </ac:cxnSpMkLst>
        </pc:cxnChg>
        <pc:cxnChg chg="add mod">
          <ac:chgData name="Alexandre Linck" userId="3e8679aa-ccdd-463f-8edf-0a911d703614" providerId="ADAL" clId="{C10DBD1C-CA6A-4357-AD1D-DD274190F00A}" dt="2026-08-28T13:29:43.090" v="168005" actId="20577"/>
          <ac:cxnSpMkLst>
            <pc:docMk/>
            <pc:sldMk cId="187678658" sldId="256"/>
            <ac:cxnSpMk id="5" creationId="{A196EC03-C0CC-9B17-08DE-664332D370C6}"/>
          </ac:cxnSpMkLst>
        </pc:cxnChg>
        <pc:cxnChg chg="add mod">
          <ac:chgData name="Alexandre Linck" userId="3e8679aa-ccdd-463f-8edf-0a911d703614" providerId="ADAL" clId="{C10DBD1C-CA6A-4357-AD1D-DD274190F00A}" dt="2026-08-28T08:47:51.276" v="164583" actId="14100"/>
          <ac:cxnSpMkLst>
            <pc:docMk/>
            <pc:sldMk cId="187678658" sldId="256"/>
            <ac:cxnSpMk id="8" creationId="{454F6C7E-54AB-A7CA-2A5B-EA6470323A32}"/>
          </ac:cxnSpMkLst>
        </pc:cxnChg>
        <pc:cxnChg chg="add mod">
          <ac:chgData name="Alexandre Linck" userId="3e8679aa-ccdd-463f-8edf-0a911d703614" providerId="ADAL" clId="{C10DBD1C-CA6A-4357-AD1D-DD274190F00A}" dt="2026-08-28T14:30:28.885" v="168857" actId="1037"/>
          <ac:cxnSpMkLst>
            <pc:docMk/>
            <pc:sldMk cId="187678658" sldId="256"/>
            <ac:cxnSpMk id="12" creationId="{48CEA269-B940-E223-FE46-EAC6EA7D255F}"/>
          </ac:cxnSpMkLst>
        </pc:cxnChg>
        <pc:cxnChg chg="add mod">
          <ac:chgData name="Alexandre Linck" userId="3e8679aa-ccdd-463f-8edf-0a911d703614" providerId="ADAL" clId="{C10DBD1C-CA6A-4357-AD1D-DD274190F00A}" dt="2026-08-20T08:47:05.376" v="160017" actId="12788"/>
          <ac:cxnSpMkLst>
            <pc:docMk/>
            <pc:sldMk cId="187678658" sldId="256"/>
            <ac:cxnSpMk id="36" creationId="{8F12839E-7623-82A3-3C56-0AFBD173F0D1}"/>
          </ac:cxnSpMkLst>
        </pc:cxnChg>
      </pc:sldChg>
      <pc:sldChg chg="modSp add mod">
        <pc:chgData name="Alexandre Linck" userId="3e8679aa-ccdd-463f-8edf-0a911d703614" providerId="ADAL" clId="{C10DBD1C-CA6A-4357-AD1D-DD274190F00A}" dt="2026-08-18T14:07:37.501" v="151433"/>
        <pc:sldMkLst>
          <pc:docMk/>
          <pc:sldMk cId="3719243056" sldId="257"/>
        </pc:sldMkLst>
        <pc:spChg chg="mod">
          <ac:chgData name="Alexandre Linck" userId="3e8679aa-ccdd-463f-8edf-0a911d703614" providerId="ADAL" clId="{C10DBD1C-CA6A-4357-AD1D-DD274190F00A}" dt="2026-08-18T14:07:37.501" v="151433"/>
          <ac:spMkLst>
            <pc:docMk/>
            <pc:sldMk cId="3719243056" sldId="257"/>
            <ac:spMk id="8" creationId="{0FE489E8-F56B-1E84-4368-537EDAF0DF6D}"/>
          </ac:spMkLst>
        </pc:spChg>
      </pc:sldChg>
      <pc:sldChg chg="addSp delSp modSp add mod ord modShow modNotesTx">
        <pc:chgData name="Alexandre Linck" userId="3e8679aa-ccdd-463f-8edf-0a911d703614" providerId="ADAL" clId="{C10DBD1C-CA6A-4357-AD1D-DD274190F00A}" dt="2026-08-28T14:33:46.699" v="168919" actId="20577"/>
        <pc:sldMkLst>
          <pc:docMk/>
          <pc:sldMk cId="2612442924" sldId="258"/>
        </pc:sldMkLst>
        <pc:spChg chg="mod">
          <ac:chgData name="Alexandre Linck" userId="3e8679aa-ccdd-463f-8edf-0a911d703614" providerId="ADAL" clId="{C10DBD1C-CA6A-4357-AD1D-DD274190F00A}" dt="2026-08-28T10:18:37.118" v="166088"/>
          <ac:spMkLst>
            <pc:docMk/>
            <pc:sldMk cId="2612442924" sldId="258"/>
            <ac:spMk id="3" creationId="{2AF31993-B258-DA4A-1773-36094916CCC8}"/>
          </ac:spMkLst>
        </pc:spChg>
        <pc:spChg chg="add del mod">
          <ac:chgData name="Alexandre Linck" userId="3e8679aa-ccdd-463f-8edf-0a911d703614" providerId="ADAL" clId="{C10DBD1C-CA6A-4357-AD1D-DD274190F00A}" dt="2026-08-28T08:33:28.438" v="163981" actId="478"/>
          <ac:spMkLst>
            <pc:docMk/>
            <pc:sldMk cId="2612442924" sldId="258"/>
            <ac:spMk id="4" creationId="{F4DA10F7-1F7B-70A0-9773-B21A2E8283ED}"/>
          </ac:spMkLst>
        </pc:spChg>
        <pc:spChg chg="add del mod">
          <ac:chgData name="Alexandre Linck" userId="3e8679aa-ccdd-463f-8edf-0a911d703614" providerId="ADAL" clId="{C10DBD1C-CA6A-4357-AD1D-DD274190F00A}" dt="2026-08-28T08:16:44.611" v="163624" actId="21"/>
          <ac:spMkLst>
            <pc:docMk/>
            <pc:sldMk cId="2612442924" sldId="258"/>
            <ac:spMk id="5" creationId="{8BA8BD33-EE94-00C2-B13B-D5D83836F438}"/>
          </ac:spMkLst>
        </pc:spChg>
        <pc:spChg chg="add mod topLvl">
          <ac:chgData name="Alexandre Linck" userId="3e8679aa-ccdd-463f-8edf-0a911d703614" providerId="ADAL" clId="{C10DBD1C-CA6A-4357-AD1D-DD274190F00A}" dt="2026-08-28T08:43:33.856" v="164379" actId="20577"/>
          <ac:spMkLst>
            <pc:docMk/>
            <pc:sldMk cId="2612442924" sldId="258"/>
            <ac:spMk id="6" creationId="{38FD4D94-973B-B84E-B2E2-2464F9CE15E3}"/>
          </ac:spMkLst>
        </pc:spChg>
        <pc:spChg chg="add mod topLvl">
          <ac:chgData name="Alexandre Linck" userId="3e8679aa-ccdd-463f-8edf-0a911d703614" providerId="ADAL" clId="{C10DBD1C-CA6A-4357-AD1D-DD274190F00A}" dt="2026-08-28T08:16:41.103" v="163613" actId="164"/>
          <ac:spMkLst>
            <pc:docMk/>
            <pc:sldMk cId="2612442924" sldId="258"/>
            <ac:spMk id="7" creationId="{E0C856A9-8F40-3C36-7718-14B57DF3F7D4}"/>
          </ac:spMkLst>
        </pc:spChg>
        <pc:spChg chg="mod topLvl">
          <ac:chgData name="Alexandre Linck" userId="3e8679aa-ccdd-463f-8edf-0a911d703614" providerId="ADAL" clId="{C10DBD1C-CA6A-4357-AD1D-DD274190F00A}" dt="2026-08-28T08:22:16.904" v="163832" actId="115"/>
          <ac:spMkLst>
            <pc:docMk/>
            <pc:sldMk cId="2612442924" sldId="258"/>
            <ac:spMk id="10" creationId="{C3547427-43ED-9D67-A93D-2C5534784CE8}"/>
          </ac:spMkLst>
        </pc:spChg>
        <pc:spChg chg="mod topLvl">
          <ac:chgData name="Alexandre Linck" userId="3e8679aa-ccdd-463f-8edf-0a911d703614" providerId="ADAL" clId="{C10DBD1C-CA6A-4357-AD1D-DD274190F00A}" dt="2026-08-28T08:16:41.103" v="163613" actId="164"/>
          <ac:spMkLst>
            <pc:docMk/>
            <pc:sldMk cId="2612442924" sldId="258"/>
            <ac:spMk id="11" creationId="{457AAD36-82B6-6338-5461-93E78320594D}"/>
          </ac:spMkLst>
        </pc:spChg>
        <pc:spChg chg="add del mod">
          <ac:chgData name="Alexandre Linck" userId="3e8679aa-ccdd-463f-8edf-0a911d703614" providerId="ADAL" clId="{C10DBD1C-CA6A-4357-AD1D-DD274190F00A}" dt="2026-08-28T07:50:58.273" v="162526" actId="478"/>
          <ac:spMkLst>
            <pc:docMk/>
            <pc:sldMk cId="2612442924" sldId="258"/>
            <ac:spMk id="12" creationId="{A4C4E4B5-E906-8DCF-44DC-24A9A4C42753}"/>
          </ac:spMkLst>
        </pc:spChg>
        <pc:spChg chg="mod topLvl">
          <ac:chgData name="Alexandre Linck" userId="3e8679aa-ccdd-463f-8edf-0a911d703614" providerId="ADAL" clId="{C10DBD1C-CA6A-4357-AD1D-DD274190F00A}" dt="2026-08-28T08:22:19.603" v="163833" actId="115"/>
          <ac:spMkLst>
            <pc:docMk/>
            <pc:sldMk cId="2612442924" sldId="258"/>
            <ac:spMk id="17" creationId="{E4270DB4-016F-88C8-E4C7-B3F394697831}"/>
          </ac:spMkLst>
        </pc:spChg>
        <pc:spChg chg="mod topLvl">
          <ac:chgData name="Alexandre Linck" userId="3e8679aa-ccdd-463f-8edf-0a911d703614" providerId="ADAL" clId="{C10DBD1C-CA6A-4357-AD1D-DD274190F00A}" dt="2026-08-28T08:16:41.103" v="163613" actId="164"/>
          <ac:spMkLst>
            <pc:docMk/>
            <pc:sldMk cId="2612442924" sldId="258"/>
            <ac:spMk id="18" creationId="{C60785E3-1AF8-81AD-8E7C-56E838B8E027}"/>
          </ac:spMkLst>
        </pc:spChg>
        <pc:spChg chg="mod">
          <ac:chgData name="Alexandre Linck" userId="3e8679aa-ccdd-463f-8edf-0a911d703614" providerId="ADAL" clId="{C10DBD1C-CA6A-4357-AD1D-DD274190F00A}" dt="2026-08-28T08:22:25.564" v="163834" actId="115"/>
          <ac:spMkLst>
            <pc:docMk/>
            <pc:sldMk cId="2612442924" sldId="258"/>
            <ac:spMk id="20" creationId="{4760C1AC-2EFB-7EFA-7E6D-3AA59AF5974F}"/>
          </ac:spMkLst>
        </pc:spChg>
        <pc:spChg chg="mod topLvl">
          <ac:chgData name="Alexandre Linck" userId="3e8679aa-ccdd-463f-8edf-0a911d703614" providerId="ADAL" clId="{C10DBD1C-CA6A-4357-AD1D-DD274190F00A}" dt="2026-08-28T08:16:41.103" v="163613" actId="164"/>
          <ac:spMkLst>
            <pc:docMk/>
            <pc:sldMk cId="2612442924" sldId="258"/>
            <ac:spMk id="21" creationId="{2D3965EF-18C6-9E74-8D14-CC1D2AE17671}"/>
          </ac:spMkLst>
        </pc:spChg>
        <pc:spChg chg="mod">
          <ac:chgData name="Alexandre Linck" userId="3e8679aa-ccdd-463f-8edf-0a911d703614" providerId="ADAL" clId="{C10DBD1C-CA6A-4357-AD1D-DD274190F00A}" dt="2026-08-28T08:06:47.336" v="163090"/>
          <ac:spMkLst>
            <pc:docMk/>
            <pc:sldMk cId="2612442924" sldId="258"/>
            <ac:spMk id="31" creationId="{29A94F91-58E5-EE5A-CA2D-259E36B973A9}"/>
          </ac:spMkLst>
        </pc:spChg>
        <pc:spChg chg="mod">
          <ac:chgData name="Alexandre Linck" userId="3e8679aa-ccdd-463f-8edf-0a911d703614" providerId="ADAL" clId="{C10DBD1C-CA6A-4357-AD1D-DD274190F00A}" dt="2026-08-28T08:06:47.336" v="163090"/>
          <ac:spMkLst>
            <pc:docMk/>
            <pc:sldMk cId="2612442924" sldId="258"/>
            <ac:spMk id="32" creationId="{959B28CD-9550-5B61-CE02-9770CD1F7001}"/>
          </ac:spMkLst>
        </pc:spChg>
        <pc:spChg chg="mod topLvl">
          <ac:chgData name="Alexandre Linck" userId="3e8679aa-ccdd-463f-8edf-0a911d703614" providerId="ADAL" clId="{C10DBD1C-CA6A-4357-AD1D-DD274190F00A}" dt="2026-08-28T14:31:07.271" v="168898" actId="20577"/>
          <ac:spMkLst>
            <pc:docMk/>
            <pc:sldMk cId="2612442924" sldId="258"/>
            <ac:spMk id="39" creationId="{E4286C94-0F50-FAC4-AC30-41AEE0E86B97}"/>
          </ac:spMkLst>
        </pc:spChg>
        <pc:spChg chg="mod topLvl">
          <ac:chgData name="Alexandre Linck" userId="3e8679aa-ccdd-463f-8edf-0a911d703614" providerId="ADAL" clId="{C10DBD1C-CA6A-4357-AD1D-DD274190F00A}" dt="2026-08-28T08:16:41.103" v="163613" actId="164"/>
          <ac:spMkLst>
            <pc:docMk/>
            <pc:sldMk cId="2612442924" sldId="258"/>
            <ac:spMk id="40" creationId="{445A3FE1-9ECF-FB3B-9667-048E6BE65CFB}"/>
          </ac:spMkLst>
        </pc:spChg>
        <pc:spChg chg="del mod topLvl">
          <ac:chgData name="Alexandre Linck" userId="3e8679aa-ccdd-463f-8edf-0a911d703614" providerId="ADAL" clId="{C10DBD1C-CA6A-4357-AD1D-DD274190F00A}" dt="2026-08-28T08:09:23.410" v="163265" actId="478"/>
          <ac:spMkLst>
            <pc:docMk/>
            <pc:sldMk cId="2612442924" sldId="258"/>
            <ac:spMk id="45" creationId="{A99E5C98-1880-F089-E266-C34CA5D3DBD5}"/>
          </ac:spMkLst>
        </pc:spChg>
        <pc:spChg chg="del mod topLvl">
          <ac:chgData name="Alexandre Linck" userId="3e8679aa-ccdd-463f-8edf-0a911d703614" providerId="ADAL" clId="{C10DBD1C-CA6A-4357-AD1D-DD274190F00A}" dt="2026-08-28T08:09:22.637" v="163264" actId="478"/>
          <ac:spMkLst>
            <pc:docMk/>
            <pc:sldMk cId="2612442924" sldId="258"/>
            <ac:spMk id="46" creationId="{80F27031-3185-C49E-A5CC-A2152D38DBE1}"/>
          </ac:spMkLst>
        </pc:spChg>
        <pc:spChg chg="add mod topLvl">
          <ac:chgData name="Alexandre Linck" userId="3e8679aa-ccdd-463f-8edf-0a911d703614" providerId="ADAL" clId="{C10DBD1C-CA6A-4357-AD1D-DD274190F00A}" dt="2026-08-28T08:16:06.739" v="163561" actId="553"/>
          <ac:spMkLst>
            <pc:docMk/>
            <pc:sldMk cId="2612442924" sldId="258"/>
            <ac:spMk id="48" creationId="{CB413FFF-0C08-107F-645C-2E23DFE65456}"/>
          </ac:spMkLst>
        </pc:spChg>
        <pc:spChg chg="add mod">
          <ac:chgData name="Alexandre Linck" userId="3e8679aa-ccdd-463f-8edf-0a911d703614" providerId="ADAL" clId="{C10DBD1C-CA6A-4357-AD1D-DD274190F00A}" dt="2026-08-28T08:10:26.695" v="163306" actId="571"/>
          <ac:spMkLst>
            <pc:docMk/>
            <pc:sldMk cId="2612442924" sldId="258"/>
            <ac:spMk id="61" creationId="{83E35A9D-AFA1-4400-3E11-A50B796AC6B4}"/>
          </ac:spMkLst>
        </pc:spChg>
        <pc:spChg chg="add del">
          <ac:chgData name="Alexandre Linck" userId="3e8679aa-ccdd-463f-8edf-0a911d703614" providerId="ADAL" clId="{C10DBD1C-CA6A-4357-AD1D-DD274190F00A}" dt="2026-08-28T08:11:19.902" v="163327" actId="22"/>
          <ac:spMkLst>
            <pc:docMk/>
            <pc:sldMk cId="2612442924" sldId="258"/>
            <ac:spMk id="262" creationId="{C1F8CAEE-142C-2008-17E6-2649622D4E4D}"/>
          </ac:spMkLst>
        </pc:spChg>
        <pc:spChg chg="add del mod">
          <ac:chgData name="Alexandre Linck" userId="3e8679aa-ccdd-463f-8edf-0a911d703614" providerId="ADAL" clId="{C10DBD1C-CA6A-4357-AD1D-DD274190F00A}" dt="2026-08-28T08:11:48.920" v="163340" actId="478"/>
          <ac:spMkLst>
            <pc:docMk/>
            <pc:sldMk cId="2612442924" sldId="258"/>
            <ac:spMk id="263" creationId="{905961D7-75C9-83F0-FC3D-46A9D17B3D85}"/>
          </ac:spMkLst>
        </pc:spChg>
        <pc:spChg chg="add del mod">
          <ac:chgData name="Alexandre Linck" userId="3e8679aa-ccdd-463f-8edf-0a911d703614" providerId="ADAL" clId="{C10DBD1C-CA6A-4357-AD1D-DD274190F00A}" dt="2026-08-28T08:11:45.683" v="163338" actId="478"/>
          <ac:spMkLst>
            <pc:docMk/>
            <pc:sldMk cId="2612442924" sldId="258"/>
            <ac:spMk id="264" creationId="{90DAEB4B-5DAB-0E27-F6BE-46F2BCAD718A}"/>
          </ac:spMkLst>
        </pc:spChg>
        <pc:spChg chg="add mod">
          <ac:chgData name="Alexandre Linck" userId="3e8679aa-ccdd-463f-8edf-0a911d703614" providerId="ADAL" clId="{C10DBD1C-CA6A-4357-AD1D-DD274190F00A}" dt="2026-08-28T08:11:43.892" v="163337" actId="571"/>
          <ac:spMkLst>
            <pc:docMk/>
            <pc:sldMk cId="2612442924" sldId="258"/>
            <ac:spMk id="266" creationId="{AF3C9B9E-0ED6-D667-0938-DC4791BDEFB8}"/>
          </ac:spMkLst>
        </pc:spChg>
        <pc:spChg chg="add mod">
          <ac:chgData name="Alexandre Linck" userId="3e8679aa-ccdd-463f-8edf-0a911d703614" providerId="ADAL" clId="{C10DBD1C-CA6A-4357-AD1D-DD274190F00A}" dt="2026-08-28T08:11:43.892" v="163337" actId="571"/>
          <ac:spMkLst>
            <pc:docMk/>
            <pc:sldMk cId="2612442924" sldId="258"/>
            <ac:spMk id="267" creationId="{221F5EB7-36EB-CE28-6E29-D956AE6D015B}"/>
          </ac:spMkLst>
        </pc:spChg>
        <pc:spChg chg="add del">
          <ac:chgData name="Alexandre Linck" userId="3e8679aa-ccdd-463f-8edf-0a911d703614" providerId="ADAL" clId="{C10DBD1C-CA6A-4357-AD1D-DD274190F00A}" dt="2026-08-28T08:11:50.799" v="163342" actId="22"/>
          <ac:spMkLst>
            <pc:docMk/>
            <pc:sldMk cId="2612442924" sldId="258"/>
            <ac:spMk id="269" creationId="{9C2C88FE-A344-2722-96F6-7D5802696821}"/>
          </ac:spMkLst>
        </pc:spChg>
        <pc:spChg chg="add del">
          <ac:chgData name="Alexandre Linck" userId="3e8679aa-ccdd-463f-8edf-0a911d703614" providerId="ADAL" clId="{C10DBD1C-CA6A-4357-AD1D-DD274190F00A}" dt="2026-08-28T08:11:50.799" v="163342" actId="22"/>
          <ac:spMkLst>
            <pc:docMk/>
            <pc:sldMk cId="2612442924" sldId="258"/>
            <ac:spMk id="272" creationId="{91D7B422-97FA-296E-8726-EC9837E15D1D}"/>
          </ac:spMkLst>
        </pc:spChg>
        <pc:spChg chg="add mod">
          <ac:chgData name="Alexandre Linck" userId="3e8679aa-ccdd-463f-8edf-0a911d703614" providerId="ADAL" clId="{C10DBD1C-CA6A-4357-AD1D-DD274190F00A}" dt="2026-08-28T08:44:34.476" v="164435" actId="404"/>
          <ac:spMkLst>
            <pc:docMk/>
            <pc:sldMk cId="2612442924" sldId="258"/>
            <ac:spMk id="273" creationId="{0B3CC657-D45C-5AC4-EB64-E8B120D125BB}"/>
          </ac:spMkLst>
        </pc:spChg>
        <pc:spChg chg="del mod">
          <ac:chgData name="Alexandre Linck" userId="3e8679aa-ccdd-463f-8edf-0a911d703614" providerId="ADAL" clId="{C10DBD1C-CA6A-4357-AD1D-DD274190F00A}" dt="2026-08-28T07:51:47.724" v="162527" actId="478"/>
          <ac:spMkLst>
            <pc:docMk/>
            <pc:sldMk cId="2612442924" sldId="258"/>
            <ac:spMk id="274" creationId="{DBE5E86D-B95A-2B9A-E955-D078C53751F0}"/>
          </ac:spMkLst>
        </pc:spChg>
        <pc:spChg chg="add mod">
          <ac:chgData name="Alexandre Linck" userId="3e8679aa-ccdd-463f-8edf-0a911d703614" providerId="ADAL" clId="{C10DBD1C-CA6A-4357-AD1D-DD274190F00A}" dt="2026-08-28T08:44:28.290" v="164433" actId="14100"/>
          <ac:spMkLst>
            <pc:docMk/>
            <pc:sldMk cId="2612442924" sldId="258"/>
            <ac:spMk id="275" creationId="{DFE39F68-72C2-7814-AEFC-1E77B5EB8030}"/>
          </ac:spMkLst>
        </pc:spChg>
        <pc:spChg chg="add mod">
          <ac:chgData name="Alexandre Linck" userId="3e8679aa-ccdd-463f-8edf-0a911d703614" providerId="ADAL" clId="{C10DBD1C-CA6A-4357-AD1D-DD274190F00A}" dt="2026-08-28T08:46:37.936" v="164458" actId="555"/>
          <ac:spMkLst>
            <pc:docMk/>
            <pc:sldMk cId="2612442924" sldId="258"/>
            <ac:spMk id="291" creationId="{F1CB5B44-769C-9A9F-AF14-4825459040BA}"/>
          </ac:spMkLst>
        </pc:spChg>
        <pc:spChg chg="add mod">
          <ac:chgData name="Alexandre Linck" userId="3e8679aa-ccdd-463f-8edf-0a911d703614" providerId="ADAL" clId="{C10DBD1C-CA6A-4357-AD1D-DD274190F00A}" dt="2026-08-28T08:18:36.300" v="163773" actId="1038"/>
          <ac:spMkLst>
            <pc:docMk/>
            <pc:sldMk cId="2612442924" sldId="258"/>
            <ac:spMk id="292" creationId="{14F3C49F-CC2F-C827-27EC-5C5B1C90FDE2}"/>
          </ac:spMkLst>
        </pc:spChg>
        <pc:spChg chg="add mod">
          <ac:chgData name="Alexandre Linck" userId="3e8679aa-ccdd-463f-8edf-0a911d703614" providerId="ADAL" clId="{C10DBD1C-CA6A-4357-AD1D-DD274190F00A}" dt="2026-08-28T14:33:46.699" v="168919" actId="20577"/>
          <ac:spMkLst>
            <pc:docMk/>
            <pc:sldMk cId="2612442924" sldId="258"/>
            <ac:spMk id="299" creationId="{0E210B31-B5C7-8AA4-A9E7-D8F2E0A22EF7}"/>
          </ac:spMkLst>
        </pc:spChg>
        <pc:spChg chg="mod">
          <ac:chgData name="Alexandre Linck" userId="3e8679aa-ccdd-463f-8edf-0a911d703614" providerId="ADAL" clId="{C10DBD1C-CA6A-4357-AD1D-DD274190F00A}" dt="2026-08-28T09:27:47.626" v="164647" actId="20577"/>
          <ac:spMkLst>
            <pc:docMk/>
            <pc:sldMk cId="2612442924" sldId="258"/>
            <ac:spMk id="306" creationId="{5210F9E6-96EA-7068-0C27-2ADEEE263758}"/>
          </ac:spMkLst>
        </pc:spChg>
        <pc:grpChg chg="add mod">
          <ac:chgData name="Alexandre Linck" userId="3e8679aa-ccdd-463f-8edf-0a911d703614" providerId="ADAL" clId="{C10DBD1C-CA6A-4357-AD1D-DD274190F00A}" dt="2026-08-28T08:10:42.573" v="163323" actId="1035"/>
          <ac:grpSpMkLst>
            <pc:docMk/>
            <pc:sldMk cId="2612442924" sldId="258"/>
            <ac:grpSpMk id="8" creationId="{08602840-57DC-DCFD-0E2E-8E6FF634D7A1}"/>
          </ac:grpSpMkLst>
        </pc:grpChg>
        <pc:grpChg chg="add mod">
          <ac:chgData name="Alexandre Linck" userId="3e8679aa-ccdd-463f-8edf-0a911d703614" providerId="ADAL" clId="{C10DBD1C-CA6A-4357-AD1D-DD274190F00A}" dt="2026-08-28T08:10:45.787" v="163324" actId="465"/>
          <ac:grpSpMkLst>
            <pc:docMk/>
            <pc:sldMk cId="2612442924" sldId="258"/>
            <ac:grpSpMk id="9" creationId="{DCE020B2-B53F-6FAF-082B-A16A196F8A38}"/>
          </ac:grpSpMkLst>
        </pc:grpChg>
        <pc:grpChg chg="add mod">
          <ac:chgData name="Alexandre Linck" userId="3e8679aa-ccdd-463f-8edf-0a911d703614" providerId="ADAL" clId="{C10DBD1C-CA6A-4357-AD1D-DD274190F00A}" dt="2026-08-28T08:10:45.787" v="163324" actId="465"/>
          <ac:grpSpMkLst>
            <pc:docMk/>
            <pc:sldMk cId="2612442924" sldId="258"/>
            <ac:grpSpMk id="14" creationId="{5BB13F65-CCF8-C01F-512A-8190D739EF5D}"/>
          </ac:grpSpMkLst>
        </pc:grpChg>
        <pc:grpChg chg="add del mod">
          <ac:chgData name="Alexandre Linck" userId="3e8679aa-ccdd-463f-8edf-0a911d703614" providerId="ADAL" clId="{C10DBD1C-CA6A-4357-AD1D-DD274190F00A}" dt="2026-08-28T07:50:56.946" v="162525" actId="478"/>
          <ac:grpSpMkLst>
            <pc:docMk/>
            <pc:sldMk cId="2612442924" sldId="258"/>
            <ac:grpSpMk id="15" creationId="{44B84939-BB56-0FDF-10A6-6BCD5FE56E77}"/>
          </ac:grpSpMkLst>
        </pc:grpChg>
        <pc:grpChg chg="add del mod">
          <ac:chgData name="Alexandre Linck" userId="3e8679aa-ccdd-463f-8edf-0a911d703614" providerId="ADAL" clId="{C10DBD1C-CA6A-4357-AD1D-DD274190F00A}" dt="2026-08-28T07:50:56.946" v="162525" actId="478"/>
          <ac:grpSpMkLst>
            <pc:docMk/>
            <pc:sldMk cId="2612442924" sldId="258"/>
            <ac:grpSpMk id="16" creationId="{2224E90F-709D-0B6E-4165-42BF8242DBF7}"/>
          </ac:grpSpMkLst>
        </pc:grpChg>
        <pc:grpChg chg="add mod">
          <ac:chgData name="Alexandre Linck" userId="3e8679aa-ccdd-463f-8edf-0a911d703614" providerId="ADAL" clId="{C10DBD1C-CA6A-4357-AD1D-DD274190F00A}" dt="2026-08-28T08:10:45.787" v="163324" actId="465"/>
          <ac:grpSpMkLst>
            <pc:docMk/>
            <pc:sldMk cId="2612442924" sldId="258"/>
            <ac:grpSpMk id="19" creationId="{155C485B-E47D-3512-D6C9-CD05AB17FC12}"/>
          </ac:grpSpMkLst>
        </pc:grpChg>
        <pc:grpChg chg="add del mod">
          <ac:chgData name="Alexandre Linck" userId="3e8679aa-ccdd-463f-8edf-0a911d703614" providerId="ADAL" clId="{C10DBD1C-CA6A-4357-AD1D-DD274190F00A}" dt="2026-08-28T08:08:13.638" v="163119" actId="478"/>
          <ac:grpSpMkLst>
            <pc:docMk/>
            <pc:sldMk cId="2612442924" sldId="258"/>
            <ac:grpSpMk id="30" creationId="{7EA9C448-496C-B088-17E0-CDC88D001B0B}"/>
          </ac:grpSpMkLst>
        </pc:grpChg>
        <pc:grpChg chg="add del mod">
          <ac:chgData name="Alexandre Linck" userId="3e8679aa-ccdd-463f-8edf-0a911d703614" providerId="ADAL" clId="{C10DBD1C-CA6A-4357-AD1D-DD274190F00A}" dt="2026-08-28T08:11:55.801" v="163346" actId="165"/>
          <ac:grpSpMkLst>
            <pc:docMk/>
            <pc:sldMk cId="2612442924" sldId="258"/>
            <ac:grpSpMk id="38" creationId="{020DC915-5F6B-0C0B-4F3D-90A3008E2B88}"/>
          </ac:grpSpMkLst>
        </pc:grpChg>
        <pc:grpChg chg="add del mod">
          <ac:chgData name="Alexandre Linck" userId="3e8679aa-ccdd-463f-8edf-0a911d703614" providerId="ADAL" clId="{C10DBD1C-CA6A-4357-AD1D-DD274190F00A}" dt="2026-08-28T08:09:22.637" v="163264" actId="478"/>
          <ac:grpSpMkLst>
            <pc:docMk/>
            <pc:sldMk cId="2612442924" sldId="258"/>
            <ac:grpSpMk id="44" creationId="{BE50B165-4EE4-C65A-B38C-8119FFB3AC9A}"/>
          </ac:grpSpMkLst>
        </pc:grpChg>
        <pc:grpChg chg="add mod">
          <ac:chgData name="Alexandre Linck" userId="3e8679aa-ccdd-463f-8edf-0a911d703614" providerId="ADAL" clId="{C10DBD1C-CA6A-4357-AD1D-DD274190F00A}" dt="2026-08-28T08:10:38.714" v="163317" actId="1036"/>
          <ac:grpSpMkLst>
            <pc:docMk/>
            <pc:sldMk cId="2612442924" sldId="258"/>
            <ac:grpSpMk id="258" creationId="{51636898-389C-6FD9-708B-534FE9463D8E}"/>
          </ac:grpSpMkLst>
        </pc:grpChg>
        <pc:grpChg chg="mod">
          <ac:chgData name="Alexandre Linck" userId="3e8679aa-ccdd-463f-8edf-0a911d703614" providerId="ADAL" clId="{C10DBD1C-CA6A-4357-AD1D-DD274190F00A}" dt="2026-08-28T08:20:09.977" v="163808" actId="164"/>
          <ac:grpSpMkLst>
            <pc:docMk/>
            <pc:sldMk cId="2612442924" sldId="258"/>
            <ac:grpSpMk id="289" creationId="{66C97DAB-081F-F6A0-FF98-DA1FC56D95A7}"/>
          </ac:grpSpMkLst>
        </pc:grpChg>
        <pc:grpChg chg="add mod">
          <ac:chgData name="Alexandre Linck" userId="3e8679aa-ccdd-463f-8edf-0a911d703614" providerId="ADAL" clId="{C10DBD1C-CA6A-4357-AD1D-DD274190F00A}" dt="2026-08-28T08:21:15.918" v="163817" actId="164"/>
          <ac:grpSpMkLst>
            <pc:docMk/>
            <pc:sldMk cId="2612442924" sldId="258"/>
            <ac:grpSpMk id="294" creationId="{40F133F9-CE77-2424-F574-79DFCC82DD08}"/>
          </ac:grpSpMkLst>
        </pc:grpChg>
        <pc:grpChg chg="add mod">
          <ac:chgData name="Alexandre Linck" userId="3e8679aa-ccdd-463f-8edf-0a911d703614" providerId="ADAL" clId="{C10DBD1C-CA6A-4357-AD1D-DD274190F00A}" dt="2026-08-28T08:21:15.918" v="163817" actId="164"/>
          <ac:grpSpMkLst>
            <pc:docMk/>
            <pc:sldMk cId="2612442924" sldId="258"/>
            <ac:grpSpMk id="296" creationId="{EDEBAB43-0893-6233-8B55-87E029E5CA02}"/>
          </ac:grpSpMkLst>
        </pc:grpChg>
        <pc:graphicFrameChg chg="add del mod modGraphic">
          <ac:chgData name="Alexandre Linck" userId="3e8679aa-ccdd-463f-8edf-0a911d703614" providerId="ADAL" clId="{C10DBD1C-CA6A-4357-AD1D-DD274190F00A}" dt="2026-08-28T07:50:56.946" v="162525" actId="478"/>
          <ac:graphicFrameMkLst>
            <pc:docMk/>
            <pc:sldMk cId="2612442924" sldId="258"/>
            <ac:graphicFrameMk id="2" creationId="{BFCED0FB-1DDD-FB8D-5AAC-055E58101956}"/>
          </ac:graphicFrameMkLst>
        </pc:graphicFrameChg>
        <pc:graphicFrameChg chg="add del mod ord modGraphic">
          <ac:chgData name="Alexandre Linck" userId="3e8679aa-ccdd-463f-8edf-0a911d703614" providerId="ADAL" clId="{C10DBD1C-CA6A-4357-AD1D-DD274190F00A}" dt="2026-08-28T07:50:56.946" v="162525" actId="478"/>
          <ac:graphicFrameMkLst>
            <pc:docMk/>
            <pc:sldMk cId="2612442924" sldId="258"/>
            <ac:graphicFrameMk id="13" creationId="{31D19393-CAA1-F92A-469E-3A1FF2E0E2B1}"/>
          </ac:graphicFrameMkLst>
        </pc:graphicFrameChg>
        <pc:graphicFrameChg chg="add mod modGraphic">
          <ac:chgData name="Alexandre Linck" userId="3e8679aa-ccdd-463f-8edf-0a911d703614" providerId="ADAL" clId="{C10DBD1C-CA6A-4357-AD1D-DD274190F00A}" dt="2026-08-28T08:46:15.390" v="164448" actId="207"/>
          <ac:graphicFrameMkLst>
            <pc:docMk/>
            <pc:sldMk cId="2612442924" sldId="258"/>
            <ac:graphicFrameMk id="298" creationId="{0C4F6F1C-7ADC-6C38-B962-FCF98108A740}"/>
          </ac:graphicFrameMkLst>
        </pc:graphicFrameChg>
        <pc:picChg chg="add mod">
          <ac:chgData name="Alexandre Linck" userId="3e8679aa-ccdd-463f-8edf-0a911d703614" providerId="ADAL" clId="{C10DBD1C-CA6A-4357-AD1D-DD274190F00A}" dt="2026-08-28T08:20:18.688" v="163811" actId="14100"/>
          <ac:picMkLst>
            <pc:docMk/>
            <pc:sldMk cId="2612442924" sldId="258"/>
            <ac:picMk id="293" creationId="{049E6912-DEB9-31FF-157E-C29F10B29B6A}"/>
          </ac:picMkLst>
        </pc:picChg>
        <pc:picChg chg="add mod">
          <ac:chgData name="Alexandre Linck" userId="3e8679aa-ccdd-463f-8edf-0a911d703614" providerId="ADAL" clId="{C10DBD1C-CA6A-4357-AD1D-DD274190F00A}" dt="2026-08-28T08:21:34.539" v="163826" actId="1037"/>
          <ac:picMkLst>
            <pc:docMk/>
            <pc:sldMk cId="2612442924" sldId="258"/>
            <ac:picMk id="295" creationId="{2E21F72C-C877-9562-BA75-C6E05B6E5C53}"/>
          </ac:picMkLst>
        </pc:picChg>
        <pc:cxnChg chg="add mod">
          <ac:chgData name="Alexandre Linck" userId="3e8679aa-ccdd-463f-8edf-0a911d703614" providerId="ADAL" clId="{C10DBD1C-CA6A-4357-AD1D-DD274190F00A}" dt="2026-08-28T08:10:45.787" v="163324" actId="465"/>
          <ac:cxnSpMkLst>
            <pc:docMk/>
            <pc:sldMk cId="2612442924" sldId="258"/>
            <ac:cxnSpMk id="23" creationId="{0A55F2D2-0621-8C39-5584-3886545D797F}"/>
          </ac:cxnSpMkLst>
        </pc:cxnChg>
        <pc:cxnChg chg="add mod">
          <ac:chgData name="Alexandre Linck" userId="3e8679aa-ccdd-463f-8edf-0a911d703614" providerId="ADAL" clId="{C10DBD1C-CA6A-4357-AD1D-DD274190F00A}" dt="2026-08-28T08:10:45.787" v="163324" actId="465"/>
          <ac:cxnSpMkLst>
            <pc:docMk/>
            <pc:sldMk cId="2612442924" sldId="258"/>
            <ac:cxnSpMk id="24" creationId="{CCF33E3B-FABA-B7B9-CEC9-C44CF4BDA32C}"/>
          </ac:cxnSpMkLst>
        </pc:cxnChg>
        <pc:cxnChg chg="add mod">
          <ac:chgData name="Alexandre Linck" userId="3e8679aa-ccdd-463f-8edf-0a911d703614" providerId="ADAL" clId="{C10DBD1C-CA6A-4357-AD1D-DD274190F00A}" dt="2026-08-28T08:10:45.787" v="163324" actId="465"/>
          <ac:cxnSpMkLst>
            <pc:docMk/>
            <pc:sldMk cId="2612442924" sldId="258"/>
            <ac:cxnSpMk id="27" creationId="{B102A02C-EDB9-5FFE-0886-B4C1D4BC4B84}"/>
          </ac:cxnSpMkLst>
        </pc:cxnChg>
        <pc:cxnChg chg="add mod">
          <ac:chgData name="Alexandre Linck" userId="3e8679aa-ccdd-463f-8edf-0a911d703614" providerId="ADAL" clId="{C10DBD1C-CA6A-4357-AD1D-DD274190F00A}" dt="2026-08-28T08:16:10.585" v="163564" actId="552"/>
          <ac:cxnSpMkLst>
            <pc:docMk/>
            <pc:sldMk cId="2612442924" sldId="258"/>
            <ac:cxnSpMk id="41" creationId="{F3B432D4-A276-7463-BAC1-562A054CC127}"/>
          </ac:cxnSpMkLst>
        </pc:cxnChg>
        <pc:cxnChg chg="add mod">
          <ac:chgData name="Alexandre Linck" userId="3e8679aa-ccdd-463f-8edf-0a911d703614" providerId="ADAL" clId="{C10DBD1C-CA6A-4357-AD1D-DD274190F00A}" dt="2026-08-28T08:16:10.585" v="163564" actId="552"/>
          <ac:cxnSpMkLst>
            <pc:docMk/>
            <pc:sldMk cId="2612442924" sldId="258"/>
            <ac:cxnSpMk id="52" creationId="{1327C633-9631-EC70-3799-DFCFE85C2CFB}"/>
          </ac:cxnSpMkLst>
        </pc:cxnChg>
        <pc:cxnChg chg="add mod">
          <ac:chgData name="Alexandre Linck" userId="3e8679aa-ccdd-463f-8edf-0a911d703614" providerId="ADAL" clId="{C10DBD1C-CA6A-4357-AD1D-DD274190F00A}" dt="2026-08-28T08:10:26.695" v="163306" actId="571"/>
          <ac:cxnSpMkLst>
            <pc:docMk/>
            <pc:sldMk cId="2612442924" sldId="258"/>
            <ac:cxnSpMk id="63" creationId="{0E384736-E211-481D-3732-5EC0CEEB6AAE}"/>
          </ac:cxnSpMkLst>
        </pc:cxnChg>
        <pc:cxnChg chg="mod">
          <ac:chgData name="Alexandre Linck" userId="3e8679aa-ccdd-463f-8edf-0a911d703614" providerId="ADAL" clId="{C10DBD1C-CA6A-4357-AD1D-DD274190F00A}" dt="2026-08-28T07:50:56.946" v="162525" actId="478"/>
          <ac:cxnSpMkLst>
            <pc:docMk/>
            <pc:sldMk cId="2612442924" sldId="258"/>
            <ac:cxnSpMk id="259" creationId="{2DAD8D83-5773-50B9-14FD-D4B602877EAF}"/>
          </ac:cxnSpMkLst>
        </pc:cxnChg>
        <pc:cxnChg chg="mod">
          <ac:chgData name="Alexandre Linck" userId="3e8679aa-ccdd-463f-8edf-0a911d703614" providerId="ADAL" clId="{C10DBD1C-CA6A-4357-AD1D-DD274190F00A}" dt="2026-08-28T07:50:56.946" v="162525" actId="478"/>
          <ac:cxnSpMkLst>
            <pc:docMk/>
            <pc:sldMk cId="2612442924" sldId="258"/>
            <ac:cxnSpMk id="265" creationId="{129312F9-D181-6C45-8C27-78853800B33E}"/>
          </ac:cxnSpMkLst>
        </pc:cxnChg>
        <pc:cxnChg chg="mod">
          <ac:chgData name="Alexandre Linck" userId="3e8679aa-ccdd-463f-8edf-0a911d703614" providerId="ADAL" clId="{C10DBD1C-CA6A-4357-AD1D-DD274190F00A}" dt="2026-08-28T07:50:56.946" v="162525" actId="478"/>
          <ac:cxnSpMkLst>
            <pc:docMk/>
            <pc:sldMk cId="2612442924" sldId="258"/>
            <ac:cxnSpMk id="271" creationId="{FFBD8A55-ECEC-A121-9F20-F94C97BEBFBE}"/>
          </ac:cxnSpMkLst>
        </pc:cxnChg>
        <pc:cxnChg chg="add mod">
          <ac:chgData name="Alexandre Linck" userId="3e8679aa-ccdd-463f-8edf-0a911d703614" providerId="ADAL" clId="{C10DBD1C-CA6A-4357-AD1D-DD274190F00A}" dt="2026-08-28T08:18:47.583" v="163789" actId="1035"/>
          <ac:cxnSpMkLst>
            <pc:docMk/>
            <pc:sldMk cId="2612442924" sldId="258"/>
            <ac:cxnSpMk id="276" creationId="{C03AC22F-FAE3-1ABB-463B-1BBCE3D6DFA1}"/>
          </ac:cxnSpMkLst>
        </pc:cxnChg>
        <pc:cxnChg chg="add mod">
          <ac:chgData name="Alexandre Linck" userId="3e8679aa-ccdd-463f-8edf-0a911d703614" providerId="ADAL" clId="{C10DBD1C-CA6A-4357-AD1D-DD274190F00A}" dt="2026-08-28T08:18:47.583" v="163789" actId="1035"/>
          <ac:cxnSpMkLst>
            <pc:docMk/>
            <pc:sldMk cId="2612442924" sldId="258"/>
            <ac:cxnSpMk id="286" creationId="{D0496389-F679-24B1-3882-D6BCA773CC74}"/>
          </ac:cxnSpMkLst>
        </pc:cxnChg>
      </pc:sldChg>
      <pc:sldChg chg="addSp delSp modSp add mod modNotesTx">
        <pc:chgData name="Alexandre Linck" userId="3e8679aa-ccdd-463f-8edf-0a911d703614" providerId="ADAL" clId="{C10DBD1C-CA6A-4357-AD1D-DD274190F00A}" dt="2026-08-28T14:32:10.155" v="168912" actId="20577"/>
        <pc:sldMkLst>
          <pc:docMk/>
          <pc:sldMk cId="2637276211" sldId="259"/>
        </pc:sldMkLst>
        <pc:spChg chg="mod">
          <ac:chgData name="Alexandre Linck" userId="3e8679aa-ccdd-463f-8edf-0a911d703614" providerId="ADAL" clId="{C10DBD1C-CA6A-4357-AD1D-DD274190F00A}" dt="2026-08-19T08:31:37.074" v="154036" actId="113"/>
          <ac:spMkLst>
            <pc:docMk/>
            <pc:sldMk cId="2637276211" sldId="259"/>
            <ac:spMk id="3" creationId="{C26D81BA-B330-BC82-E246-9BDF88D7D58E}"/>
          </ac:spMkLst>
        </pc:spChg>
        <pc:spChg chg="del mod">
          <ac:chgData name="Alexandre Linck" userId="3e8679aa-ccdd-463f-8edf-0a911d703614" providerId="ADAL" clId="{C10DBD1C-CA6A-4357-AD1D-DD274190F00A}" dt="2026-08-28T13:30:25.336" v="168010" actId="478"/>
          <ac:spMkLst>
            <pc:docMk/>
            <pc:sldMk cId="2637276211" sldId="259"/>
            <ac:spMk id="12" creationId="{FAB072AA-F84E-F806-80CD-815EBEA413CD}"/>
          </ac:spMkLst>
        </pc:spChg>
        <pc:spChg chg="add mod">
          <ac:chgData name="Alexandre Linck" userId="3e8679aa-ccdd-463f-8edf-0a911d703614" providerId="ADAL" clId="{C10DBD1C-CA6A-4357-AD1D-DD274190F00A}" dt="2026-08-19T08:39:09.778" v="154513" actId="164"/>
          <ac:spMkLst>
            <pc:docMk/>
            <pc:sldMk cId="2637276211" sldId="259"/>
            <ac:spMk id="26" creationId="{8E6E0AC1-08DA-2742-2E02-6C73BE778010}"/>
          </ac:spMkLst>
        </pc:spChg>
        <pc:spChg chg="add mod">
          <ac:chgData name="Alexandre Linck" userId="3e8679aa-ccdd-463f-8edf-0a911d703614" providerId="ADAL" clId="{C10DBD1C-CA6A-4357-AD1D-DD274190F00A}" dt="2026-08-19T08:39:05.203" v="154511" actId="164"/>
          <ac:spMkLst>
            <pc:docMk/>
            <pc:sldMk cId="2637276211" sldId="259"/>
            <ac:spMk id="29" creationId="{A7FD79F6-B697-4A97-93D7-772329AF1731}"/>
          </ac:spMkLst>
        </pc:spChg>
        <pc:spChg chg="mod">
          <ac:chgData name="Alexandre Linck" userId="3e8679aa-ccdd-463f-8edf-0a911d703614" providerId="ADAL" clId="{C10DBD1C-CA6A-4357-AD1D-DD274190F00A}" dt="2026-08-19T08:45:57.636" v="154904" actId="20577"/>
          <ac:spMkLst>
            <pc:docMk/>
            <pc:sldMk cId="2637276211" sldId="259"/>
            <ac:spMk id="35" creationId="{B50A60EF-3910-644F-5939-08FE88B003FB}"/>
          </ac:spMkLst>
        </pc:spChg>
        <pc:spChg chg="mod">
          <ac:chgData name="Alexandre Linck" userId="3e8679aa-ccdd-463f-8edf-0a911d703614" providerId="ADAL" clId="{C10DBD1C-CA6A-4357-AD1D-DD274190F00A}" dt="2026-08-19T08:46:33.298" v="154931" actId="20577"/>
          <ac:spMkLst>
            <pc:docMk/>
            <pc:sldMk cId="2637276211" sldId="259"/>
            <ac:spMk id="36" creationId="{D3C6FBCA-4962-CC46-42F1-502D01A1D5C7}"/>
          </ac:spMkLst>
        </pc:spChg>
        <pc:spChg chg="mod">
          <ac:chgData name="Alexandre Linck" userId="3e8679aa-ccdd-463f-8edf-0a911d703614" providerId="ADAL" clId="{C10DBD1C-CA6A-4357-AD1D-DD274190F00A}" dt="2026-08-19T08:45:12.929" v="154866"/>
          <ac:spMkLst>
            <pc:docMk/>
            <pc:sldMk cId="2637276211" sldId="259"/>
            <ac:spMk id="37" creationId="{F7689EDE-85A6-C798-A690-2703D5F648D8}"/>
          </ac:spMkLst>
        </pc:spChg>
        <pc:spChg chg="mod">
          <ac:chgData name="Alexandre Linck" userId="3e8679aa-ccdd-463f-8edf-0a911d703614" providerId="ADAL" clId="{C10DBD1C-CA6A-4357-AD1D-DD274190F00A}" dt="2026-08-19T08:45:12.903" v="154865"/>
          <ac:spMkLst>
            <pc:docMk/>
            <pc:sldMk cId="2637276211" sldId="259"/>
            <ac:spMk id="38" creationId="{6D2E275D-CC3B-4845-6A4F-5C5A6005125D}"/>
          </ac:spMkLst>
        </pc:spChg>
        <pc:spChg chg="mod">
          <ac:chgData name="Alexandre Linck" userId="3e8679aa-ccdd-463f-8edf-0a911d703614" providerId="ADAL" clId="{C10DBD1C-CA6A-4357-AD1D-DD274190F00A}" dt="2026-08-19T08:40:05.820" v="154586" actId="14826"/>
          <ac:spMkLst>
            <pc:docMk/>
            <pc:sldMk cId="2637276211" sldId="259"/>
            <ac:spMk id="43" creationId="{8FFCBACB-0F61-4013-CE34-007E3B678BDB}"/>
          </ac:spMkLst>
        </pc:spChg>
        <pc:spChg chg="add mod">
          <ac:chgData name="Alexandre Linck" userId="3e8679aa-ccdd-463f-8edf-0a911d703614" providerId="ADAL" clId="{C10DBD1C-CA6A-4357-AD1D-DD274190F00A}" dt="2026-08-19T08:43:02.417" v="154775" actId="1035"/>
          <ac:spMkLst>
            <pc:docMk/>
            <pc:sldMk cId="2637276211" sldId="259"/>
            <ac:spMk id="261" creationId="{574EEBED-A3F2-6F30-E012-26506774E9E4}"/>
          </ac:spMkLst>
        </pc:spChg>
        <pc:spChg chg="add mod">
          <ac:chgData name="Alexandre Linck" userId="3e8679aa-ccdd-463f-8edf-0a911d703614" providerId="ADAL" clId="{C10DBD1C-CA6A-4357-AD1D-DD274190F00A}" dt="2026-08-19T08:43:50.826" v="154822" actId="1076"/>
          <ac:spMkLst>
            <pc:docMk/>
            <pc:sldMk cId="2637276211" sldId="259"/>
            <ac:spMk id="262" creationId="{1B98C756-D50E-F1B5-7DDA-EF0BA6B03E95}"/>
          </ac:spMkLst>
        </pc:spChg>
        <pc:spChg chg="add mod">
          <ac:chgData name="Alexandre Linck" userId="3e8679aa-ccdd-463f-8edf-0a911d703614" providerId="ADAL" clId="{C10DBD1C-CA6A-4357-AD1D-DD274190F00A}" dt="2026-08-19T08:43:46.168" v="154821" actId="1076"/>
          <ac:spMkLst>
            <pc:docMk/>
            <pc:sldMk cId="2637276211" sldId="259"/>
            <ac:spMk id="263" creationId="{81879A51-786D-4AA5-2A06-839B8BBFCAA3}"/>
          </ac:spMkLst>
        </pc:spChg>
        <pc:spChg chg="mod">
          <ac:chgData name="Alexandre Linck" userId="3e8679aa-ccdd-463f-8edf-0a911d703614" providerId="ADAL" clId="{C10DBD1C-CA6A-4357-AD1D-DD274190F00A}" dt="2026-08-19T08:30:40.146" v="153980" actId="3064"/>
          <ac:spMkLst>
            <pc:docMk/>
            <pc:sldMk cId="2637276211" sldId="259"/>
            <ac:spMk id="274" creationId="{7E94DA65-25E3-FE49-25A2-B1010A966095}"/>
          </ac:spMkLst>
        </pc:spChg>
        <pc:spChg chg="mod">
          <ac:chgData name="Alexandre Linck" userId="3e8679aa-ccdd-463f-8edf-0a911d703614" providerId="ADAL" clId="{C10DBD1C-CA6A-4357-AD1D-DD274190F00A}" dt="2026-08-19T08:30:55.934" v="153983"/>
          <ac:spMkLst>
            <pc:docMk/>
            <pc:sldMk cId="2637276211" sldId="259"/>
            <ac:spMk id="306" creationId="{60985D87-EC58-BA51-7F2C-3DFE441CCB2F}"/>
          </ac:spMkLst>
        </pc:spChg>
        <pc:grpChg chg="add mod">
          <ac:chgData name="Alexandre Linck" userId="3e8679aa-ccdd-463f-8edf-0a911d703614" providerId="ADAL" clId="{C10DBD1C-CA6A-4357-AD1D-DD274190F00A}" dt="2026-08-19T08:40:39.786" v="154609" actId="1036"/>
          <ac:grpSpMkLst>
            <pc:docMk/>
            <pc:sldMk cId="2637276211" sldId="259"/>
            <ac:grpSpMk id="33" creationId="{E2A4F918-FDB2-3CB0-71D0-B862CBAC0782}"/>
          </ac:grpSpMkLst>
        </pc:grpChg>
        <pc:grpChg chg="mod">
          <ac:chgData name="Alexandre Linck" userId="3e8679aa-ccdd-463f-8edf-0a911d703614" providerId="ADAL" clId="{C10DBD1C-CA6A-4357-AD1D-DD274190F00A}" dt="2026-08-19T08:45:12.903" v="154865"/>
          <ac:grpSpMkLst>
            <pc:docMk/>
            <pc:sldMk cId="2637276211" sldId="259"/>
            <ac:grpSpMk id="34" creationId="{7DC439EA-02E8-512C-D40E-240D2B7F883E}"/>
          </ac:grpSpMkLst>
        </pc:grpChg>
        <pc:grpChg chg="add mod">
          <ac:chgData name="Alexandre Linck" userId="3e8679aa-ccdd-463f-8edf-0a911d703614" providerId="ADAL" clId="{C10DBD1C-CA6A-4357-AD1D-DD274190F00A}" dt="2026-08-19T08:41:31.787" v="154623" actId="12789"/>
          <ac:grpSpMkLst>
            <pc:docMk/>
            <pc:sldMk cId="2637276211" sldId="259"/>
            <ac:grpSpMk id="39" creationId="{7A7D7A37-0461-0BFD-758E-EF1CB86B7C23}"/>
          </ac:grpSpMkLst>
        </pc:grpChg>
        <pc:grpChg chg="add mod">
          <ac:chgData name="Alexandre Linck" userId="3e8679aa-ccdd-463f-8edf-0a911d703614" providerId="ADAL" clId="{C10DBD1C-CA6A-4357-AD1D-DD274190F00A}" dt="2026-08-19T08:41:00.287" v="154614" actId="12789"/>
          <ac:grpSpMkLst>
            <pc:docMk/>
            <pc:sldMk cId="2637276211" sldId="259"/>
            <ac:grpSpMk id="42" creationId="{544F8194-47F1-D108-1F75-7870EB19B9FE}"/>
          </ac:grpSpMkLst>
        </pc:grpChg>
        <pc:graphicFrameChg chg="mod modGraphic">
          <ac:chgData name="Alexandre Linck" userId="3e8679aa-ccdd-463f-8edf-0a911d703614" providerId="ADAL" clId="{C10DBD1C-CA6A-4357-AD1D-DD274190F00A}" dt="2026-08-28T14:32:10.155" v="168912" actId="20577"/>
          <ac:graphicFrameMkLst>
            <pc:docMk/>
            <pc:sldMk cId="2637276211" sldId="259"/>
            <ac:graphicFrameMk id="2" creationId="{E6C47972-5217-19DF-629A-9574313BDCA4}"/>
          </ac:graphicFrameMkLst>
        </pc:graphicFrameChg>
        <pc:graphicFrameChg chg="add mod">
          <ac:chgData name="Alexandre Linck" userId="3e8679aa-ccdd-463f-8edf-0a911d703614" providerId="ADAL" clId="{C10DBD1C-CA6A-4357-AD1D-DD274190F00A}" dt="2026-08-19T08:36:32.934" v="154334"/>
          <ac:graphicFrameMkLst>
            <pc:docMk/>
            <pc:sldMk cId="2637276211" sldId="259"/>
            <ac:graphicFrameMk id="4" creationId="{7D04A867-5A45-BF69-0C6B-109F67A73F57}"/>
          </ac:graphicFrameMkLst>
        </pc:graphicFrameChg>
        <pc:picChg chg="add mod">
          <ac:chgData name="Alexandre Linck" userId="3e8679aa-ccdd-463f-8edf-0a911d703614" providerId="ADAL" clId="{C10DBD1C-CA6A-4357-AD1D-DD274190F00A}" dt="2026-08-19T08:39:09.778" v="154513" actId="164"/>
          <ac:picMkLst>
            <pc:docMk/>
            <pc:sldMk cId="2637276211" sldId="259"/>
            <ac:picMk id="28" creationId="{459BD856-21A3-B5A4-F72D-DFF57A20F904}"/>
          </ac:picMkLst>
        </pc:picChg>
        <pc:picChg chg="add mod">
          <ac:chgData name="Alexandre Linck" userId="3e8679aa-ccdd-463f-8edf-0a911d703614" providerId="ADAL" clId="{C10DBD1C-CA6A-4357-AD1D-DD274190F00A}" dt="2026-08-19T08:39:05.203" v="154511" actId="164"/>
          <ac:picMkLst>
            <pc:docMk/>
            <pc:sldMk cId="2637276211" sldId="259"/>
            <ac:picMk id="32" creationId="{39BD9A18-0484-DDDE-C462-6FA6305BA5B4}"/>
          </ac:picMkLst>
        </pc:picChg>
        <pc:picChg chg="add mod">
          <ac:chgData name="Alexandre Linck" userId="3e8679aa-ccdd-463f-8edf-0a911d703614" providerId="ADAL" clId="{C10DBD1C-CA6A-4357-AD1D-DD274190F00A}" dt="2026-08-19T08:41:31.787" v="154623" actId="12789"/>
          <ac:picMkLst>
            <pc:docMk/>
            <pc:sldMk cId="2637276211" sldId="259"/>
            <ac:picMk id="41" creationId="{BC7FFFEC-7ADF-D0A4-6733-111002908D79}"/>
          </ac:picMkLst>
        </pc:picChg>
        <pc:picChg chg="mod">
          <ac:chgData name="Alexandre Linck" userId="3e8679aa-ccdd-463f-8edf-0a911d703614" providerId="ADAL" clId="{C10DBD1C-CA6A-4357-AD1D-DD274190F00A}" dt="2026-08-19T08:40:05.820" v="154586" actId="14826"/>
          <ac:picMkLst>
            <pc:docMk/>
            <pc:sldMk cId="2637276211" sldId="259"/>
            <ac:picMk id="44" creationId="{CECE67BC-8B9E-B2EC-630C-8F44385ADBEC}"/>
          </ac:picMkLst>
        </pc:picChg>
        <pc:picChg chg="add mod">
          <ac:chgData name="Alexandre Linck" userId="3e8679aa-ccdd-463f-8edf-0a911d703614" providerId="ADAL" clId="{C10DBD1C-CA6A-4357-AD1D-DD274190F00A}" dt="2026-08-19T08:41:41.664" v="154628" actId="1076"/>
          <ac:picMkLst>
            <pc:docMk/>
            <pc:sldMk cId="2637276211" sldId="259"/>
            <ac:picMk id="46" creationId="{CBB27B6D-3433-67AF-33E5-822A43750998}"/>
          </ac:picMkLst>
        </pc:picChg>
        <pc:picChg chg="add mod">
          <ac:chgData name="Alexandre Linck" userId="3e8679aa-ccdd-463f-8edf-0a911d703614" providerId="ADAL" clId="{C10DBD1C-CA6A-4357-AD1D-DD274190F00A}" dt="2026-08-19T08:44:22.252" v="154827" actId="1076"/>
          <ac:picMkLst>
            <pc:docMk/>
            <pc:sldMk cId="2637276211" sldId="259"/>
            <ac:picMk id="265" creationId="{F3C26519-F90D-EEA0-2E98-B5DF9D27530E}"/>
          </ac:picMkLst>
        </pc:picChg>
        <pc:picChg chg="add mod">
          <ac:chgData name="Alexandre Linck" userId="3e8679aa-ccdd-463f-8edf-0a911d703614" providerId="ADAL" clId="{C10DBD1C-CA6A-4357-AD1D-DD274190F00A}" dt="2026-08-21T13:06:53.323" v="161793" actId="1076"/>
          <ac:picMkLst>
            <pc:docMk/>
            <pc:sldMk cId="2637276211" sldId="259"/>
            <ac:picMk id="267" creationId="{29E42CAA-A924-0618-C9F4-6A10160504E5}"/>
          </ac:picMkLst>
        </pc:picChg>
        <pc:cxnChg chg="add mod">
          <ac:chgData name="Alexandre Linck" userId="3e8679aa-ccdd-463f-8edf-0a911d703614" providerId="ADAL" clId="{C10DBD1C-CA6A-4357-AD1D-DD274190F00A}" dt="2026-08-19T08:42:02.543" v="154633" actId="14100"/>
          <ac:cxnSpMkLst>
            <pc:docMk/>
            <pc:sldMk cId="2637276211" sldId="259"/>
            <ac:cxnSpMk id="54" creationId="{BCB91174-606D-E8A3-15B3-9A94DA752014}"/>
          </ac:cxnSpMkLst>
        </pc:cxnChg>
        <pc:cxnChg chg="add mod">
          <ac:chgData name="Alexandre Linck" userId="3e8679aa-ccdd-463f-8edf-0a911d703614" providerId="ADAL" clId="{C10DBD1C-CA6A-4357-AD1D-DD274190F00A}" dt="2026-08-19T08:41:46.842" v="154630" actId="14100"/>
          <ac:cxnSpMkLst>
            <pc:docMk/>
            <pc:sldMk cId="2637276211" sldId="259"/>
            <ac:cxnSpMk id="55" creationId="{1EA3A906-BC1C-8E73-5478-39663AF5DFC5}"/>
          </ac:cxnSpMkLst>
        </pc:cxnChg>
        <pc:cxnChg chg="add mod">
          <ac:chgData name="Alexandre Linck" userId="3e8679aa-ccdd-463f-8edf-0a911d703614" providerId="ADAL" clId="{C10DBD1C-CA6A-4357-AD1D-DD274190F00A}" dt="2026-08-19T08:42:13.831" v="154635" actId="208"/>
          <ac:cxnSpMkLst>
            <pc:docMk/>
            <pc:sldMk cId="2637276211" sldId="259"/>
            <ac:cxnSpMk id="62" creationId="{30FEF561-C6F1-CA33-7D21-610D0938D0FC}"/>
          </ac:cxnSpMkLst>
        </pc:cxnChg>
        <pc:cxnChg chg="add mod">
          <ac:chgData name="Alexandre Linck" userId="3e8679aa-ccdd-463f-8edf-0a911d703614" providerId="ADAL" clId="{C10DBD1C-CA6A-4357-AD1D-DD274190F00A}" dt="2026-08-19T08:42:18.364" v="154638" actId="14100"/>
          <ac:cxnSpMkLst>
            <pc:docMk/>
            <pc:sldMk cId="2637276211" sldId="259"/>
            <ac:cxnSpMk id="63" creationId="{41B67D19-A80F-F92A-F79D-8A609120C23F}"/>
          </ac:cxnSpMkLst>
        </pc:cxnChg>
        <pc:cxnChg chg="add mod">
          <ac:chgData name="Alexandre Linck" userId="3e8679aa-ccdd-463f-8edf-0a911d703614" providerId="ADAL" clId="{C10DBD1C-CA6A-4357-AD1D-DD274190F00A}" dt="2026-08-19T08:42:30.235" v="154641" actId="693"/>
          <ac:cxnSpMkLst>
            <pc:docMk/>
            <pc:sldMk cId="2637276211" sldId="259"/>
            <ac:cxnSpMk id="259" creationId="{591DB54E-9B1D-1740-F6FF-436EDCC2E9AF}"/>
          </ac:cxnSpMkLst>
        </pc:cxnChg>
      </pc:sldChg>
      <pc:sldChg chg="addSp delSp modSp add mod modNotesTx">
        <pc:chgData name="Alexandre Linck" userId="3e8679aa-ccdd-463f-8edf-0a911d703614" providerId="ADAL" clId="{C10DBD1C-CA6A-4357-AD1D-DD274190F00A}" dt="2026-08-28T13:32:59.327" v="168020" actId="478"/>
        <pc:sldMkLst>
          <pc:docMk/>
          <pc:sldMk cId="3998851659" sldId="260"/>
        </pc:sldMkLst>
        <pc:spChg chg="mod">
          <ac:chgData name="Alexandre Linck" userId="3e8679aa-ccdd-463f-8edf-0a911d703614" providerId="ADAL" clId="{C10DBD1C-CA6A-4357-AD1D-DD274190F00A}" dt="2026-08-19T08:49:22.121" v="154958" actId="113"/>
          <ac:spMkLst>
            <pc:docMk/>
            <pc:sldMk cId="3998851659" sldId="260"/>
            <ac:spMk id="3" creationId="{3CF07215-C8D3-2029-6B6B-062AC055FDBE}"/>
          </ac:spMkLst>
        </pc:spChg>
        <pc:spChg chg="mod topLvl">
          <ac:chgData name="Alexandre Linck" userId="3e8679aa-ccdd-463f-8edf-0a911d703614" providerId="ADAL" clId="{C10DBD1C-CA6A-4357-AD1D-DD274190F00A}" dt="2026-08-19T08:57:58.421" v="155377" actId="20577"/>
          <ac:spMkLst>
            <pc:docMk/>
            <pc:sldMk cId="3998851659" sldId="260"/>
            <ac:spMk id="6" creationId="{10C1CF8A-6CF2-A5C7-4D29-56CAA66B2DAB}"/>
          </ac:spMkLst>
        </pc:spChg>
        <pc:spChg chg="mod topLvl">
          <ac:chgData name="Alexandre Linck" userId="3e8679aa-ccdd-463f-8edf-0a911d703614" providerId="ADAL" clId="{C10DBD1C-CA6A-4357-AD1D-DD274190F00A}" dt="2026-08-19T08:57:59.822" v="155378" actId="20577"/>
          <ac:spMkLst>
            <pc:docMk/>
            <pc:sldMk cId="3998851659" sldId="260"/>
            <ac:spMk id="7" creationId="{7E808BDD-5175-13C6-295B-B18113901149}"/>
          </ac:spMkLst>
        </pc:spChg>
        <pc:spChg chg="mod topLvl">
          <ac:chgData name="Alexandre Linck" userId="3e8679aa-ccdd-463f-8edf-0a911d703614" providerId="ADAL" clId="{C10DBD1C-CA6A-4357-AD1D-DD274190F00A}" dt="2026-08-19T08:58:12.372" v="155390" actId="20577"/>
          <ac:spMkLst>
            <pc:docMk/>
            <pc:sldMk cId="3998851659" sldId="260"/>
            <ac:spMk id="8" creationId="{B362EFA1-7F22-4FB2-5AFC-279E9E3B8596}"/>
          </ac:spMkLst>
        </pc:spChg>
        <pc:spChg chg="mod topLvl">
          <ac:chgData name="Alexandre Linck" userId="3e8679aa-ccdd-463f-8edf-0a911d703614" providerId="ADAL" clId="{C10DBD1C-CA6A-4357-AD1D-DD274190F00A}" dt="2026-08-20T09:18:00.141" v="160353" actId="6549"/>
          <ac:spMkLst>
            <pc:docMk/>
            <pc:sldMk cId="3998851659" sldId="260"/>
            <ac:spMk id="9" creationId="{F03851E1-CC33-CB3D-6C18-EA97D38F89E9}"/>
          </ac:spMkLst>
        </pc:spChg>
        <pc:spChg chg="add del mod">
          <ac:chgData name="Alexandre Linck" userId="3e8679aa-ccdd-463f-8edf-0a911d703614" providerId="ADAL" clId="{C10DBD1C-CA6A-4357-AD1D-DD274190F00A}" dt="2026-08-28T13:32:59.327" v="168020" actId="478"/>
          <ac:spMkLst>
            <pc:docMk/>
            <pc:sldMk cId="3998851659" sldId="260"/>
            <ac:spMk id="12" creationId="{59485F9B-54F1-AD91-BAFC-C445EC277FF1}"/>
          </ac:spMkLst>
        </pc:spChg>
        <pc:spChg chg="add mod">
          <ac:chgData name="Alexandre Linck" userId="3e8679aa-ccdd-463f-8edf-0a911d703614" providerId="ADAL" clId="{C10DBD1C-CA6A-4357-AD1D-DD274190F00A}" dt="2026-08-20T09:18:16.951" v="160354" actId="20577"/>
          <ac:spMkLst>
            <pc:docMk/>
            <pc:sldMk cId="3998851659" sldId="260"/>
            <ac:spMk id="15" creationId="{78A2E1AE-8A02-F195-12D5-D0D7CC4FBC52}"/>
          </ac:spMkLst>
        </pc:spChg>
        <pc:spChg chg="mod">
          <ac:chgData name="Alexandre Linck" userId="3e8679aa-ccdd-463f-8edf-0a911d703614" providerId="ADAL" clId="{C10DBD1C-CA6A-4357-AD1D-DD274190F00A}" dt="2026-08-19T08:58:48.100" v="155409"/>
          <ac:spMkLst>
            <pc:docMk/>
            <pc:sldMk cId="3998851659" sldId="260"/>
            <ac:spMk id="35" creationId="{91E3608F-B5A0-B878-696D-0BB7B362EFBA}"/>
          </ac:spMkLst>
        </pc:spChg>
        <pc:spChg chg="mod">
          <ac:chgData name="Alexandre Linck" userId="3e8679aa-ccdd-463f-8edf-0a911d703614" providerId="ADAL" clId="{C10DBD1C-CA6A-4357-AD1D-DD274190F00A}" dt="2026-08-19T08:58:58.341" v="155413" actId="113"/>
          <ac:spMkLst>
            <pc:docMk/>
            <pc:sldMk cId="3998851659" sldId="260"/>
            <ac:spMk id="36" creationId="{11B8CF14-3860-1A9F-07BE-5CA227A068BB}"/>
          </ac:spMkLst>
        </pc:spChg>
        <pc:spChg chg="mod">
          <ac:chgData name="Alexandre Linck" userId="3e8679aa-ccdd-463f-8edf-0a911d703614" providerId="ADAL" clId="{C10DBD1C-CA6A-4357-AD1D-DD274190F00A}" dt="2026-08-19T08:58:48.129" v="155410"/>
          <ac:spMkLst>
            <pc:docMk/>
            <pc:sldMk cId="3998851659" sldId="260"/>
            <ac:spMk id="37" creationId="{ACDCF118-E075-4E68-A0C7-9B6A1B9F5ACB}"/>
          </ac:spMkLst>
        </pc:spChg>
        <pc:spChg chg="mod">
          <ac:chgData name="Alexandre Linck" userId="3e8679aa-ccdd-463f-8edf-0a911d703614" providerId="ADAL" clId="{C10DBD1C-CA6A-4357-AD1D-DD274190F00A}" dt="2026-08-19T21:22:15.382" v="159414" actId="20577"/>
          <ac:spMkLst>
            <pc:docMk/>
            <pc:sldMk cId="3998851659" sldId="260"/>
            <ac:spMk id="38" creationId="{36E6C091-764F-1C8D-AF9D-2D6FEB42B7B6}"/>
          </ac:spMkLst>
        </pc:spChg>
        <pc:spChg chg="mod">
          <ac:chgData name="Alexandre Linck" userId="3e8679aa-ccdd-463f-8edf-0a911d703614" providerId="ADAL" clId="{C10DBD1C-CA6A-4357-AD1D-DD274190F00A}" dt="2026-08-19T08:48:53.859" v="154952" actId="20577"/>
          <ac:spMkLst>
            <pc:docMk/>
            <pc:sldMk cId="3998851659" sldId="260"/>
            <ac:spMk id="274" creationId="{A73EFA62-584D-DDEE-1689-440C71CC3E4C}"/>
          </ac:spMkLst>
        </pc:spChg>
        <pc:spChg chg="mod">
          <ac:chgData name="Alexandre Linck" userId="3e8679aa-ccdd-463f-8edf-0a911d703614" providerId="ADAL" clId="{C10DBD1C-CA6A-4357-AD1D-DD274190F00A}" dt="2026-08-21T13:12:35.030" v="161797" actId="20577"/>
          <ac:spMkLst>
            <pc:docMk/>
            <pc:sldMk cId="3998851659" sldId="260"/>
            <ac:spMk id="306" creationId="{24D98F30-09B5-4D8B-4ADF-C06E06FE45D6}"/>
          </ac:spMkLst>
        </pc:spChg>
        <pc:grpChg chg="mod">
          <ac:chgData name="Alexandre Linck" userId="3e8679aa-ccdd-463f-8edf-0a911d703614" providerId="ADAL" clId="{C10DBD1C-CA6A-4357-AD1D-DD274190F00A}" dt="2026-08-19T08:58:48.100" v="155409"/>
          <ac:grpSpMkLst>
            <pc:docMk/>
            <pc:sldMk cId="3998851659" sldId="260"/>
            <ac:grpSpMk id="34" creationId="{32304DBF-7810-4006-B912-F8BEECE43250}"/>
          </ac:grpSpMkLst>
        </pc:grpChg>
        <pc:graphicFrameChg chg="mod modGraphic">
          <ac:chgData name="Alexandre Linck" userId="3e8679aa-ccdd-463f-8edf-0a911d703614" providerId="ADAL" clId="{C10DBD1C-CA6A-4357-AD1D-DD274190F00A}" dt="2026-08-19T08:51:26.348" v="155055"/>
          <ac:graphicFrameMkLst>
            <pc:docMk/>
            <pc:sldMk cId="3998851659" sldId="260"/>
            <ac:graphicFrameMk id="2" creationId="{490DD757-B5C0-B37A-FFAD-5EB5A3EFC81E}"/>
          </ac:graphicFrameMkLst>
        </pc:graphicFrameChg>
        <pc:graphicFrameChg chg="mod modGraphic">
          <ac:chgData name="Alexandre Linck" userId="3e8679aa-ccdd-463f-8edf-0a911d703614" providerId="ADAL" clId="{C10DBD1C-CA6A-4357-AD1D-DD274190F00A}" dt="2026-08-19T21:22:00.067" v="159412" actId="20577"/>
          <ac:graphicFrameMkLst>
            <pc:docMk/>
            <pc:sldMk cId="3998851659" sldId="260"/>
            <ac:graphicFrameMk id="4" creationId="{7096B30B-A4F4-29C8-3678-EA15EB627522}"/>
          </ac:graphicFrameMkLst>
        </pc:graphicFrameChg>
      </pc:sldChg>
      <pc:sldChg chg="addSp delSp modSp add mod ord">
        <pc:chgData name="Alexandre Linck" userId="3e8679aa-ccdd-463f-8edf-0a911d703614" providerId="ADAL" clId="{C10DBD1C-CA6A-4357-AD1D-DD274190F00A}" dt="2026-08-28T14:35:07.181" v="168937"/>
        <pc:sldMkLst>
          <pc:docMk/>
          <pc:sldMk cId="4157135533" sldId="261"/>
        </pc:sldMkLst>
        <pc:spChg chg="mod">
          <ac:chgData name="Alexandre Linck" userId="3e8679aa-ccdd-463f-8edf-0a911d703614" providerId="ADAL" clId="{C10DBD1C-CA6A-4357-AD1D-DD274190F00A}" dt="2026-08-28T14:01:11.062" v="168603"/>
          <ac:spMkLst>
            <pc:docMk/>
            <pc:sldMk cId="4157135533" sldId="261"/>
            <ac:spMk id="2" creationId="{5FFE11A1-C0C8-1C5C-FE93-CC07B81A3A9F}"/>
          </ac:spMkLst>
        </pc:spChg>
        <pc:spChg chg="add del mod">
          <ac:chgData name="Alexandre Linck" userId="3e8679aa-ccdd-463f-8edf-0a911d703614" providerId="ADAL" clId="{C10DBD1C-CA6A-4357-AD1D-DD274190F00A}" dt="2026-08-28T14:11:47.948" v="168636" actId="20577"/>
          <ac:spMkLst>
            <pc:docMk/>
            <pc:sldMk cId="4157135533" sldId="261"/>
            <ac:spMk id="35" creationId="{214A5513-D372-0407-C930-95BEE10C9A44}"/>
          </ac:spMkLst>
        </pc:spChg>
        <pc:spChg chg="add mod">
          <ac:chgData name="Alexandre Linck" userId="3e8679aa-ccdd-463f-8edf-0a911d703614" providerId="ADAL" clId="{C10DBD1C-CA6A-4357-AD1D-DD274190F00A}" dt="2026-08-28T14:14:14.483" v="168666" actId="20577"/>
          <ac:spMkLst>
            <pc:docMk/>
            <pc:sldMk cId="4157135533" sldId="261"/>
            <ac:spMk id="38" creationId="{770C661E-1945-0E17-FE97-A771D6EBAAC1}"/>
          </ac:spMkLst>
        </pc:spChg>
        <pc:spChg chg="add mod">
          <ac:chgData name="Alexandre Linck" userId="3e8679aa-ccdd-463f-8edf-0a911d703614" providerId="ADAL" clId="{C10DBD1C-CA6A-4357-AD1D-DD274190F00A}" dt="2026-08-28T14:35:07.181" v="168937"/>
          <ac:spMkLst>
            <pc:docMk/>
            <pc:sldMk cId="4157135533" sldId="261"/>
            <ac:spMk id="106" creationId="{8B35D67C-9564-6E5F-BFBB-5D3B56E08D68}"/>
          </ac:spMkLst>
        </pc:spChg>
        <pc:spChg chg="add mod">
          <ac:chgData name="Alexandre Linck" userId="3e8679aa-ccdd-463f-8edf-0a911d703614" providerId="ADAL" clId="{C10DBD1C-CA6A-4357-AD1D-DD274190F00A}" dt="2026-08-19T20:42:54.561" v="158591"/>
          <ac:spMkLst>
            <pc:docMk/>
            <pc:sldMk cId="4157135533" sldId="261"/>
            <ac:spMk id="107" creationId="{5214CD83-8A35-28CF-46A0-70844F114857}"/>
          </ac:spMkLst>
        </pc:spChg>
        <pc:spChg chg="add mod">
          <ac:chgData name="Alexandre Linck" userId="3e8679aa-ccdd-463f-8edf-0a911d703614" providerId="ADAL" clId="{C10DBD1C-CA6A-4357-AD1D-DD274190F00A}" dt="2026-08-19T21:11:52.683" v="159116" actId="20577"/>
          <ac:spMkLst>
            <pc:docMk/>
            <pc:sldMk cId="4157135533" sldId="261"/>
            <ac:spMk id="108" creationId="{CC0175DA-F5BF-B3C5-648A-E926A290B5DA}"/>
          </ac:spMkLst>
        </pc:spChg>
        <pc:spChg chg="add mod">
          <ac:chgData name="Alexandre Linck" userId="3e8679aa-ccdd-463f-8edf-0a911d703614" providerId="ADAL" clId="{C10DBD1C-CA6A-4357-AD1D-DD274190F00A}" dt="2026-08-19T20:42:54.561" v="158591"/>
          <ac:spMkLst>
            <pc:docMk/>
            <pc:sldMk cId="4157135533" sldId="261"/>
            <ac:spMk id="109" creationId="{02718686-AE05-B872-593F-1C2BBA2133B7}"/>
          </ac:spMkLst>
        </pc:spChg>
        <pc:spChg chg="add mod">
          <ac:chgData name="Alexandre Linck" userId="3e8679aa-ccdd-463f-8edf-0a911d703614" providerId="ADAL" clId="{C10DBD1C-CA6A-4357-AD1D-DD274190F00A}" dt="2026-08-20T09:37:54.028" v="160822" actId="1036"/>
          <ac:spMkLst>
            <pc:docMk/>
            <pc:sldMk cId="4157135533" sldId="261"/>
            <ac:spMk id="116" creationId="{03017379-A083-23E7-E58E-CF839962E57C}"/>
          </ac:spMkLst>
        </pc:spChg>
        <pc:spChg chg="add del mod">
          <ac:chgData name="Alexandre Linck" userId="3e8679aa-ccdd-463f-8edf-0a911d703614" providerId="ADAL" clId="{C10DBD1C-CA6A-4357-AD1D-DD274190F00A}" dt="2026-08-28T14:12:14.996" v="168637" actId="478"/>
          <ac:spMkLst>
            <pc:docMk/>
            <pc:sldMk cId="4157135533" sldId="261"/>
            <ac:spMk id="122" creationId="{6DEFB00A-6FB8-C2F9-22B9-F687D0EB4CB8}"/>
          </ac:spMkLst>
        </pc:spChg>
        <pc:picChg chg="add mod ord modCrop">
          <ac:chgData name="Alexandre Linck" userId="3e8679aa-ccdd-463f-8edf-0a911d703614" providerId="ADAL" clId="{C10DBD1C-CA6A-4357-AD1D-DD274190F00A}" dt="2026-08-20T09:39:51.882" v="160872" actId="732"/>
          <ac:picMkLst>
            <pc:docMk/>
            <pc:sldMk cId="4157135533" sldId="261"/>
            <ac:picMk id="120" creationId="{3F54D1A0-8E4D-F4BE-B24B-CC9CEC94D4DD}"/>
          </ac:picMkLst>
        </pc:picChg>
        <pc:cxnChg chg="add mod">
          <ac:chgData name="Alexandre Linck" userId="3e8679aa-ccdd-463f-8edf-0a911d703614" providerId="ADAL" clId="{C10DBD1C-CA6A-4357-AD1D-DD274190F00A}" dt="2026-08-19T20:42:54.561" v="158591"/>
          <ac:cxnSpMkLst>
            <pc:docMk/>
            <pc:sldMk cId="4157135533" sldId="261"/>
            <ac:cxnSpMk id="110" creationId="{A6AA284D-8DAC-E07E-C20A-A3ADC9292D61}"/>
          </ac:cxnSpMkLst>
        </pc:cxnChg>
      </pc:sldChg>
      <pc:sldChg chg="addSp delSp modSp add del mod">
        <pc:chgData name="Alexandre Linck" userId="3e8679aa-ccdd-463f-8edf-0a911d703614" providerId="ADAL" clId="{C10DBD1C-CA6A-4357-AD1D-DD274190F00A}" dt="2026-08-28T12:50:30.126" v="167342" actId="47"/>
        <pc:sldMkLst>
          <pc:docMk/>
          <pc:sldMk cId="622196718" sldId="262"/>
        </pc:sldMkLst>
      </pc:sldChg>
      <pc:sldChg chg="addSp delSp modSp add mod ord">
        <pc:chgData name="Alexandre Linck" userId="3e8679aa-ccdd-463f-8edf-0a911d703614" providerId="ADAL" clId="{C10DBD1C-CA6A-4357-AD1D-DD274190F00A}" dt="2026-08-28T14:34:36.487" v="168935" actId="20577"/>
        <pc:sldMkLst>
          <pc:docMk/>
          <pc:sldMk cId="2751602010" sldId="262"/>
        </pc:sldMkLst>
        <pc:spChg chg="mod">
          <ac:chgData name="Alexandre Linck" userId="3e8679aa-ccdd-463f-8edf-0a911d703614" providerId="ADAL" clId="{C10DBD1C-CA6A-4357-AD1D-DD274190F00A}" dt="2026-08-28T13:26:53.463" v="167981" actId="113"/>
          <ac:spMkLst>
            <pc:docMk/>
            <pc:sldMk cId="2751602010" sldId="262"/>
            <ac:spMk id="3" creationId="{73DF126B-1D63-7D38-F1BE-DDB0E2CFA4F9}"/>
          </ac:spMkLst>
        </pc:spChg>
        <pc:spChg chg="del">
          <ac:chgData name="Alexandre Linck" userId="3e8679aa-ccdd-463f-8edf-0a911d703614" providerId="ADAL" clId="{C10DBD1C-CA6A-4357-AD1D-DD274190F00A}" dt="2026-08-28T12:52:27.017" v="167570" actId="478"/>
          <ac:spMkLst>
            <pc:docMk/>
            <pc:sldMk cId="2751602010" sldId="262"/>
            <ac:spMk id="5" creationId="{9DE485E8-F134-1415-F3FD-7B32B0D730A5}"/>
          </ac:spMkLst>
        </pc:spChg>
        <pc:spChg chg="add mod">
          <ac:chgData name="Alexandre Linck" userId="3e8679aa-ccdd-463f-8edf-0a911d703614" providerId="ADAL" clId="{C10DBD1C-CA6A-4357-AD1D-DD274190F00A}" dt="2026-08-28T14:34:18.711" v="168934" actId="20577"/>
          <ac:spMkLst>
            <pc:docMk/>
            <pc:sldMk cId="2751602010" sldId="262"/>
            <ac:spMk id="8" creationId="{C325D3E6-AB21-B86D-3027-3EF884A3A68C}"/>
          </ac:spMkLst>
        </pc:spChg>
        <pc:spChg chg="add del mod">
          <ac:chgData name="Alexandre Linck" userId="3e8679aa-ccdd-463f-8edf-0a911d703614" providerId="ADAL" clId="{C10DBD1C-CA6A-4357-AD1D-DD274190F00A}" dt="2026-08-28T13:05:42.691" v="167728" actId="478"/>
          <ac:spMkLst>
            <pc:docMk/>
            <pc:sldMk cId="2751602010" sldId="262"/>
            <ac:spMk id="9" creationId="{7B0E30BB-22EA-AA7D-2775-271637337880}"/>
          </ac:spMkLst>
        </pc:spChg>
        <pc:spChg chg="del">
          <ac:chgData name="Alexandre Linck" userId="3e8679aa-ccdd-463f-8edf-0a911d703614" providerId="ADAL" clId="{C10DBD1C-CA6A-4357-AD1D-DD274190F00A}" dt="2026-08-28T12:52:27.017" v="167570" actId="478"/>
          <ac:spMkLst>
            <pc:docMk/>
            <pc:sldMk cId="2751602010" sldId="262"/>
            <ac:spMk id="14" creationId="{4B245B95-5F79-EA05-07AB-AA847F6E1B08}"/>
          </ac:spMkLst>
        </pc:spChg>
        <pc:spChg chg="add del mod">
          <ac:chgData name="Alexandre Linck" userId="3e8679aa-ccdd-463f-8edf-0a911d703614" providerId="ADAL" clId="{C10DBD1C-CA6A-4357-AD1D-DD274190F00A}" dt="2026-08-28T13:05:05.914" v="167717" actId="478"/>
          <ac:spMkLst>
            <pc:docMk/>
            <pc:sldMk cId="2751602010" sldId="262"/>
            <ac:spMk id="17" creationId="{3EB0FA1A-A78D-648A-B215-B69A7B9D62DA}"/>
          </ac:spMkLst>
        </pc:spChg>
        <pc:spChg chg="del">
          <ac:chgData name="Alexandre Linck" userId="3e8679aa-ccdd-463f-8edf-0a911d703614" providerId="ADAL" clId="{C10DBD1C-CA6A-4357-AD1D-DD274190F00A}" dt="2026-08-28T12:52:27.017" v="167570" actId="478"/>
          <ac:spMkLst>
            <pc:docMk/>
            <pc:sldMk cId="2751602010" sldId="262"/>
            <ac:spMk id="19" creationId="{CFDB1A6F-FE70-5921-C560-B7140C510D38}"/>
          </ac:spMkLst>
        </pc:spChg>
        <pc:spChg chg="add del mod">
          <ac:chgData name="Alexandre Linck" userId="3e8679aa-ccdd-463f-8edf-0a911d703614" providerId="ADAL" clId="{C10DBD1C-CA6A-4357-AD1D-DD274190F00A}" dt="2026-08-28T13:06:49.679" v="167813" actId="478"/>
          <ac:spMkLst>
            <pc:docMk/>
            <pc:sldMk cId="2751602010" sldId="262"/>
            <ac:spMk id="20" creationId="{D14BF457-6216-5733-D07F-12B21CD9B492}"/>
          </ac:spMkLst>
        </pc:spChg>
        <pc:spChg chg="mod topLvl">
          <ac:chgData name="Alexandre Linck" userId="3e8679aa-ccdd-463f-8edf-0a911d703614" providerId="ADAL" clId="{C10DBD1C-CA6A-4357-AD1D-DD274190F00A}" dt="2026-08-28T13:09:06.913" v="167920" actId="164"/>
          <ac:spMkLst>
            <pc:docMk/>
            <pc:sldMk cId="2751602010" sldId="262"/>
            <ac:spMk id="22" creationId="{F12EA99B-B3F1-818D-4D47-A79A7ACBAB46}"/>
          </ac:spMkLst>
        </pc:spChg>
        <pc:spChg chg="mod topLvl">
          <ac:chgData name="Alexandre Linck" userId="3e8679aa-ccdd-463f-8edf-0a911d703614" providerId="ADAL" clId="{C10DBD1C-CA6A-4357-AD1D-DD274190F00A}" dt="2026-08-28T13:53:45.413" v="168388" actId="20577"/>
          <ac:spMkLst>
            <pc:docMk/>
            <pc:sldMk cId="2751602010" sldId="262"/>
            <ac:spMk id="23" creationId="{C8D44519-2CFE-F1C7-68DC-0DE031446DE2}"/>
          </ac:spMkLst>
        </pc:spChg>
        <pc:spChg chg="mod">
          <ac:chgData name="Alexandre Linck" userId="3e8679aa-ccdd-463f-8edf-0a911d703614" providerId="ADAL" clId="{C10DBD1C-CA6A-4357-AD1D-DD274190F00A}" dt="2026-08-28T13:05:24.667" v="167722"/>
          <ac:spMkLst>
            <pc:docMk/>
            <pc:sldMk cId="2751602010" sldId="262"/>
            <ac:spMk id="25" creationId="{9A36094C-1ACA-E7F0-EC6E-1AA82184F7A0}"/>
          </ac:spMkLst>
        </pc:spChg>
        <pc:spChg chg="mod">
          <ac:chgData name="Alexandre Linck" userId="3e8679aa-ccdd-463f-8edf-0a911d703614" providerId="ADAL" clId="{C10DBD1C-CA6A-4357-AD1D-DD274190F00A}" dt="2026-08-28T13:05:24.667" v="167722"/>
          <ac:spMkLst>
            <pc:docMk/>
            <pc:sldMk cId="2751602010" sldId="262"/>
            <ac:spMk id="26" creationId="{3E1049F9-F37B-6006-3459-6FF42588F8D8}"/>
          </ac:spMkLst>
        </pc:spChg>
        <pc:spChg chg="mod">
          <ac:chgData name="Alexandre Linck" userId="3e8679aa-ccdd-463f-8edf-0a911d703614" providerId="ADAL" clId="{C10DBD1C-CA6A-4357-AD1D-DD274190F00A}" dt="2026-08-28T13:05:24.667" v="167722"/>
          <ac:spMkLst>
            <pc:docMk/>
            <pc:sldMk cId="2751602010" sldId="262"/>
            <ac:spMk id="28" creationId="{44584149-FEBD-EB7F-F796-3B7ED3878144}"/>
          </ac:spMkLst>
        </pc:spChg>
        <pc:spChg chg="mod">
          <ac:chgData name="Alexandre Linck" userId="3e8679aa-ccdd-463f-8edf-0a911d703614" providerId="ADAL" clId="{C10DBD1C-CA6A-4357-AD1D-DD274190F00A}" dt="2026-08-28T13:05:24.667" v="167722"/>
          <ac:spMkLst>
            <pc:docMk/>
            <pc:sldMk cId="2751602010" sldId="262"/>
            <ac:spMk id="29" creationId="{3272DB38-0067-B526-E06C-0EDE3C8E0D4B}"/>
          </ac:spMkLst>
        </pc:spChg>
        <pc:spChg chg="mod">
          <ac:chgData name="Alexandre Linck" userId="3e8679aa-ccdd-463f-8edf-0a911d703614" providerId="ADAL" clId="{C10DBD1C-CA6A-4357-AD1D-DD274190F00A}" dt="2026-08-28T13:06:45.113" v="167809" actId="571"/>
          <ac:spMkLst>
            <pc:docMk/>
            <pc:sldMk cId="2751602010" sldId="262"/>
            <ac:spMk id="32" creationId="{218245FD-241E-0AD7-5FC6-D5850030CD97}"/>
          </ac:spMkLst>
        </pc:spChg>
        <pc:spChg chg="mod">
          <ac:chgData name="Alexandre Linck" userId="3e8679aa-ccdd-463f-8edf-0a911d703614" providerId="ADAL" clId="{C10DBD1C-CA6A-4357-AD1D-DD274190F00A}" dt="2026-08-28T13:06:45.113" v="167809" actId="571"/>
          <ac:spMkLst>
            <pc:docMk/>
            <pc:sldMk cId="2751602010" sldId="262"/>
            <ac:spMk id="33" creationId="{8BFAE737-D3D7-BEA4-7ACE-11D1F63D8E7E}"/>
          </ac:spMkLst>
        </pc:spChg>
        <pc:spChg chg="mod">
          <ac:chgData name="Alexandre Linck" userId="3e8679aa-ccdd-463f-8edf-0a911d703614" providerId="ADAL" clId="{C10DBD1C-CA6A-4357-AD1D-DD274190F00A}" dt="2026-08-28T13:06:44.933" v="167808"/>
          <ac:spMkLst>
            <pc:docMk/>
            <pc:sldMk cId="2751602010" sldId="262"/>
            <ac:spMk id="35" creationId="{3D88D5D2-2D4F-D691-842B-12CB960E3166}"/>
          </ac:spMkLst>
        </pc:spChg>
        <pc:spChg chg="mod">
          <ac:chgData name="Alexandre Linck" userId="3e8679aa-ccdd-463f-8edf-0a911d703614" providerId="ADAL" clId="{C10DBD1C-CA6A-4357-AD1D-DD274190F00A}" dt="2026-08-28T13:06:44.933" v="167808"/>
          <ac:spMkLst>
            <pc:docMk/>
            <pc:sldMk cId="2751602010" sldId="262"/>
            <ac:spMk id="36" creationId="{AA768689-06F3-A2A3-F88F-60A8E50F795D}"/>
          </ac:spMkLst>
        </pc:spChg>
        <pc:spChg chg="mod topLvl">
          <ac:chgData name="Alexandre Linck" userId="3e8679aa-ccdd-463f-8edf-0a911d703614" providerId="ADAL" clId="{C10DBD1C-CA6A-4357-AD1D-DD274190F00A}" dt="2026-08-28T13:09:04.989" v="167919" actId="164"/>
          <ac:spMkLst>
            <pc:docMk/>
            <pc:sldMk cId="2751602010" sldId="262"/>
            <ac:spMk id="38" creationId="{31BBAA42-87FD-ECCB-5792-26498453CBDE}"/>
          </ac:spMkLst>
        </pc:spChg>
        <pc:spChg chg="mod topLvl">
          <ac:chgData name="Alexandre Linck" userId="3e8679aa-ccdd-463f-8edf-0a911d703614" providerId="ADAL" clId="{C10DBD1C-CA6A-4357-AD1D-DD274190F00A}" dt="2026-08-28T13:53:43.836" v="168385" actId="20577"/>
          <ac:spMkLst>
            <pc:docMk/>
            <pc:sldMk cId="2751602010" sldId="262"/>
            <ac:spMk id="39" creationId="{3CEB5B45-5714-2375-EAEB-8CE1945E261F}"/>
          </ac:spMkLst>
        </pc:spChg>
        <pc:spChg chg="add del">
          <ac:chgData name="Alexandre Linck" userId="3e8679aa-ccdd-463f-8edf-0a911d703614" providerId="ADAL" clId="{C10DBD1C-CA6A-4357-AD1D-DD274190F00A}" dt="2026-08-28T13:06:50.736" v="167815" actId="22"/>
          <ac:spMkLst>
            <pc:docMk/>
            <pc:sldMk cId="2751602010" sldId="262"/>
            <ac:spMk id="41" creationId="{5A5A4324-6361-0869-4C79-CA58E8B771D5}"/>
          </ac:spMkLst>
        </pc:spChg>
        <pc:spChg chg="mod topLvl">
          <ac:chgData name="Alexandre Linck" userId="3e8679aa-ccdd-463f-8edf-0a911d703614" providerId="ADAL" clId="{C10DBD1C-CA6A-4357-AD1D-DD274190F00A}" dt="2026-08-28T13:09:02.711" v="167918" actId="164"/>
          <ac:spMkLst>
            <pc:docMk/>
            <pc:sldMk cId="2751602010" sldId="262"/>
            <ac:spMk id="43" creationId="{D09DE165-AEF9-816C-A761-50310F6EF46C}"/>
          </ac:spMkLst>
        </pc:spChg>
        <pc:spChg chg="mod topLvl">
          <ac:chgData name="Alexandre Linck" userId="3e8679aa-ccdd-463f-8edf-0a911d703614" providerId="ADAL" clId="{C10DBD1C-CA6A-4357-AD1D-DD274190F00A}" dt="2026-08-28T13:53:42.150" v="168382" actId="20577"/>
          <ac:spMkLst>
            <pc:docMk/>
            <pc:sldMk cId="2751602010" sldId="262"/>
            <ac:spMk id="44" creationId="{FD2F44EC-2249-C71C-E858-3DFAA0E855AE}"/>
          </ac:spMkLst>
        </pc:spChg>
        <pc:spChg chg="add mod">
          <ac:chgData name="Alexandre Linck" userId="3e8679aa-ccdd-463f-8edf-0a911d703614" providerId="ADAL" clId="{C10DBD1C-CA6A-4357-AD1D-DD274190F00A}" dt="2026-08-28T13:09:02.047" v="167917" actId="571"/>
          <ac:spMkLst>
            <pc:docMk/>
            <pc:sldMk cId="2751602010" sldId="262"/>
            <ac:spMk id="45" creationId="{F3529BF1-0FCE-B6B1-9E67-9ADE97FA2CA1}"/>
          </ac:spMkLst>
        </pc:spChg>
        <pc:spChg chg="add mod">
          <ac:chgData name="Alexandre Linck" userId="3e8679aa-ccdd-463f-8edf-0a911d703614" providerId="ADAL" clId="{C10DBD1C-CA6A-4357-AD1D-DD274190F00A}" dt="2026-08-28T13:09:02.047" v="167917" actId="571"/>
          <ac:spMkLst>
            <pc:docMk/>
            <pc:sldMk cId="2751602010" sldId="262"/>
            <ac:spMk id="46" creationId="{E334C5A5-11FF-9139-CB7B-EECD2C6A7B9A}"/>
          </ac:spMkLst>
        </pc:spChg>
        <pc:spChg chg="add mod">
          <ac:chgData name="Alexandre Linck" userId="3e8679aa-ccdd-463f-8edf-0a911d703614" providerId="ADAL" clId="{C10DBD1C-CA6A-4357-AD1D-DD274190F00A}" dt="2026-08-28T13:54:12.214" v="168448" actId="20577"/>
          <ac:spMkLst>
            <pc:docMk/>
            <pc:sldMk cId="2751602010" sldId="262"/>
            <ac:spMk id="52" creationId="{35AADBFB-C40C-E46F-2B27-F95BB05FF944}"/>
          </ac:spMkLst>
        </pc:spChg>
        <pc:spChg chg="mod">
          <ac:chgData name="Alexandre Linck" userId="3e8679aa-ccdd-463f-8edf-0a911d703614" providerId="ADAL" clId="{C10DBD1C-CA6A-4357-AD1D-DD274190F00A}" dt="2026-08-28T13:38:58.391" v="168097" actId="571"/>
          <ac:spMkLst>
            <pc:docMk/>
            <pc:sldMk cId="2751602010" sldId="262"/>
            <ac:spMk id="55" creationId="{AD2A5286-27B0-34B3-469C-C17C19A38250}"/>
          </ac:spMkLst>
        </pc:spChg>
        <pc:spChg chg="mod">
          <ac:chgData name="Alexandre Linck" userId="3e8679aa-ccdd-463f-8edf-0a911d703614" providerId="ADAL" clId="{C10DBD1C-CA6A-4357-AD1D-DD274190F00A}" dt="2026-08-28T13:38:58.391" v="168097" actId="571"/>
          <ac:spMkLst>
            <pc:docMk/>
            <pc:sldMk cId="2751602010" sldId="262"/>
            <ac:spMk id="56" creationId="{57C6C342-4158-65AE-089E-295206D2603F}"/>
          </ac:spMkLst>
        </pc:spChg>
        <pc:spChg chg="mod">
          <ac:chgData name="Alexandre Linck" userId="3e8679aa-ccdd-463f-8edf-0a911d703614" providerId="ADAL" clId="{C10DBD1C-CA6A-4357-AD1D-DD274190F00A}" dt="2026-08-28T13:38:58.391" v="168097" actId="571"/>
          <ac:spMkLst>
            <pc:docMk/>
            <pc:sldMk cId="2751602010" sldId="262"/>
            <ac:spMk id="58" creationId="{929DBFCF-38EF-CA55-7B67-A687E446610A}"/>
          </ac:spMkLst>
        </pc:spChg>
        <pc:spChg chg="mod">
          <ac:chgData name="Alexandre Linck" userId="3e8679aa-ccdd-463f-8edf-0a911d703614" providerId="ADAL" clId="{C10DBD1C-CA6A-4357-AD1D-DD274190F00A}" dt="2026-08-28T13:38:58.391" v="168097" actId="571"/>
          <ac:spMkLst>
            <pc:docMk/>
            <pc:sldMk cId="2751602010" sldId="262"/>
            <ac:spMk id="59" creationId="{7DB89BA3-1864-88E6-AAC0-08BA764993B3}"/>
          </ac:spMkLst>
        </pc:spChg>
        <pc:spChg chg="mod">
          <ac:chgData name="Alexandre Linck" userId="3e8679aa-ccdd-463f-8edf-0a911d703614" providerId="ADAL" clId="{C10DBD1C-CA6A-4357-AD1D-DD274190F00A}" dt="2026-08-28T13:38:58.391" v="168097" actId="571"/>
          <ac:spMkLst>
            <pc:docMk/>
            <pc:sldMk cId="2751602010" sldId="262"/>
            <ac:spMk id="61" creationId="{15C3EC13-F4BA-5068-36C7-C7CC5AD4D365}"/>
          </ac:spMkLst>
        </pc:spChg>
        <pc:spChg chg="mod">
          <ac:chgData name="Alexandre Linck" userId="3e8679aa-ccdd-463f-8edf-0a911d703614" providerId="ADAL" clId="{C10DBD1C-CA6A-4357-AD1D-DD274190F00A}" dt="2026-08-28T13:38:58.391" v="168097" actId="571"/>
          <ac:spMkLst>
            <pc:docMk/>
            <pc:sldMk cId="2751602010" sldId="262"/>
            <ac:spMk id="62" creationId="{06256298-E7F6-F356-8EF9-1A2B0A2F1F51}"/>
          </ac:spMkLst>
        </pc:spChg>
        <pc:spChg chg="add mod">
          <ac:chgData name="Alexandre Linck" userId="3e8679aa-ccdd-463f-8edf-0a911d703614" providerId="ADAL" clId="{C10DBD1C-CA6A-4357-AD1D-DD274190F00A}" dt="2026-08-28T13:38:58.391" v="168097" actId="571"/>
          <ac:spMkLst>
            <pc:docMk/>
            <pc:sldMk cId="2751602010" sldId="262"/>
            <ac:spMk id="63" creationId="{8B5AA232-B304-DF65-9AA7-92907D467D18}"/>
          </ac:spMkLst>
        </pc:spChg>
        <pc:spChg chg="del">
          <ac:chgData name="Alexandre Linck" userId="3e8679aa-ccdd-463f-8edf-0a911d703614" providerId="ADAL" clId="{C10DBD1C-CA6A-4357-AD1D-DD274190F00A}" dt="2026-08-28T12:52:24.611" v="167569" actId="478"/>
          <ac:spMkLst>
            <pc:docMk/>
            <pc:sldMk cId="2751602010" sldId="262"/>
            <ac:spMk id="274" creationId="{F4C653F1-0924-28A3-1A4E-BBB6AE1B4C26}"/>
          </ac:spMkLst>
        </pc:spChg>
        <pc:spChg chg="mod">
          <ac:chgData name="Alexandre Linck" userId="3e8679aa-ccdd-463f-8edf-0a911d703614" providerId="ADAL" clId="{C10DBD1C-CA6A-4357-AD1D-DD274190F00A}" dt="2026-08-28T13:36:07.277" v="168084" actId="20577"/>
          <ac:spMkLst>
            <pc:docMk/>
            <pc:sldMk cId="2751602010" sldId="262"/>
            <ac:spMk id="306" creationId="{B40CA6C6-94DB-235D-4C45-0FF8A674A6D7}"/>
          </ac:spMkLst>
        </pc:spChg>
        <pc:grpChg chg="add del mod">
          <ac:chgData name="Alexandre Linck" userId="3e8679aa-ccdd-463f-8edf-0a911d703614" providerId="ADAL" clId="{C10DBD1C-CA6A-4357-AD1D-DD274190F00A}" dt="2026-08-28T13:07:59.001" v="167871" actId="165"/>
          <ac:grpSpMkLst>
            <pc:docMk/>
            <pc:sldMk cId="2751602010" sldId="262"/>
            <ac:grpSpMk id="21" creationId="{773AAE5B-3263-09AA-0B9F-89E205F62255}"/>
          </ac:grpSpMkLst>
        </pc:grpChg>
        <pc:grpChg chg="add del mod">
          <ac:chgData name="Alexandre Linck" userId="3e8679aa-ccdd-463f-8edf-0a911d703614" providerId="ADAL" clId="{C10DBD1C-CA6A-4357-AD1D-DD274190F00A}" dt="2026-08-28T13:05:27.747" v="167723" actId="478"/>
          <ac:grpSpMkLst>
            <pc:docMk/>
            <pc:sldMk cId="2751602010" sldId="262"/>
            <ac:grpSpMk id="24" creationId="{D08DF8B2-2B8D-8F46-4C69-6EA8340C405D}"/>
          </ac:grpSpMkLst>
        </pc:grpChg>
        <pc:grpChg chg="add del mod">
          <ac:chgData name="Alexandre Linck" userId="3e8679aa-ccdd-463f-8edf-0a911d703614" providerId="ADAL" clId="{C10DBD1C-CA6A-4357-AD1D-DD274190F00A}" dt="2026-08-28T13:05:27.747" v="167723" actId="478"/>
          <ac:grpSpMkLst>
            <pc:docMk/>
            <pc:sldMk cId="2751602010" sldId="262"/>
            <ac:grpSpMk id="27" creationId="{F4880EAF-CA8F-5DB6-674C-077CF95BBBCF}"/>
          </ac:grpSpMkLst>
        </pc:grpChg>
        <pc:grpChg chg="add mod">
          <ac:chgData name="Alexandre Linck" userId="3e8679aa-ccdd-463f-8edf-0a911d703614" providerId="ADAL" clId="{C10DBD1C-CA6A-4357-AD1D-DD274190F00A}" dt="2026-08-28T13:06:45.113" v="167809" actId="571"/>
          <ac:grpSpMkLst>
            <pc:docMk/>
            <pc:sldMk cId="2751602010" sldId="262"/>
            <ac:grpSpMk id="31" creationId="{C88F9913-091E-8C43-EC70-28738C7AFDB1}"/>
          </ac:grpSpMkLst>
        </pc:grpChg>
        <pc:grpChg chg="add mod">
          <ac:chgData name="Alexandre Linck" userId="3e8679aa-ccdd-463f-8edf-0a911d703614" providerId="ADAL" clId="{C10DBD1C-CA6A-4357-AD1D-DD274190F00A}" dt="2026-08-28T13:06:44.933" v="167808"/>
          <ac:grpSpMkLst>
            <pc:docMk/>
            <pc:sldMk cId="2751602010" sldId="262"/>
            <ac:grpSpMk id="34" creationId="{4853E509-3C6A-0C9B-BECF-91DE955A8C12}"/>
          </ac:grpSpMkLst>
        </pc:grpChg>
        <pc:grpChg chg="add del mod">
          <ac:chgData name="Alexandre Linck" userId="3e8679aa-ccdd-463f-8edf-0a911d703614" providerId="ADAL" clId="{C10DBD1C-CA6A-4357-AD1D-DD274190F00A}" dt="2026-08-28T13:07:59.001" v="167871" actId="165"/>
          <ac:grpSpMkLst>
            <pc:docMk/>
            <pc:sldMk cId="2751602010" sldId="262"/>
            <ac:grpSpMk id="37" creationId="{BDE56068-65F8-6368-7C25-D8892481E340}"/>
          </ac:grpSpMkLst>
        </pc:grpChg>
        <pc:grpChg chg="add del mod">
          <ac:chgData name="Alexandre Linck" userId="3e8679aa-ccdd-463f-8edf-0a911d703614" providerId="ADAL" clId="{C10DBD1C-CA6A-4357-AD1D-DD274190F00A}" dt="2026-08-28T13:07:59.001" v="167871" actId="165"/>
          <ac:grpSpMkLst>
            <pc:docMk/>
            <pc:sldMk cId="2751602010" sldId="262"/>
            <ac:grpSpMk id="42" creationId="{97C08B33-AA88-8B38-D57D-3B49FDE6D6B5}"/>
          </ac:grpSpMkLst>
        </pc:grpChg>
        <pc:grpChg chg="add mod">
          <ac:chgData name="Alexandre Linck" userId="3e8679aa-ccdd-463f-8edf-0a911d703614" providerId="ADAL" clId="{C10DBD1C-CA6A-4357-AD1D-DD274190F00A}" dt="2026-08-28T13:39:09.491" v="168100" actId="1076"/>
          <ac:grpSpMkLst>
            <pc:docMk/>
            <pc:sldMk cId="2751602010" sldId="262"/>
            <ac:grpSpMk id="47" creationId="{5562A215-89A3-B2C5-B98A-9532A6DC30F6}"/>
          </ac:grpSpMkLst>
        </pc:grpChg>
        <pc:grpChg chg="add mod">
          <ac:chgData name="Alexandre Linck" userId="3e8679aa-ccdd-463f-8edf-0a911d703614" providerId="ADAL" clId="{C10DBD1C-CA6A-4357-AD1D-DD274190F00A}" dt="2026-08-28T13:39:12.247" v="168101" actId="465"/>
          <ac:grpSpMkLst>
            <pc:docMk/>
            <pc:sldMk cId="2751602010" sldId="262"/>
            <ac:grpSpMk id="48" creationId="{7FE854C1-7B55-C584-6945-863CC4A6E2CF}"/>
          </ac:grpSpMkLst>
        </pc:grpChg>
        <pc:grpChg chg="add mod">
          <ac:chgData name="Alexandre Linck" userId="3e8679aa-ccdd-463f-8edf-0a911d703614" providerId="ADAL" clId="{C10DBD1C-CA6A-4357-AD1D-DD274190F00A}" dt="2026-08-28T13:39:01.967" v="168098" actId="14100"/>
          <ac:grpSpMkLst>
            <pc:docMk/>
            <pc:sldMk cId="2751602010" sldId="262"/>
            <ac:grpSpMk id="49" creationId="{5D45787B-D8BD-3E47-80F8-9E6AD0A7906C}"/>
          </ac:grpSpMkLst>
        </pc:grpChg>
        <pc:grpChg chg="add mod">
          <ac:chgData name="Alexandre Linck" userId="3e8679aa-ccdd-463f-8edf-0a911d703614" providerId="ADAL" clId="{C10DBD1C-CA6A-4357-AD1D-DD274190F00A}" dt="2026-08-28T13:38:58.391" v="168097" actId="571"/>
          <ac:grpSpMkLst>
            <pc:docMk/>
            <pc:sldMk cId="2751602010" sldId="262"/>
            <ac:grpSpMk id="54" creationId="{CC1F0BDF-712C-CC42-DDB8-A03F12DE3128}"/>
          </ac:grpSpMkLst>
        </pc:grpChg>
        <pc:grpChg chg="add mod">
          <ac:chgData name="Alexandre Linck" userId="3e8679aa-ccdd-463f-8edf-0a911d703614" providerId="ADAL" clId="{C10DBD1C-CA6A-4357-AD1D-DD274190F00A}" dt="2026-08-28T13:38:58.391" v="168097" actId="571"/>
          <ac:grpSpMkLst>
            <pc:docMk/>
            <pc:sldMk cId="2751602010" sldId="262"/>
            <ac:grpSpMk id="57" creationId="{68529EC6-ECAB-2665-EC3D-43F0E5F5F1E0}"/>
          </ac:grpSpMkLst>
        </pc:grpChg>
        <pc:grpChg chg="add mod">
          <ac:chgData name="Alexandre Linck" userId="3e8679aa-ccdd-463f-8edf-0a911d703614" providerId="ADAL" clId="{C10DBD1C-CA6A-4357-AD1D-DD274190F00A}" dt="2026-08-28T13:38:58.391" v="168097" actId="571"/>
          <ac:grpSpMkLst>
            <pc:docMk/>
            <pc:sldMk cId="2751602010" sldId="262"/>
            <ac:grpSpMk id="60" creationId="{E00830DE-28D5-7C1C-3933-B2BECFD86B23}"/>
          </ac:grpSpMkLst>
        </pc:grpChg>
        <pc:graphicFrameChg chg="del">
          <ac:chgData name="Alexandre Linck" userId="3e8679aa-ccdd-463f-8edf-0a911d703614" providerId="ADAL" clId="{C10DBD1C-CA6A-4357-AD1D-DD274190F00A}" dt="2026-08-28T12:52:27.017" v="167570" actId="478"/>
          <ac:graphicFrameMkLst>
            <pc:docMk/>
            <pc:sldMk cId="2751602010" sldId="262"/>
            <ac:graphicFrameMk id="2" creationId="{FCA33EEB-FE22-0E85-99C3-C7EA89CB75D3}"/>
          </ac:graphicFrameMkLst>
        </pc:graphicFrameChg>
        <pc:graphicFrameChg chg="add mod">
          <ac:chgData name="Alexandre Linck" userId="3e8679aa-ccdd-463f-8edf-0a911d703614" providerId="ADAL" clId="{C10DBD1C-CA6A-4357-AD1D-DD274190F00A}" dt="2026-08-28T12:53:12.880" v="167595"/>
          <ac:graphicFrameMkLst>
            <pc:docMk/>
            <pc:sldMk cId="2751602010" sldId="262"/>
            <ac:graphicFrameMk id="4" creationId="{8E329297-7D25-9864-504B-5245FD2CD360}"/>
          </ac:graphicFrameMkLst>
        </pc:graphicFrameChg>
        <pc:graphicFrameChg chg="add mod modGraphic">
          <ac:chgData name="Alexandre Linck" userId="3e8679aa-ccdd-463f-8edf-0a911d703614" providerId="ADAL" clId="{C10DBD1C-CA6A-4357-AD1D-DD274190F00A}" dt="2026-08-28T14:34:36.487" v="168935" actId="20577"/>
          <ac:graphicFrameMkLst>
            <pc:docMk/>
            <pc:sldMk cId="2751602010" sldId="262"/>
            <ac:graphicFrameMk id="7" creationId="{FF8BB6DD-A4F2-4BA7-036F-AF0773121D4F}"/>
          </ac:graphicFrameMkLst>
        </pc:graphicFrameChg>
        <pc:graphicFrameChg chg="del">
          <ac:chgData name="Alexandre Linck" userId="3e8679aa-ccdd-463f-8edf-0a911d703614" providerId="ADAL" clId="{C10DBD1C-CA6A-4357-AD1D-DD274190F00A}" dt="2026-08-28T12:52:27.017" v="167570" actId="478"/>
          <ac:graphicFrameMkLst>
            <pc:docMk/>
            <pc:sldMk cId="2751602010" sldId="262"/>
            <ac:graphicFrameMk id="16" creationId="{F5BAC07D-CED5-983B-3DF6-73AE0BAD3498}"/>
          </ac:graphicFrameMkLst>
        </pc:graphicFrameChg>
        <pc:cxnChg chg="add mod">
          <ac:chgData name="Alexandre Linck" userId="3e8679aa-ccdd-463f-8edf-0a911d703614" providerId="ADAL" clId="{C10DBD1C-CA6A-4357-AD1D-DD274190F00A}" dt="2026-08-28T13:53:11.818" v="168252" actId="1036"/>
          <ac:cxnSpMkLst>
            <pc:docMk/>
            <pc:sldMk cId="2751602010" sldId="262"/>
            <ac:cxnSpMk id="10" creationId="{23212473-AF78-F22B-948C-B1FC278A201E}"/>
          </ac:cxnSpMkLst>
        </pc:cxnChg>
        <pc:cxnChg chg="add del mod">
          <ac:chgData name="Alexandre Linck" userId="3e8679aa-ccdd-463f-8edf-0a911d703614" providerId="ADAL" clId="{C10DBD1C-CA6A-4357-AD1D-DD274190F00A}" dt="2026-08-28T13:05:42.691" v="167728" actId="478"/>
          <ac:cxnSpMkLst>
            <pc:docMk/>
            <pc:sldMk cId="2751602010" sldId="262"/>
            <ac:cxnSpMk id="11" creationId="{2BFFB516-71F5-DC25-C6A9-E6D3AEC27EA0}"/>
          </ac:cxnSpMkLst>
        </pc:cxnChg>
      </pc:sldChg>
      <pc:sldChg chg="modSp add mod ord">
        <pc:chgData name="Alexandre Linck" userId="3e8679aa-ccdd-463f-8edf-0a911d703614" providerId="ADAL" clId="{C10DBD1C-CA6A-4357-AD1D-DD274190F00A}" dt="2026-08-18T14:07:42.886" v="151435"/>
        <pc:sldMkLst>
          <pc:docMk/>
          <pc:sldMk cId="3578830870" sldId="263"/>
        </pc:sldMkLst>
        <pc:spChg chg="mod">
          <ac:chgData name="Alexandre Linck" userId="3e8679aa-ccdd-463f-8edf-0a911d703614" providerId="ADAL" clId="{C10DBD1C-CA6A-4357-AD1D-DD274190F00A}" dt="2026-08-18T14:07:42.886" v="151435"/>
          <ac:spMkLst>
            <pc:docMk/>
            <pc:sldMk cId="3578830870" sldId="263"/>
            <ac:spMk id="8" creationId="{8A0BDA0F-93EB-F545-55FF-257668E35612}"/>
          </ac:spMkLst>
        </pc:spChg>
      </pc:sldChg>
      <pc:sldChg chg="modSp add mod ord">
        <pc:chgData name="Alexandre Linck" userId="3e8679aa-ccdd-463f-8edf-0a911d703614" providerId="ADAL" clId="{C10DBD1C-CA6A-4357-AD1D-DD274190F00A}" dt="2026-08-18T14:07:47.101" v="151437"/>
        <pc:sldMkLst>
          <pc:docMk/>
          <pc:sldMk cId="1191700609" sldId="264"/>
        </pc:sldMkLst>
        <pc:spChg chg="mod">
          <ac:chgData name="Alexandre Linck" userId="3e8679aa-ccdd-463f-8edf-0a911d703614" providerId="ADAL" clId="{C10DBD1C-CA6A-4357-AD1D-DD274190F00A}" dt="2026-08-18T14:07:47.101" v="151437"/>
          <ac:spMkLst>
            <pc:docMk/>
            <pc:sldMk cId="1191700609" sldId="264"/>
            <ac:spMk id="8" creationId="{400B9374-B95F-41E6-CF0E-919618C1DEA0}"/>
          </ac:spMkLst>
        </pc:spChg>
      </pc:sldChg>
      <pc:sldChg chg="modSp add mod">
        <pc:chgData name="Alexandre Linck" userId="3e8679aa-ccdd-463f-8edf-0a911d703614" providerId="ADAL" clId="{C10DBD1C-CA6A-4357-AD1D-DD274190F00A}" dt="2026-08-18T14:07:29.421" v="151431" actId="20577"/>
        <pc:sldMkLst>
          <pc:docMk/>
          <pc:sldMk cId="2759499836" sldId="265"/>
        </pc:sldMkLst>
        <pc:spChg chg="mod">
          <ac:chgData name="Alexandre Linck" userId="3e8679aa-ccdd-463f-8edf-0a911d703614" providerId="ADAL" clId="{C10DBD1C-CA6A-4357-AD1D-DD274190F00A}" dt="2026-08-18T14:07:29.421" v="151431" actId="20577"/>
          <ac:spMkLst>
            <pc:docMk/>
            <pc:sldMk cId="2759499836" sldId="265"/>
            <ac:spMk id="8" creationId="{C780B636-9E88-A0A4-FAF4-91ED697D6406}"/>
          </ac:spMkLst>
        </pc:spChg>
      </pc:sldChg>
      <pc:sldChg chg="modSp add mod">
        <pc:chgData name="Alexandre Linck" userId="3e8679aa-ccdd-463f-8edf-0a911d703614" providerId="ADAL" clId="{C10DBD1C-CA6A-4357-AD1D-DD274190F00A}" dt="2026-08-18T14:08:00.563" v="151452" actId="27636"/>
        <pc:sldMkLst>
          <pc:docMk/>
          <pc:sldMk cId="3559712432" sldId="266"/>
        </pc:sldMkLst>
        <pc:spChg chg="mod">
          <ac:chgData name="Alexandre Linck" userId="3e8679aa-ccdd-463f-8edf-0a911d703614" providerId="ADAL" clId="{C10DBD1C-CA6A-4357-AD1D-DD274190F00A}" dt="2026-08-18T14:08:00.563" v="151452" actId="27636"/>
          <ac:spMkLst>
            <pc:docMk/>
            <pc:sldMk cId="3559712432" sldId="266"/>
            <ac:spMk id="8" creationId="{202B6029-3230-BAFB-BF18-3FD59DAB9561}"/>
          </ac:spMkLst>
        </pc:spChg>
      </pc:sldChg>
      <pc:sldChg chg="addSp delSp modSp add mod modNotesTx">
        <pc:chgData name="Alexandre Linck" userId="3e8679aa-ccdd-463f-8edf-0a911d703614" providerId="ADAL" clId="{C10DBD1C-CA6A-4357-AD1D-DD274190F00A}" dt="2026-08-21T13:18:37.024" v="162215" actId="20577"/>
        <pc:sldMkLst>
          <pc:docMk/>
          <pc:sldMk cId="3203030163" sldId="267"/>
        </pc:sldMkLst>
        <pc:spChg chg="mod">
          <ac:chgData name="Alexandre Linck" userId="3e8679aa-ccdd-463f-8edf-0a911d703614" providerId="ADAL" clId="{C10DBD1C-CA6A-4357-AD1D-DD274190F00A}" dt="2026-08-21T13:18:02.339" v="162199" actId="20577"/>
          <ac:spMkLst>
            <pc:docMk/>
            <pc:sldMk cId="3203030163" sldId="267"/>
            <ac:spMk id="2" creationId="{69C7088C-595B-993C-442B-62813A8C9B93}"/>
          </ac:spMkLst>
        </pc:spChg>
        <pc:spChg chg="mod topLvl">
          <ac:chgData name="Alexandre Linck" userId="3e8679aa-ccdd-463f-8edf-0a911d703614" providerId="ADAL" clId="{C10DBD1C-CA6A-4357-AD1D-DD274190F00A}" dt="2026-08-20T09:49:28.519" v="160949" actId="165"/>
          <ac:spMkLst>
            <pc:docMk/>
            <pc:sldMk cId="3203030163" sldId="267"/>
            <ac:spMk id="4" creationId="{77451C35-5402-5601-17A3-D21FE12C45A6}"/>
          </ac:spMkLst>
        </pc:spChg>
        <pc:spChg chg="mod topLvl">
          <ac:chgData name="Alexandre Linck" userId="3e8679aa-ccdd-463f-8edf-0a911d703614" providerId="ADAL" clId="{C10DBD1C-CA6A-4357-AD1D-DD274190F00A}" dt="2026-08-20T09:49:28.519" v="160949" actId="165"/>
          <ac:spMkLst>
            <pc:docMk/>
            <pc:sldMk cId="3203030163" sldId="267"/>
            <ac:spMk id="5" creationId="{024DCC6D-86E3-F07A-276B-270710DB3CB9}"/>
          </ac:spMkLst>
        </pc:spChg>
        <pc:spChg chg="mod">
          <ac:chgData name="Alexandre Linck" userId="3e8679aa-ccdd-463f-8edf-0a911d703614" providerId="ADAL" clId="{C10DBD1C-CA6A-4357-AD1D-DD274190F00A}" dt="2026-08-20T09:47:52.821" v="160905"/>
          <ac:spMkLst>
            <pc:docMk/>
            <pc:sldMk cId="3203030163" sldId="267"/>
            <ac:spMk id="6" creationId="{CB22E1E7-CDD2-BBC8-07DA-396E1F615D02}"/>
          </ac:spMkLst>
        </pc:spChg>
        <pc:spChg chg="mod">
          <ac:chgData name="Alexandre Linck" userId="3e8679aa-ccdd-463f-8edf-0a911d703614" providerId="ADAL" clId="{C10DBD1C-CA6A-4357-AD1D-DD274190F00A}" dt="2026-08-20T09:49:57.022" v="160965" actId="1036"/>
          <ac:spMkLst>
            <pc:docMk/>
            <pc:sldMk cId="3203030163" sldId="267"/>
            <ac:spMk id="7" creationId="{D5EF2DFA-766D-1CF4-2D31-08A16883348E}"/>
          </ac:spMkLst>
        </pc:spChg>
        <pc:spChg chg="mod topLvl">
          <ac:chgData name="Alexandre Linck" userId="3e8679aa-ccdd-463f-8edf-0a911d703614" providerId="ADAL" clId="{C10DBD1C-CA6A-4357-AD1D-DD274190F00A}" dt="2026-08-20T09:49:28.519" v="160949" actId="165"/>
          <ac:spMkLst>
            <pc:docMk/>
            <pc:sldMk cId="3203030163" sldId="267"/>
            <ac:spMk id="9" creationId="{5F8B903E-8BC9-C7F0-D081-B6CBE062DD76}"/>
          </ac:spMkLst>
        </pc:spChg>
        <pc:spChg chg="mod topLvl">
          <ac:chgData name="Alexandre Linck" userId="3e8679aa-ccdd-463f-8edf-0a911d703614" providerId="ADAL" clId="{C10DBD1C-CA6A-4357-AD1D-DD274190F00A}" dt="2026-08-20T09:49:28.519" v="160949" actId="165"/>
          <ac:spMkLst>
            <pc:docMk/>
            <pc:sldMk cId="3203030163" sldId="267"/>
            <ac:spMk id="10" creationId="{81895498-E595-FCDB-C1A9-08D8E29E3AB5}"/>
          </ac:spMkLst>
        </pc:spChg>
        <pc:spChg chg="mod topLvl">
          <ac:chgData name="Alexandre Linck" userId="3e8679aa-ccdd-463f-8edf-0a911d703614" providerId="ADAL" clId="{C10DBD1C-CA6A-4357-AD1D-DD274190F00A}" dt="2026-08-20T09:49:28.519" v="160949" actId="165"/>
          <ac:spMkLst>
            <pc:docMk/>
            <pc:sldMk cId="3203030163" sldId="267"/>
            <ac:spMk id="11" creationId="{1B191707-DCF3-6F3D-A4FF-DD1B0A1EB6E7}"/>
          </ac:spMkLst>
        </pc:spChg>
        <pc:spChg chg="mod topLvl">
          <ac:chgData name="Alexandre Linck" userId="3e8679aa-ccdd-463f-8edf-0a911d703614" providerId="ADAL" clId="{C10DBD1C-CA6A-4357-AD1D-DD274190F00A}" dt="2026-08-20T09:49:57.022" v="160965" actId="1036"/>
          <ac:spMkLst>
            <pc:docMk/>
            <pc:sldMk cId="3203030163" sldId="267"/>
            <ac:spMk id="12" creationId="{293D2E52-E14C-6A67-A265-477928EA9C81}"/>
          </ac:spMkLst>
        </pc:spChg>
        <pc:spChg chg="mod topLvl">
          <ac:chgData name="Alexandre Linck" userId="3e8679aa-ccdd-463f-8edf-0a911d703614" providerId="ADAL" clId="{C10DBD1C-CA6A-4357-AD1D-DD274190F00A}" dt="2026-08-20T09:49:28.519" v="160949" actId="165"/>
          <ac:spMkLst>
            <pc:docMk/>
            <pc:sldMk cId="3203030163" sldId="267"/>
            <ac:spMk id="15" creationId="{BB48647C-0CDD-EECC-556E-060BD0165502}"/>
          </ac:spMkLst>
        </pc:spChg>
        <pc:spChg chg="mod">
          <ac:chgData name="Alexandre Linck" userId="3e8679aa-ccdd-463f-8edf-0a911d703614" providerId="ADAL" clId="{C10DBD1C-CA6A-4357-AD1D-DD274190F00A}" dt="2026-08-20T09:48:31.997" v="160918"/>
          <ac:spMkLst>
            <pc:docMk/>
            <pc:sldMk cId="3203030163" sldId="267"/>
            <ac:spMk id="17" creationId="{F574F6A5-F3C7-871D-FA2B-7D61F11E8E10}"/>
          </ac:spMkLst>
        </pc:spChg>
        <pc:spChg chg="mod">
          <ac:chgData name="Alexandre Linck" userId="3e8679aa-ccdd-463f-8edf-0a911d703614" providerId="ADAL" clId="{C10DBD1C-CA6A-4357-AD1D-DD274190F00A}" dt="2026-08-21T13:18:37.024" v="162215" actId="20577"/>
          <ac:spMkLst>
            <pc:docMk/>
            <pc:sldMk cId="3203030163" sldId="267"/>
            <ac:spMk id="18" creationId="{4BAE9BB1-25D7-48D7-7CA9-93B2845485F8}"/>
          </ac:spMkLst>
        </pc:spChg>
        <pc:spChg chg="mod topLvl">
          <ac:chgData name="Alexandre Linck" userId="3e8679aa-ccdd-463f-8edf-0a911d703614" providerId="ADAL" clId="{C10DBD1C-CA6A-4357-AD1D-DD274190F00A}" dt="2026-08-20T09:49:28.519" v="160949" actId="165"/>
          <ac:spMkLst>
            <pc:docMk/>
            <pc:sldMk cId="3203030163" sldId="267"/>
            <ac:spMk id="21" creationId="{B467B2DB-DB7B-2F4C-ADD9-153AA4F2CF75}"/>
          </ac:spMkLst>
        </pc:spChg>
        <pc:spChg chg="mod">
          <ac:chgData name="Alexandre Linck" userId="3e8679aa-ccdd-463f-8edf-0a911d703614" providerId="ADAL" clId="{C10DBD1C-CA6A-4357-AD1D-DD274190F00A}" dt="2026-08-20T09:48:47.165" v="160923"/>
          <ac:spMkLst>
            <pc:docMk/>
            <pc:sldMk cId="3203030163" sldId="267"/>
            <ac:spMk id="22" creationId="{5322ED61-AAC8-1D9D-2597-EA4C9CE33D40}"/>
          </ac:spMkLst>
        </pc:spChg>
        <pc:spChg chg="mod topLvl">
          <ac:chgData name="Alexandre Linck" userId="3e8679aa-ccdd-463f-8edf-0a911d703614" providerId="ADAL" clId="{C10DBD1C-CA6A-4357-AD1D-DD274190F00A}" dt="2026-08-20T09:49:57.022" v="160965" actId="1036"/>
          <ac:spMkLst>
            <pc:docMk/>
            <pc:sldMk cId="3203030163" sldId="267"/>
            <ac:spMk id="23" creationId="{0B371A09-C49A-D730-D9CC-AA1E6CF7497D}"/>
          </ac:spMkLst>
        </pc:spChg>
        <pc:spChg chg="mod">
          <ac:chgData name="Alexandre Linck" userId="3e8679aa-ccdd-463f-8edf-0a911d703614" providerId="ADAL" clId="{C10DBD1C-CA6A-4357-AD1D-DD274190F00A}" dt="2026-08-20T09:48:55.823" v="160927"/>
          <ac:spMkLst>
            <pc:docMk/>
            <pc:sldMk cId="3203030163" sldId="267"/>
            <ac:spMk id="25" creationId="{79315A90-4817-9DE9-DC36-24668AA3CA67}"/>
          </ac:spMkLst>
        </pc:spChg>
        <pc:spChg chg="mod">
          <ac:chgData name="Alexandre Linck" userId="3e8679aa-ccdd-463f-8edf-0a911d703614" providerId="ADAL" clId="{C10DBD1C-CA6A-4357-AD1D-DD274190F00A}" dt="2026-08-20T09:49:02.359" v="160931" actId="20577"/>
          <ac:spMkLst>
            <pc:docMk/>
            <pc:sldMk cId="3203030163" sldId="267"/>
            <ac:spMk id="26" creationId="{D2732DEB-936E-81A9-B79E-8F23D5455035}"/>
          </ac:spMkLst>
        </pc:spChg>
        <pc:spChg chg="mod">
          <ac:chgData name="Alexandre Linck" userId="3e8679aa-ccdd-463f-8edf-0a911d703614" providerId="ADAL" clId="{C10DBD1C-CA6A-4357-AD1D-DD274190F00A}" dt="2026-08-20T09:49:12.387" v="160934"/>
          <ac:spMkLst>
            <pc:docMk/>
            <pc:sldMk cId="3203030163" sldId="267"/>
            <ac:spMk id="27" creationId="{7CC9ECDA-D50A-89BD-4392-9384FEEA5F07}"/>
          </ac:spMkLst>
        </pc:spChg>
        <pc:spChg chg="mod topLvl">
          <ac:chgData name="Alexandre Linck" userId="3e8679aa-ccdd-463f-8edf-0a911d703614" providerId="ADAL" clId="{C10DBD1C-CA6A-4357-AD1D-DD274190F00A}" dt="2026-08-20T09:49:57.022" v="160965" actId="1036"/>
          <ac:spMkLst>
            <pc:docMk/>
            <pc:sldMk cId="3203030163" sldId="267"/>
            <ac:spMk id="28" creationId="{E54AB923-5671-7A3A-BD80-918D7DD0052C}"/>
          </ac:spMkLst>
        </pc:spChg>
      </pc:sldChg>
      <pc:sldChg chg="addSp delSp modSp add mod ord modNotesTx">
        <pc:chgData name="Alexandre Linck" userId="3e8679aa-ccdd-463f-8edf-0a911d703614" providerId="ADAL" clId="{C10DBD1C-CA6A-4357-AD1D-DD274190F00A}" dt="2026-08-28T13:30:24.211" v="168009" actId="478"/>
        <pc:sldMkLst>
          <pc:docMk/>
          <pc:sldMk cId="2368969742" sldId="268"/>
        </pc:sldMkLst>
        <pc:spChg chg="mod">
          <ac:chgData name="Alexandre Linck" userId="3e8679aa-ccdd-463f-8edf-0a911d703614" providerId="ADAL" clId="{C10DBD1C-CA6A-4357-AD1D-DD274190F00A}" dt="2026-08-19T08:28:02.025" v="153906" actId="20577"/>
          <ac:spMkLst>
            <pc:docMk/>
            <pc:sldMk cId="2368969742" sldId="268"/>
            <ac:spMk id="3" creationId="{1188DF31-7202-B0EA-B0EC-1C9810C3A01C}"/>
          </ac:spMkLst>
        </pc:spChg>
        <pc:spChg chg="add mod">
          <ac:chgData name="Alexandre Linck" userId="3e8679aa-ccdd-463f-8edf-0a911d703614" providerId="ADAL" clId="{C10DBD1C-CA6A-4357-AD1D-DD274190F00A}" dt="2026-08-18T15:17:04.469" v="153818" actId="164"/>
          <ac:spMkLst>
            <pc:docMk/>
            <pc:sldMk cId="2368969742" sldId="268"/>
            <ac:spMk id="7" creationId="{4FC9C408-4236-D835-3928-DF5B451DA672}"/>
          </ac:spMkLst>
        </pc:spChg>
        <pc:spChg chg="add mod">
          <ac:chgData name="Alexandre Linck" userId="3e8679aa-ccdd-463f-8edf-0a911d703614" providerId="ADAL" clId="{C10DBD1C-CA6A-4357-AD1D-DD274190F00A}" dt="2026-08-18T15:17:04.469" v="153818" actId="164"/>
          <ac:spMkLst>
            <pc:docMk/>
            <pc:sldMk cId="2368969742" sldId="268"/>
            <ac:spMk id="9" creationId="{65A8BFBF-2B4A-DC8B-56E2-A11048731E4F}"/>
          </ac:spMkLst>
        </pc:spChg>
        <pc:spChg chg="add mod">
          <ac:chgData name="Alexandre Linck" userId="3e8679aa-ccdd-463f-8edf-0a911d703614" providerId="ADAL" clId="{C10DBD1C-CA6A-4357-AD1D-DD274190F00A}" dt="2026-08-18T15:19:21.010" v="153863" actId="20577"/>
          <ac:spMkLst>
            <pc:docMk/>
            <pc:sldMk cId="2368969742" sldId="268"/>
            <ac:spMk id="11" creationId="{8A117AED-D124-F83C-7D9B-E8B27CF1150D}"/>
          </ac:spMkLst>
        </pc:spChg>
        <pc:spChg chg="del mod">
          <ac:chgData name="Alexandre Linck" userId="3e8679aa-ccdd-463f-8edf-0a911d703614" providerId="ADAL" clId="{C10DBD1C-CA6A-4357-AD1D-DD274190F00A}" dt="2026-08-28T13:30:24.211" v="168009" actId="478"/>
          <ac:spMkLst>
            <pc:docMk/>
            <pc:sldMk cId="2368969742" sldId="268"/>
            <ac:spMk id="12" creationId="{3223861E-5BC6-18E1-E8BB-718B1DFF06C1}"/>
          </ac:spMkLst>
        </pc:spChg>
        <pc:spChg chg="mod">
          <ac:chgData name="Alexandre Linck" userId="3e8679aa-ccdd-463f-8edf-0a911d703614" providerId="ADAL" clId="{C10DBD1C-CA6A-4357-AD1D-DD274190F00A}" dt="2026-08-18T15:18:14.668" v="153843" actId="113"/>
          <ac:spMkLst>
            <pc:docMk/>
            <pc:sldMk cId="2368969742" sldId="268"/>
            <ac:spMk id="35" creationId="{ABCF12A0-0B0F-836F-65BA-F4E91B4ACA2A}"/>
          </ac:spMkLst>
        </pc:spChg>
        <pc:spChg chg="mod">
          <ac:chgData name="Alexandre Linck" userId="3e8679aa-ccdd-463f-8edf-0a911d703614" providerId="ADAL" clId="{C10DBD1C-CA6A-4357-AD1D-DD274190F00A}" dt="2026-08-18T15:18:26.878" v="153846" actId="113"/>
          <ac:spMkLst>
            <pc:docMk/>
            <pc:sldMk cId="2368969742" sldId="268"/>
            <ac:spMk id="36" creationId="{DC7DF22C-50D1-A8E4-6146-566D9907E09F}"/>
          </ac:spMkLst>
        </pc:spChg>
        <pc:spChg chg="mod">
          <ac:chgData name="Alexandre Linck" userId="3e8679aa-ccdd-463f-8edf-0a911d703614" providerId="ADAL" clId="{C10DBD1C-CA6A-4357-AD1D-DD274190F00A}" dt="2026-08-18T15:18:35.892" v="153853" actId="20577"/>
          <ac:spMkLst>
            <pc:docMk/>
            <pc:sldMk cId="2368969742" sldId="268"/>
            <ac:spMk id="37" creationId="{B77208EE-9468-BAED-9E00-3CF7FA46478D}"/>
          </ac:spMkLst>
        </pc:spChg>
        <pc:spChg chg="mod">
          <ac:chgData name="Alexandre Linck" userId="3e8679aa-ccdd-463f-8edf-0a911d703614" providerId="ADAL" clId="{C10DBD1C-CA6A-4357-AD1D-DD274190F00A}" dt="2026-08-18T15:18:38.243" v="153859" actId="20577"/>
          <ac:spMkLst>
            <pc:docMk/>
            <pc:sldMk cId="2368969742" sldId="268"/>
            <ac:spMk id="38" creationId="{36EA420F-7B18-F393-58A5-1F748668109F}"/>
          </ac:spMkLst>
        </pc:spChg>
        <pc:spChg chg="mod">
          <ac:chgData name="Alexandre Linck" userId="3e8679aa-ccdd-463f-8edf-0a911d703614" providerId="ADAL" clId="{C10DBD1C-CA6A-4357-AD1D-DD274190F00A}" dt="2026-08-19T08:30:46.730" v="153981" actId="404"/>
          <ac:spMkLst>
            <pc:docMk/>
            <pc:sldMk cId="2368969742" sldId="268"/>
            <ac:spMk id="274" creationId="{8B7185C3-B9E7-3BE8-CA39-4981E8764602}"/>
          </ac:spMkLst>
        </pc:spChg>
        <pc:spChg chg="mod">
          <ac:chgData name="Alexandre Linck" userId="3e8679aa-ccdd-463f-8edf-0a911d703614" providerId="ADAL" clId="{C10DBD1C-CA6A-4357-AD1D-DD274190F00A}" dt="2026-08-18T15:11:23.780" v="153541"/>
          <ac:spMkLst>
            <pc:docMk/>
            <pc:sldMk cId="2368969742" sldId="268"/>
            <ac:spMk id="306" creationId="{5766C21A-8317-6325-F12E-92A2EFF07D06}"/>
          </ac:spMkLst>
        </pc:spChg>
        <pc:grpChg chg="add mod">
          <ac:chgData name="Alexandre Linck" userId="3e8679aa-ccdd-463f-8edf-0a911d703614" providerId="ADAL" clId="{C10DBD1C-CA6A-4357-AD1D-DD274190F00A}" dt="2026-08-18T15:17:06.569" v="153819" actId="12788"/>
          <ac:grpSpMkLst>
            <pc:docMk/>
            <pc:sldMk cId="2368969742" sldId="268"/>
            <ac:grpSpMk id="24" creationId="{27CA5C29-64BA-AC55-CC25-BBDDCA1B0F3C}"/>
          </ac:grpSpMkLst>
        </pc:grpChg>
        <pc:grpChg chg="add mod">
          <ac:chgData name="Alexandre Linck" userId="3e8679aa-ccdd-463f-8edf-0a911d703614" providerId="ADAL" clId="{C10DBD1C-CA6A-4357-AD1D-DD274190F00A}" dt="2026-08-18T15:17:59.408" v="153836"/>
          <ac:grpSpMkLst>
            <pc:docMk/>
            <pc:sldMk cId="2368969742" sldId="268"/>
            <ac:grpSpMk id="34" creationId="{BA89A57C-A9E4-8543-DB50-FFDE4DF0CE47}"/>
          </ac:grpSpMkLst>
        </pc:grpChg>
        <pc:graphicFrameChg chg="mod modGraphic">
          <ac:chgData name="Alexandre Linck" userId="3e8679aa-ccdd-463f-8edf-0a911d703614" providerId="ADAL" clId="{C10DBD1C-CA6A-4357-AD1D-DD274190F00A}" dt="2026-08-20T09:13:23.802" v="160349" actId="20577"/>
          <ac:graphicFrameMkLst>
            <pc:docMk/>
            <pc:sldMk cId="2368969742" sldId="268"/>
            <ac:graphicFrameMk id="2" creationId="{B5221591-36BE-8FC0-DD3C-64E8617ABE09}"/>
          </ac:graphicFrameMkLst>
        </pc:graphicFrameChg>
        <pc:graphicFrameChg chg="add mod modGraphic">
          <ac:chgData name="Alexandre Linck" userId="3e8679aa-ccdd-463f-8edf-0a911d703614" providerId="ADAL" clId="{C10DBD1C-CA6A-4357-AD1D-DD274190F00A}" dt="2026-08-18T15:17:48.519" v="153834" actId="12789"/>
          <ac:graphicFrameMkLst>
            <pc:docMk/>
            <pc:sldMk cId="2368969742" sldId="268"/>
            <ac:graphicFrameMk id="5" creationId="{E5D2851F-67A8-82BE-E98E-10707AF29C98}"/>
          </ac:graphicFrameMkLst>
        </pc:graphicFrameChg>
        <pc:picChg chg="add mod">
          <ac:chgData name="Alexandre Linck" userId="3e8679aa-ccdd-463f-8edf-0a911d703614" providerId="ADAL" clId="{C10DBD1C-CA6A-4357-AD1D-DD274190F00A}" dt="2026-08-18T15:17:04.469" v="153818" actId="164"/>
          <ac:picMkLst>
            <pc:docMk/>
            <pc:sldMk cId="2368969742" sldId="268"/>
            <ac:picMk id="17" creationId="{F4FE1891-8BD3-549F-683D-56BB269EB143}"/>
          </ac:picMkLst>
        </pc:picChg>
        <pc:picChg chg="add mod">
          <ac:chgData name="Alexandre Linck" userId="3e8679aa-ccdd-463f-8edf-0a911d703614" providerId="ADAL" clId="{C10DBD1C-CA6A-4357-AD1D-DD274190F00A}" dt="2026-08-18T15:17:04.469" v="153818" actId="164"/>
          <ac:picMkLst>
            <pc:docMk/>
            <pc:sldMk cId="2368969742" sldId="268"/>
            <ac:picMk id="21" creationId="{1C9C2113-BED8-3EE4-D6FF-576073CB1190}"/>
          </ac:picMkLst>
        </pc:picChg>
        <pc:picChg chg="add mod">
          <ac:chgData name="Alexandre Linck" userId="3e8679aa-ccdd-463f-8edf-0a911d703614" providerId="ADAL" clId="{C10DBD1C-CA6A-4357-AD1D-DD274190F00A}" dt="2026-08-18T15:17:04.469" v="153818" actId="164"/>
          <ac:picMkLst>
            <pc:docMk/>
            <pc:sldMk cId="2368969742" sldId="268"/>
            <ac:picMk id="23" creationId="{7F329EF5-4F7A-1685-ACE4-6806FC4B52B6}"/>
          </ac:picMkLst>
        </pc:picChg>
      </pc:sldChg>
      <pc:sldChg chg="addSp delSp modSp add mod ord">
        <pc:chgData name="Alexandre Linck" userId="3e8679aa-ccdd-463f-8edf-0a911d703614" providerId="ADAL" clId="{C10DBD1C-CA6A-4357-AD1D-DD274190F00A}" dt="2026-08-20T10:18:41.610" v="161780" actId="20577"/>
        <pc:sldMkLst>
          <pc:docMk/>
          <pc:sldMk cId="1552522832" sldId="269"/>
        </pc:sldMkLst>
        <pc:spChg chg="mod">
          <ac:chgData name="Alexandre Linck" userId="3e8679aa-ccdd-463f-8edf-0a911d703614" providerId="ADAL" clId="{C10DBD1C-CA6A-4357-AD1D-DD274190F00A}" dt="2026-08-20T10:18:41.610" v="161780" actId="20577"/>
          <ac:spMkLst>
            <pc:docMk/>
            <pc:sldMk cId="1552522832" sldId="269"/>
            <ac:spMk id="2" creationId="{D6CBA066-0FE6-0ACA-A075-85719C7E9A43}"/>
          </ac:spMkLst>
        </pc:spChg>
        <pc:spChg chg="add mod topLvl">
          <ac:chgData name="Alexandre Linck" userId="3e8679aa-ccdd-463f-8edf-0a911d703614" providerId="ADAL" clId="{C10DBD1C-CA6A-4357-AD1D-DD274190F00A}" dt="2026-08-19T13:08:39.827" v="156498" actId="164"/>
          <ac:spMkLst>
            <pc:docMk/>
            <pc:sldMk cId="1552522832" sldId="269"/>
            <ac:spMk id="3" creationId="{A338DDC4-A7A0-65E3-B914-4917F8848016}"/>
          </ac:spMkLst>
        </pc:spChg>
        <pc:spChg chg="add mod topLvl">
          <ac:chgData name="Alexandre Linck" userId="3e8679aa-ccdd-463f-8edf-0a911d703614" providerId="ADAL" clId="{C10DBD1C-CA6A-4357-AD1D-DD274190F00A}" dt="2026-08-19T13:26:30.874" v="157123" actId="12789"/>
          <ac:spMkLst>
            <pc:docMk/>
            <pc:sldMk cId="1552522832" sldId="269"/>
            <ac:spMk id="4" creationId="{A2968FC3-FF3C-4D7A-F8A1-C8986076E630}"/>
          </ac:spMkLst>
        </pc:spChg>
        <pc:spChg chg="add mod topLvl">
          <ac:chgData name="Alexandre Linck" userId="3e8679aa-ccdd-463f-8edf-0a911d703614" providerId="ADAL" clId="{C10DBD1C-CA6A-4357-AD1D-DD274190F00A}" dt="2026-08-19T13:11:14.651" v="156666" actId="165"/>
          <ac:spMkLst>
            <pc:docMk/>
            <pc:sldMk cId="1552522832" sldId="269"/>
            <ac:spMk id="6" creationId="{6630620C-DB52-532C-F8CD-84D27A4D0ECB}"/>
          </ac:spMkLst>
        </pc:spChg>
        <pc:spChg chg="add mod topLvl">
          <ac:chgData name="Alexandre Linck" userId="3e8679aa-ccdd-463f-8edf-0a911d703614" providerId="ADAL" clId="{C10DBD1C-CA6A-4357-AD1D-DD274190F00A}" dt="2026-08-19T13:13:54.075" v="156763" actId="165"/>
          <ac:spMkLst>
            <pc:docMk/>
            <pc:sldMk cId="1552522832" sldId="269"/>
            <ac:spMk id="7" creationId="{8D006EB1-79BC-DCEA-53C9-A9393C93F0F6}"/>
          </ac:spMkLst>
        </pc:spChg>
        <pc:spChg chg="add mod topLvl">
          <ac:chgData name="Alexandre Linck" userId="3e8679aa-ccdd-463f-8edf-0a911d703614" providerId="ADAL" clId="{C10DBD1C-CA6A-4357-AD1D-DD274190F00A}" dt="2026-08-19T13:21:22.889" v="157019" actId="552"/>
          <ac:spMkLst>
            <pc:docMk/>
            <pc:sldMk cId="1552522832" sldId="269"/>
            <ac:spMk id="8" creationId="{3B82F2DA-418B-09A9-76D0-46EFE7A7E051}"/>
          </ac:spMkLst>
        </pc:spChg>
        <pc:spChg chg="add mod topLvl">
          <ac:chgData name="Alexandre Linck" userId="3e8679aa-ccdd-463f-8edf-0a911d703614" providerId="ADAL" clId="{C10DBD1C-CA6A-4357-AD1D-DD274190F00A}" dt="2026-08-19T13:13:54.075" v="156763" actId="165"/>
          <ac:spMkLst>
            <pc:docMk/>
            <pc:sldMk cId="1552522832" sldId="269"/>
            <ac:spMk id="10" creationId="{066C4BFF-33CC-5689-FF51-BBD2C6B1C532}"/>
          </ac:spMkLst>
        </pc:spChg>
        <pc:spChg chg="add del mod topLvl">
          <ac:chgData name="Alexandre Linck" userId="3e8679aa-ccdd-463f-8edf-0a911d703614" providerId="ADAL" clId="{C10DBD1C-CA6A-4357-AD1D-DD274190F00A}" dt="2026-08-20T09:21:14.481" v="160356"/>
          <ac:spMkLst>
            <pc:docMk/>
            <pc:sldMk cId="1552522832" sldId="269"/>
            <ac:spMk id="11" creationId="{FA346A2F-6E4B-53C9-670D-B5A2C7F622BC}"/>
          </ac:spMkLst>
        </pc:spChg>
        <pc:spChg chg="mod">
          <ac:chgData name="Alexandre Linck" userId="3e8679aa-ccdd-463f-8edf-0a911d703614" providerId="ADAL" clId="{C10DBD1C-CA6A-4357-AD1D-DD274190F00A}" dt="2026-08-19T13:11:14.651" v="156666" actId="165"/>
          <ac:spMkLst>
            <pc:docMk/>
            <pc:sldMk cId="1552522832" sldId="269"/>
            <ac:spMk id="28" creationId="{621C93BA-F86A-95CC-E1F3-98C21F7F6AD4}"/>
          </ac:spMkLst>
        </pc:spChg>
        <pc:spChg chg="mod">
          <ac:chgData name="Alexandre Linck" userId="3e8679aa-ccdd-463f-8edf-0a911d703614" providerId="ADAL" clId="{C10DBD1C-CA6A-4357-AD1D-DD274190F00A}" dt="2026-08-19T13:30:19.783" v="157213" actId="207"/>
          <ac:spMkLst>
            <pc:docMk/>
            <pc:sldMk cId="1552522832" sldId="269"/>
            <ac:spMk id="29" creationId="{3B616961-B698-8A52-4ED6-F703990ED4A4}"/>
          </ac:spMkLst>
        </pc:spChg>
        <pc:spChg chg="mod">
          <ac:chgData name="Alexandre Linck" userId="3e8679aa-ccdd-463f-8edf-0a911d703614" providerId="ADAL" clId="{C10DBD1C-CA6A-4357-AD1D-DD274190F00A}" dt="2026-08-19T13:08:40.090" v="156499"/>
          <ac:spMkLst>
            <pc:docMk/>
            <pc:sldMk cId="1552522832" sldId="269"/>
            <ac:spMk id="32" creationId="{1F2C7855-E3D4-B334-C10B-35B44C9482E9}"/>
          </ac:spMkLst>
        </pc:spChg>
        <pc:spChg chg="mod">
          <ac:chgData name="Alexandre Linck" userId="3e8679aa-ccdd-463f-8edf-0a911d703614" providerId="ADAL" clId="{C10DBD1C-CA6A-4357-AD1D-DD274190F00A}" dt="2026-08-19T13:10:14.795" v="156615" actId="20577"/>
          <ac:spMkLst>
            <pc:docMk/>
            <pc:sldMk cId="1552522832" sldId="269"/>
            <ac:spMk id="34" creationId="{419CF0DA-1B2E-40E0-DEDC-E76161AF363D}"/>
          </ac:spMkLst>
        </pc:spChg>
        <pc:spChg chg="mod">
          <ac:chgData name="Alexandre Linck" userId="3e8679aa-ccdd-463f-8edf-0a911d703614" providerId="ADAL" clId="{C10DBD1C-CA6A-4357-AD1D-DD274190F00A}" dt="2026-08-19T13:15:28.281" v="156810" actId="554"/>
          <ac:spMkLst>
            <pc:docMk/>
            <pc:sldMk cId="1552522832" sldId="269"/>
            <ac:spMk id="36" creationId="{A7976E29-53F7-DFE5-D284-8701303BC689}"/>
          </ac:spMkLst>
        </pc:spChg>
        <pc:spChg chg="mod topLvl">
          <ac:chgData name="Alexandre Linck" userId="3e8679aa-ccdd-463f-8edf-0a911d703614" providerId="ADAL" clId="{C10DBD1C-CA6A-4357-AD1D-DD274190F00A}" dt="2026-08-19T13:13:54.075" v="156763" actId="165"/>
          <ac:spMkLst>
            <pc:docMk/>
            <pc:sldMk cId="1552522832" sldId="269"/>
            <ac:spMk id="38" creationId="{EC35C2B9-047B-92A8-BE39-1F9DCDF69921}"/>
          </ac:spMkLst>
        </pc:spChg>
        <pc:spChg chg="mod">
          <ac:chgData name="Alexandre Linck" userId="3e8679aa-ccdd-463f-8edf-0a911d703614" providerId="ADAL" clId="{C10DBD1C-CA6A-4357-AD1D-DD274190F00A}" dt="2026-08-19T13:09:38.276" v="156600"/>
          <ac:spMkLst>
            <pc:docMk/>
            <pc:sldMk cId="1552522832" sldId="269"/>
            <ac:spMk id="39" creationId="{7EF34469-5C6D-58BF-ED4D-3C98C0FB27F9}"/>
          </ac:spMkLst>
        </pc:spChg>
        <pc:spChg chg="mod topLvl">
          <ac:chgData name="Alexandre Linck" userId="3e8679aa-ccdd-463f-8edf-0a911d703614" providerId="ADAL" clId="{C10DBD1C-CA6A-4357-AD1D-DD274190F00A}" dt="2026-08-19T13:25:03.254" v="157071" actId="1076"/>
          <ac:spMkLst>
            <pc:docMk/>
            <pc:sldMk cId="1552522832" sldId="269"/>
            <ac:spMk id="91" creationId="{66F63553-CF09-594F-BFC0-F338C6B6FDB2}"/>
          </ac:spMkLst>
        </pc:spChg>
        <pc:spChg chg="mod topLvl">
          <ac:chgData name="Alexandre Linck" userId="3e8679aa-ccdd-463f-8edf-0a911d703614" providerId="ADAL" clId="{C10DBD1C-CA6A-4357-AD1D-DD274190F00A}" dt="2026-08-19T13:37:33.048" v="157256" actId="12789"/>
          <ac:spMkLst>
            <pc:docMk/>
            <pc:sldMk cId="1552522832" sldId="269"/>
            <ac:spMk id="92" creationId="{BDEC6677-3F43-54E5-7B3F-449507DC21BB}"/>
          </ac:spMkLst>
        </pc:spChg>
        <pc:spChg chg="mod topLvl">
          <ac:chgData name="Alexandre Linck" userId="3e8679aa-ccdd-463f-8edf-0a911d703614" providerId="ADAL" clId="{C10DBD1C-CA6A-4357-AD1D-DD274190F00A}" dt="2026-08-19T13:13:53.340" v="156762" actId="165"/>
          <ac:spMkLst>
            <pc:docMk/>
            <pc:sldMk cId="1552522832" sldId="269"/>
            <ac:spMk id="94" creationId="{913E756F-D834-C112-F59B-A25C575CD502}"/>
          </ac:spMkLst>
        </pc:spChg>
        <pc:spChg chg="mod topLvl">
          <ac:chgData name="Alexandre Linck" userId="3e8679aa-ccdd-463f-8edf-0a911d703614" providerId="ADAL" clId="{C10DBD1C-CA6A-4357-AD1D-DD274190F00A}" dt="2026-08-19T13:13:53.340" v="156762" actId="165"/>
          <ac:spMkLst>
            <pc:docMk/>
            <pc:sldMk cId="1552522832" sldId="269"/>
            <ac:spMk id="95" creationId="{D3EEA11D-A61D-156D-7AAC-BE6F8A78502D}"/>
          </ac:spMkLst>
        </pc:spChg>
        <pc:spChg chg="mod topLvl">
          <ac:chgData name="Alexandre Linck" userId="3e8679aa-ccdd-463f-8edf-0a911d703614" providerId="ADAL" clId="{C10DBD1C-CA6A-4357-AD1D-DD274190F00A}" dt="2026-08-19T13:14:29.464" v="156779" actId="554"/>
          <ac:spMkLst>
            <pc:docMk/>
            <pc:sldMk cId="1552522832" sldId="269"/>
            <ac:spMk id="96" creationId="{52100EF3-581F-3047-F537-0E12E75C3E6A}"/>
          </ac:spMkLst>
        </pc:spChg>
        <pc:spChg chg="mod topLvl">
          <ac:chgData name="Alexandre Linck" userId="3e8679aa-ccdd-463f-8edf-0a911d703614" providerId="ADAL" clId="{C10DBD1C-CA6A-4357-AD1D-DD274190F00A}" dt="2026-08-19T13:13:53.340" v="156762" actId="165"/>
          <ac:spMkLst>
            <pc:docMk/>
            <pc:sldMk cId="1552522832" sldId="269"/>
            <ac:spMk id="98" creationId="{1027E752-9F33-7F19-D633-C9CDAC998AB7}"/>
          </ac:spMkLst>
        </pc:spChg>
        <pc:spChg chg="mod topLvl">
          <ac:chgData name="Alexandre Linck" userId="3e8679aa-ccdd-463f-8edf-0a911d703614" providerId="ADAL" clId="{C10DBD1C-CA6A-4357-AD1D-DD274190F00A}" dt="2026-08-19T13:13:53.340" v="156762" actId="165"/>
          <ac:spMkLst>
            <pc:docMk/>
            <pc:sldMk cId="1552522832" sldId="269"/>
            <ac:spMk id="99" creationId="{FEBA4F46-143E-230B-6C88-19444BAB2907}"/>
          </ac:spMkLst>
        </pc:spChg>
        <pc:spChg chg="mod">
          <ac:chgData name="Alexandre Linck" userId="3e8679aa-ccdd-463f-8edf-0a911d703614" providerId="ADAL" clId="{C10DBD1C-CA6A-4357-AD1D-DD274190F00A}" dt="2026-08-19T13:08:48.684" v="156513"/>
          <ac:spMkLst>
            <pc:docMk/>
            <pc:sldMk cId="1552522832" sldId="269"/>
            <ac:spMk id="101" creationId="{FF8BAB7F-029F-01C8-44C0-16810EF3F919}"/>
          </ac:spMkLst>
        </pc:spChg>
        <pc:spChg chg="mod">
          <ac:chgData name="Alexandre Linck" userId="3e8679aa-ccdd-463f-8edf-0a911d703614" providerId="ADAL" clId="{C10DBD1C-CA6A-4357-AD1D-DD274190F00A}" dt="2026-08-19T13:27:42.969" v="157157" actId="12789"/>
          <ac:spMkLst>
            <pc:docMk/>
            <pc:sldMk cId="1552522832" sldId="269"/>
            <ac:spMk id="102" creationId="{160BAF6C-EA3A-5B67-2E8C-0F66F5E6CC1F}"/>
          </ac:spMkLst>
        </pc:spChg>
        <pc:spChg chg="mod">
          <ac:chgData name="Alexandre Linck" userId="3e8679aa-ccdd-463f-8edf-0a911d703614" providerId="ADAL" clId="{C10DBD1C-CA6A-4357-AD1D-DD274190F00A}" dt="2026-08-19T13:11:14.651" v="156666" actId="165"/>
          <ac:spMkLst>
            <pc:docMk/>
            <pc:sldMk cId="1552522832" sldId="269"/>
            <ac:spMk id="104" creationId="{39B31F4E-17ED-5018-D435-9EE9C6A81350}"/>
          </ac:spMkLst>
        </pc:spChg>
        <pc:spChg chg="mod">
          <ac:chgData name="Alexandre Linck" userId="3e8679aa-ccdd-463f-8edf-0a911d703614" providerId="ADAL" clId="{C10DBD1C-CA6A-4357-AD1D-DD274190F00A}" dt="2026-08-19T13:10:18.737" v="156619" actId="20577"/>
          <ac:spMkLst>
            <pc:docMk/>
            <pc:sldMk cId="1552522832" sldId="269"/>
            <ac:spMk id="105" creationId="{5F2B8B9C-8A4C-763D-799E-F461B4A83CAA}"/>
          </ac:spMkLst>
        </pc:spChg>
        <pc:spChg chg="mod">
          <ac:chgData name="Alexandre Linck" userId="3e8679aa-ccdd-463f-8edf-0a911d703614" providerId="ADAL" clId="{C10DBD1C-CA6A-4357-AD1D-DD274190F00A}" dt="2026-08-19T13:08:48.684" v="156513"/>
          <ac:spMkLst>
            <pc:docMk/>
            <pc:sldMk cId="1552522832" sldId="269"/>
            <ac:spMk id="106" creationId="{1F749DD2-6577-1510-483C-BC274C08EAAF}"/>
          </ac:spMkLst>
        </pc:spChg>
        <pc:spChg chg="mod">
          <ac:chgData name="Alexandre Linck" userId="3e8679aa-ccdd-463f-8edf-0a911d703614" providerId="ADAL" clId="{C10DBD1C-CA6A-4357-AD1D-DD274190F00A}" dt="2026-08-19T13:10:35.117" v="156644" actId="20577"/>
          <ac:spMkLst>
            <pc:docMk/>
            <pc:sldMk cId="1552522832" sldId="269"/>
            <ac:spMk id="107" creationId="{6153BA36-A3B1-E7FC-3839-5D658E1C6121}"/>
          </ac:spMkLst>
        </pc:spChg>
        <pc:spChg chg="mod">
          <ac:chgData name="Alexandre Linck" userId="3e8679aa-ccdd-463f-8edf-0a911d703614" providerId="ADAL" clId="{C10DBD1C-CA6A-4357-AD1D-DD274190F00A}" dt="2026-08-19T13:10:38.274" v="156645" actId="6549"/>
          <ac:spMkLst>
            <pc:docMk/>
            <pc:sldMk cId="1552522832" sldId="269"/>
            <ac:spMk id="108" creationId="{1D5D1A3C-C16B-F57D-4D43-B5C0C47DB96D}"/>
          </ac:spMkLst>
        </pc:spChg>
        <pc:spChg chg="mod">
          <ac:chgData name="Alexandre Linck" userId="3e8679aa-ccdd-463f-8edf-0a911d703614" providerId="ADAL" clId="{C10DBD1C-CA6A-4357-AD1D-DD274190F00A}" dt="2026-08-19T13:09:59.806" v="156608"/>
          <ac:spMkLst>
            <pc:docMk/>
            <pc:sldMk cId="1552522832" sldId="269"/>
            <ac:spMk id="109" creationId="{8DA81979-03D8-B4F8-AB3F-A15A551DBDAE}"/>
          </ac:spMkLst>
        </pc:spChg>
        <pc:spChg chg="mod topLvl">
          <ac:chgData name="Alexandre Linck" userId="3e8679aa-ccdd-463f-8edf-0a911d703614" providerId="ADAL" clId="{C10DBD1C-CA6A-4357-AD1D-DD274190F00A}" dt="2026-08-19T13:13:54.075" v="156763" actId="165"/>
          <ac:spMkLst>
            <pc:docMk/>
            <pc:sldMk cId="1552522832" sldId="269"/>
            <ac:spMk id="111" creationId="{D744F30A-5709-EA91-8DF4-21F782316FCD}"/>
          </ac:spMkLst>
        </pc:spChg>
        <pc:spChg chg="mod">
          <ac:chgData name="Alexandre Linck" userId="3e8679aa-ccdd-463f-8edf-0a911d703614" providerId="ADAL" clId="{C10DBD1C-CA6A-4357-AD1D-DD274190F00A}" dt="2026-08-19T13:28:07.569" v="157167" actId="12789"/>
          <ac:spMkLst>
            <pc:docMk/>
            <pc:sldMk cId="1552522832" sldId="269"/>
            <ac:spMk id="112" creationId="{57FE32AA-16F0-2BC9-CC1B-CD19B1FCD391}"/>
          </ac:spMkLst>
        </pc:spChg>
        <pc:spChg chg="mod">
          <ac:chgData name="Alexandre Linck" userId="3e8679aa-ccdd-463f-8edf-0a911d703614" providerId="ADAL" clId="{C10DBD1C-CA6A-4357-AD1D-DD274190F00A}" dt="2026-08-19T13:08:52.957" v="156515"/>
          <ac:spMkLst>
            <pc:docMk/>
            <pc:sldMk cId="1552522832" sldId="269"/>
            <ac:spMk id="114" creationId="{FFBAA7AD-2116-A166-59EB-AF530430339E}"/>
          </ac:spMkLst>
        </pc:spChg>
        <pc:spChg chg="mod topLvl">
          <ac:chgData name="Alexandre Linck" userId="3e8679aa-ccdd-463f-8edf-0a911d703614" providerId="ADAL" clId="{C10DBD1C-CA6A-4357-AD1D-DD274190F00A}" dt="2026-08-19T13:13:54.075" v="156763" actId="165"/>
          <ac:spMkLst>
            <pc:docMk/>
            <pc:sldMk cId="1552522832" sldId="269"/>
            <ac:spMk id="115" creationId="{EE2ED842-2CB5-8E22-CEF1-A0DD53ED8AED}"/>
          </ac:spMkLst>
        </pc:spChg>
        <pc:spChg chg="mod topLvl">
          <ac:chgData name="Alexandre Linck" userId="3e8679aa-ccdd-463f-8edf-0a911d703614" providerId="ADAL" clId="{C10DBD1C-CA6A-4357-AD1D-DD274190F00A}" dt="2026-08-19T13:13:54.075" v="156763" actId="165"/>
          <ac:spMkLst>
            <pc:docMk/>
            <pc:sldMk cId="1552522832" sldId="269"/>
            <ac:spMk id="116" creationId="{F650BB45-642B-97CA-A069-ACAA103F1ACB}"/>
          </ac:spMkLst>
        </pc:spChg>
        <pc:spChg chg="mod">
          <ac:chgData name="Alexandre Linck" userId="3e8679aa-ccdd-463f-8edf-0a911d703614" providerId="ADAL" clId="{C10DBD1C-CA6A-4357-AD1D-DD274190F00A}" dt="2026-08-19T13:10:44.184" v="156657" actId="20577"/>
          <ac:spMkLst>
            <pc:docMk/>
            <pc:sldMk cId="1552522832" sldId="269"/>
            <ac:spMk id="117" creationId="{81C6E0A2-FDA3-D8B3-6A6F-1A08BC7A232C}"/>
          </ac:spMkLst>
        </pc:spChg>
        <pc:spChg chg="mod topLvl">
          <ac:chgData name="Alexandre Linck" userId="3e8679aa-ccdd-463f-8edf-0a911d703614" providerId="ADAL" clId="{C10DBD1C-CA6A-4357-AD1D-DD274190F00A}" dt="2026-08-19T13:13:54.075" v="156763" actId="165"/>
          <ac:spMkLst>
            <pc:docMk/>
            <pc:sldMk cId="1552522832" sldId="269"/>
            <ac:spMk id="118" creationId="{701476D0-9634-EA67-46BB-2191EE18D427}"/>
          </ac:spMkLst>
        </pc:spChg>
        <pc:spChg chg="mod topLvl">
          <ac:chgData name="Alexandre Linck" userId="3e8679aa-ccdd-463f-8edf-0a911d703614" providerId="ADAL" clId="{C10DBD1C-CA6A-4357-AD1D-DD274190F00A}" dt="2026-08-19T13:13:54.075" v="156763" actId="165"/>
          <ac:spMkLst>
            <pc:docMk/>
            <pc:sldMk cId="1552522832" sldId="269"/>
            <ac:spMk id="119" creationId="{59D617C0-C4E1-94EB-4585-5B3BDDDC61C7}"/>
          </ac:spMkLst>
        </pc:spChg>
        <pc:spChg chg="mod">
          <ac:chgData name="Alexandre Linck" userId="3e8679aa-ccdd-463f-8edf-0a911d703614" providerId="ADAL" clId="{C10DBD1C-CA6A-4357-AD1D-DD274190F00A}" dt="2026-08-19T13:30:28.916" v="157215" actId="207"/>
          <ac:spMkLst>
            <pc:docMk/>
            <pc:sldMk cId="1552522832" sldId="269"/>
            <ac:spMk id="122" creationId="{446BAA5E-7869-1662-08C1-77960BE462DC}"/>
          </ac:spMkLst>
        </pc:spChg>
        <pc:spChg chg="mod topLvl">
          <ac:chgData name="Alexandre Linck" userId="3e8679aa-ccdd-463f-8edf-0a911d703614" providerId="ADAL" clId="{C10DBD1C-CA6A-4357-AD1D-DD274190F00A}" dt="2026-08-19T13:12:59.069" v="156719" actId="165"/>
          <ac:spMkLst>
            <pc:docMk/>
            <pc:sldMk cId="1552522832" sldId="269"/>
            <ac:spMk id="124" creationId="{4E5CCAAA-EE8F-63E5-6D0E-E3FD9F25E298}"/>
          </ac:spMkLst>
        </pc:spChg>
        <pc:spChg chg="mod">
          <ac:chgData name="Alexandre Linck" userId="3e8679aa-ccdd-463f-8edf-0a911d703614" providerId="ADAL" clId="{C10DBD1C-CA6A-4357-AD1D-DD274190F00A}" dt="2026-08-19T13:11:18.103" v="156668" actId="20577"/>
          <ac:spMkLst>
            <pc:docMk/>
            <pc:sldMk cId="1552522832" sldId="269"/>
            <ac:spMk id="125" creationId="{47780565-EE60-5CED-B059-D6B35125F312}"/>
          </ac:spMkLst>
        </pc:spChg>
        <pc:spChg chg="mod topLvl">
          <ac:chgData name="Alexandre Linck" userId="3e8679aa-ccdd-463f-8edf-0a911d703614" providerId="ADAL" clId="{C10DBD1C-CA6A-4357-AD1D-DD274190F00A}" dt="2026-08-19T13:14:37.530" v="156784" actId="554"/>
          <ac:spMkLst>
            <pc:docMk/>
            <pc:sldMk cId="1552522832" sldId="269"/>
            <ac:spMk id="126" creationId="{C356B6D4-0C10-4F29-AF03-14F779A9A506}"/>
          </ac:spMkLst>
        </pc:spChg>
        <pc:spChg chg="mod">
          <ac:chgData name="Alexandre Linck" userId="3e8679aa-ccdd-463f-8edf-0a911d703614" providerId="ADAL" clId="{C10DBD1C-CA6A-4357-AD1D-DD274190F00A}" dt="2026-08-19T13:11:56.035" v="156687" actId="6549"/>
          <ac:spMkLst>
            <pc:docMk/>
            <pc:sldMk cId="1552522832" sldId="269"/>
            <ac:spMk id="128" creationId="{D6FED248-531D-E790-D864-D11EAE623B92}"/>
          </ac:spMkLst>
        </pc:spChg>
        <pc:spChg chg="mod">
          <ac:chgData name="Alexandre Linck" userId="3e8679aa-ccdd-463f-8edf-0a911d703614" providerId="ADAL" clId="{C10DBD1C-CA6A-4357-AD1D-DD274190F00A}" dt="2026-08-19T13:12:00.674" v="156689"/>
          <ac:spMkLst>
            <pc:docMk/>
            <pc:sldMk cId="1552522832" sldId="269"/>
            <ac:spMk id="129" creationId="{D468A329-3B08-0644-D7C2-D34E7A9CD72A}"/>
          </ac:spMkLst>
        </pc:spChg>
        <pc:spChg chg="mod">
          <ac:chgData name="Alexandre Linck" userId="3e8679aa-ccdd-463f-8edf-0a911d703614" providerId="ADAL" clId="{C10DBD1C-CA6A-4357-AD1D-DD274190F00A}" dt="2026-08-19T13:38:25.131" v="157268" actId="12789"/>
          <ac:spMkLst>
            <pc:docMk/>
            <pc:sldMk cId="1552522832" sldId="269"/>
            <ac:spMk id="132" creationId="{9001F33D-FAA3-1869-203C-AEEBF00A0C3E}"/>
          </ac:spMkLst>
        </pc:spChg>
        <pc:spChg chg="mod topLvl">
          <ac:chgData name="Alexandre Linck" userId="3e8679aa-ccdd-463f-8edf-0a911d703614" providerId="ADAL" clId="{C10DBD1C-CA6A-4357-AD1D-DD274190F00A}" dt="2026-08-19T13:12:59.069" v="156719" actId="165"/>
          <ac:spMkLst>
            <pc:docMk/>
            <pc:sldMk cId="1552522832" sldId="269"/>
            <ac:spMk id="134" creationId="{EC2D0A77-DB4D-89ED-E9B2-0AFA6604D49C}"/>
          </ac:spMkLst>
        </pc:spChg>
        <pc:spChg chg="mod">
          <ac:chgData name="Alexandre Linck" userId="3e8679aa-ccdd-463f-8edf-0a911d703614" providerId="ADAL" clId="{C10DBD1C-CA6A-4357-AD1D-DD274190F00A}" dt="2026-08-19T13:11:20.119" v="156670" actId="20577"/>
          <ac:spMkLst>
            <pc:docMk/>
            <pc:sldMk cId="1552522832" sldId="269"/>
            <ac:spMk id="135" creationId="{79797AEF-9ABE-AE4A-4D02-E56513BD8A2F}"/>
          </ac:spMkLst>
        </pc:spChg>
        <pc:spChg chg="mod">
          <ac:chgData name="Alexandre Linck" userId="3e8679aa-ccdd-463f-8edf-0a911d703614" providerId="ADAL" clId="{C10DBD1C-CA6A-4357-AD1D-DD274190F00A}" dt="2026-08-19T13:23:44.744" v="157053" actId="554"/>
          <ac:spMkLst>
            <pc:docMk/>
            <pc:sldMk cId="1552522832" sldId="269"/>
            <ac:spMk id="136" creationId="{A0E86072-B044-1DC3-C555-FB49867CE651}"/>
          </ac:spMkLst>
        </pc:spChg>
        <pc:spChg chg="mod">
          <ac:chgData name="Alexandre Linck" userId="3e8679aa-ccdd-463f-8edf-0a911d703614" providerId="ADAL" clId="{C10DBD1C-CA6A-4357-AD1D-DD274190F00A}" dt="2026-08-19T13:12:11.165" v="156703" actId="20577"/>
          <ac:spMkLst>
            <pc:docMk/>
            <pc:sldMk cId="1552522832" sldId="269"/>
            <ac:spMk id="138" creationId="{B3F1DBA4-472C-C8C0-71C2-5AE8CA74B21A}"/>
          </ac:spMkLst>
        </pc:spChg>
        <pc:spChg chg="mod">
          <ac:chgData name="Alexandre Linck" userId="3e8679aa-ccdd-463f-8edf-0a911d703614" providerId="ADAL" clId="{C10DBD1C-CA6A-4357-AD1D-DD274190F00A}" dt="2026-08-19T21:13:24.977" v="159145" actId="20577"/>
          <ac:spMkLst>
            <pc:docMk/>
            <pc:sldMk cId="1552522832" sldId="269"/>
            <ac:spMk id="139" creationId="{0A87162B-E747-E5B1-3FD1-D9237A28E280}"/>
          </ac:spMkLst>
        </pc:spChg>
        <pc:spChg chg="mod">
          <ac:chgData name="Alexandre Linck" userId="3e8679aa-ccdd-463f-8edf-0a911d703614" providerId="ADAL" clId="{C10DBD1C-CA6A-4357-AD1D-DD274190F00A}" dt="2026-08-19T13:29:59.004" v="157206" actId="1076"/>
          <ac:spMkLst>
            <pc:docMk/>
            <pc:sldMk cId="1552522832" sldId="269"/>
            <ac:spMk id="141" creationId="{B6C4A153-5001-B1E4-AE9B-B1544D6B64B5}"/>
          </ac:spMkLst>
        </pc:spChg>
        <pc:spChg chg="mod">
          <ac:chgData name="Alexandre Linck" userId="3e8679aa-ccdd-463f-8edf-0a911d703614" providerId="ADAL" clId="{C10DBD1C-CA6A-4357-AD1D-DD274190F00A}" dt="2026-08-19T13:30:35.662" v="157217" actId="207"/>
          <ac:spMkLst>
            <pc:docMk/>
            <pc:sldMk cId="1552522832" sldId="269"/>
            <ac:spMk id="142" creationId="{1D66519F-E363-A364-C28A-9771B08321DA}"/>
          </ac:spMkLst>
        </pc:spChg>
        <pc:spChg chg="mod">
          <ac:chgData name="Alexandre Linck" userId="3e8679aa-ccdd-463f-8edf-0a911d703614" providerId="ADAL" clId="{C10DBD1C-CA6A-4357-AD1D-DD274190F00A}" dt="2026-08-19T13:11:22.207" v="156672" actId="20577"/>
          <ac:spMkLst>
            <pc:docMk/>
            <pc:sldMk cId="1552522832" sldId="269"/>
            <ac:spMk id="145" creationId="{0843AF48-38F2-09FF-28E0-0612D6191502}"/>
          </ac:spMkLst>
        </pc:spChg>
        <pc:spChg chg="mod">
          <ac:chgData name="Alexandre Linck" userId="3e8679aa-ccdd-463f-8edf-0a911d703614" providerId="ADAL" clId="{C10DBD1C-CA6A-4357-AD1D-DD274190F00A}" dt="2026-08-19T13:24:03.940" v="157066" actId="554"/>
          <ac:spMkLst>
            <pc:docMk/>
            <pc:sldMk cId="1552522832" sldId="269"/>
            <ac:spMk id="146" creationId="{17235EC4-CDBF-7CDB-A085-66CD1747EDBD}"/>
          </ac:spMkLst>
        </pc:spChg>
        <pc:spChg chg="mod topLvl">
          <ac:chgData name="Alexandre Linck" userId="3e8679aa-ccdd-463f-8edf-0a911d703614" providerId="ADAL" clId="{C10DBD1C-CA6A-4357-AD1D-DD274190F00A}" dt="2026-08-19T13:12:59.069" v="156719" actId="165"/>
          <ac:spMkLst>
            <pc:docMk/>
            <pc:sldMk cId="1552522832" sldId="269"/>
            <ac:spMk id="148" creationId="{476FAF66-F417-25CC-9D30-8A13F0C227D4}"/>
          </ac:spMkLst>
        </pc:spChg>
        <pc:spChg chg="mod">
          <ac:chgData name="Alexandre Linck" userId="3e8679aa-ccdd-463f-8edf-0a911d703614" providerId="ADAL" clId="{C10DBD1C-CA6A-4357-AD1D-DD274190F00A}" dt="2026-08-20T09:22:01.121" v="160367" actId="20577"/>
          <ac:spMkLst>
            <pc:docMk/>
            <pc:sldMk cId="1552522832" sldId="269"/>
            <ac:spMk id="149" creationId="{1898245F-F1F3-7826-82CF-919A84CFF39E}"/>
          </ac:spMkLst>
        </pc:spChg>
        <pc:spChg chg="mod topLvl">
          <ac:chgData name="Alexandre Linck" userId="3e8679aa-ccdd-463f-8edf-0a911d703614" providerId="ADAL" clId="{C10DBD1C-CA6A-4357-AD1D-DD274190F00A}" dt="2026-08-19T13:30:39.850" v="157218" actId="207"/>
          <ac:spMkLst>
            <pc:docMk/>
            <pc:sldMk cId="1552522832" sldId="269"/>
            <ac:spMk id="152" creationId="{3E1F657A-D99D-031D-B646-451191F00FD0}"/>
          </ac:spMkLst>
        </pc:spChg>
        <pc:spChg chg="mod">
          <ac:chgData name="Alexandre Linck" userId="3e8679aa-ccdd-463f-8edf-0a911d703614" providerId="ADAL" clId="{C10DBD1C-CA6A-4357-AD1D-DD274190F00A}" dt="2026-08-19T13:11:24.442" v="156674" actId="20577"/>
          <ac:spMkLst>
            <pc:docMk/>
            <pc:sldMk cId="1552522832" sldId="269"/>
            <ac:spMk id="155" creationId="{3CDE1DF4-F4B5-2FFC-E09F-96C60B117E5E}"/>
          </ac:spMkLst>
        </pc:spChg>
        <pc:spChg chg="mod">
          <ac:chgData name="Alexandre Linck" userId="3e8679aa-ccdd-463f-8edf-0a911d703614" providerId="ADAL" clId="{C10DBD1C-CA6A-4357-AD1D-DD274190F00A}" dt="2026-08-19T13:15:16.220" v="156805" actId="554"/>
          <ac:spMkLst>
            <pc:docMk/>
            <pc:sldMk cId="1552522832" sldId="269"/>
            <ac:spMk id="156" creationId="{64E3BBC5-37B5-CCCA-F580-8296E08F1EA2}"/>
          </ac:spMkLst>
        </pc:spChg>
        <pc:spChg chg="mod topLvl">
          <ac:chgData name="Alexandre Linck" userId="3e8679aa-ccdd-463f-8edf-0a911d703614" providerId="ADAL" clId="{C10DBD1C-CA6A-4357-AD1D-DD274190F00A}" dt="2026-08-19T13:12:59.069" v="156719" actId="165"/>
          <ac:spMkLst>
            <pc:docMk/>
            <pc:sldMk cId="1552522832" sldId="269"/>
            <ac:spMk id="158" creationId="{6854D05C-619B-213B-4CB8-BDBB1F5B19DE}"/>
          </ac:spMkLst>
        </pc:spChg>
        <pc:spChg chg="mod topLvl">
          <ac:chgData name="Alexandre Linck" userId="3e8679aa-ccdd-463f-8edf-0a911d703614" providerId="ADAL" clId="{C10DBD1C-CA6A-4357-AD1D-DD274190F00A}" dt="2026-08-19T13:12:59.069" v="156719" actId="165"/>
          <ac:spMkLst>
            <pc:docMk/>
            <pc:sldMk cId="1552522832" sldId="269"/>
            <ac:spMk id="159" creationId="{CB4D5FF0-D6A1-380F-7AC2-A36E35C037BC}"/>
          </ac:spMkLst>
        </pc:spChg>
        <pc:spChg chg="mod topLvl">
          <ac:chgData name="Alexandre Linck" userId="3e8679aa-ccdd-463f-8edf-0a911d703614" providerId="ADAL" clId="{C10DBD1C-CA6A-4357-AD1D-DD274190F00A}" dt="2026-08-19T14:49:41.743" v="157537" actId="20577"/>
          <ac:spMkLst>
            <pc:docMk/>
            <pc:sldMk cId="1552522832" sldId="269"/>
            <ac:spMk id="161" creationId="{D148EEA8-32C0-2875-4FD3-040E3550769D}"/>
          </ac:spMkLst>
        </pc:spChg>
        <pc:spChg chg="add mod">
          <ac:chgData name="Alexandre Linck" userId="3e8679aa-ccdd-463f-8edf-0a911d703614" providerId="ADAL" clId="{C10DBD1C-CA6A-4357-AD1D-DD274190F00A}" dt="2026-08-19T13:14:29.464" v="156779" actId="554"/>
          <ac:spMkLst>
            <pc:docMk/>
            <pc:sldMk cId="1552522832" sldId="269"/>
            <ac:spMk id="181" creationId="{B57EB8E7-19E5-24F0-1577-DD7C10C74845}"/>
          </ac:spMkLst>
        </pc:spChg>
        <pc:spChg chg="add mod">
          <ac:chgData name="Alexandre Linck" userId="3e8679aa-ccdd-463f-8edf-0a911d703614" providerId="ADAL" clId="{C10DBD1C-CA6A-4357-AD1D-DD274190F00A}" dt="2026-08-19T13:14:37.530" v="156784" actId="554"/>
          <ac:spMkLst>
            <pc:docMk/>
            <pc:sldMk cId="1552522832" sldId="269"/>
            <ac:spMk id="183" creationId="{1996E120-867C-FDC9-90CB-340AF3A5E543}"/>
          </ac:spMkLst>
        </pc:spChg>
        <pc:spChg chg="add mod">
          <ac:chgData name="Alexandre Linck" userId="3e8679aa-ccdd-463f-8edf-0a911d703614" providerId="ADAL" clId="{C10DBD1C-CA6A-4357-AD1D-DD274190F00A}" dt="2026-08-19T13:15:16.220" v="156805" actId="554"/>
          <ac:spMkLst>
            <pc:docMk/>
            <pc:sldMk cId="1552522832" sldId="269"/>
            <ac:spMk id="193" creationId="{87F920CD-5E4C-23BA-C03F-A8BAA8D2949F}"/>
          </ac:spMkLst>
        </pc:spChg>
        <pc:spChg chg="add mod">
          <ac:chgData name="Alexandre Linck" userId="3e8679aa-ccdd-463f-8edf-0a911d703614" providerId="ADAL" clId="{C10DBD1C-CA6A-4357-AD1D-DD274190F00A}" dt="2026-08-19T13:15:28.281" v="156810" actId="554"/>
          <ac:spMkLst>
            <pc:docMk/>
            <pc:sldMk cId="1552522832" sldId="269"/>
            <ac:spMk id="195" creationId="{01AB2F20-DC58-08B9-6FBA-5C56312445D8}"/>
          </ac:spMkLst>
        </pc:spChg>
        <pc:spChg chg="add mod">
          <ac:chgData name="Alexandre Linck" userId="3e8679aa-ccdd-463f-8edf-0a911d703614" providerId="ADAL" clId="{C10DBD1C-CA6A-4357-AD1D-DD274190F00A}" dt="2026-08-19T13:21:22.889" v="157019" actId="552"/>
          <ac:spMkLst>
            <pc:docMk/>
            <pc:sldMk cId="1552522832" sldId="269"/>
            <ac:spMk id="197" creationId="{A25A6746-B918-AEA3-4E03-C37D7AF6BFFC}"/>
          </ac:spMkLst>
        </pc:spChg>
        <pc:spChg chg="add mod">
          <ac:chgData name="Alexandre Linck" userId="3e8679aa-ccdd-463f-8edf-0a911d703614" providerId="ADAL" clId="{C10DBD1C-CA6A-4357-AD1D-DD274190F00A}" dt="2026-08-19T13:23:44.744" v="157053" actId="554"/>
          <ac:spMkLst>
            <pc:docMk/>
            <pc:sldMk cId="1552522832" sldId="269"/>
            <ac:spMk id="201" creationId="{64AFE03B-F153-547F-00A7-C392D8DFA07A}"/>
          </ac:spMkLst>
        </pc:spChg>
        <pc:spChg chg="add mod">
          <ac:chgData name="Alexandre Linck" userId="3e8679aa-ccdd-463f-8edf-0a911d703614" providerId="ADAL" clId="{C10DBD1C-CA6A-4357-AD1D-DD274190F00A}" dt="2026-08-19T13:24:03.940" v="157066" actId="554"/>
          <ac:spMkLst>
            <pc:docMk/>
            <pc:sldMk cId="1552522832" sldId="269"/>
            <ac:spMk id="205" creationId="{4D1CCFD1-09D3-9E4B-C4C2-4D50C5D11E12}"/>
          </ac:spMkLst>
        </pc:spChg>
        <pc:picChg chg="add mod">
          <ac:chgData name="Alexandre Linck" userId="3e8679aa-ccdd-463f-8edf-0a911d703614" providerId="ADAL" clId="{C10DBD1C-CA6A-4357-AD1D-DD274190F00A}" dt="2026-08-19T13:26:30.874" v="157123" actId="12789"/>
          <ac:picMkLst>
            <pc:docMk/>
            <pc:sldMk cId="1552522832" sldId="269"/>
            <ac:picMk id="209" creationId="{5DBDB979-B0D2-0DA5-9422-D325CE7E9EEE}"/>
          </ac:picMkLst>
        </pc:picChg>
        <pc:picChg chg="add mod">
          <ac:chgData name="Alexandre Linck" userId="3e8679aa-ccdd-463f-8edf-0a911d703614" providerId="ADAL" clId="{C10DBD1C-CA6A-4357-AD1D-DD274190F00A}" dt="2026-08-19T13:26:27.559" v="157121" actId="12789"/>
          <ac:picMkLst>
            <pc:docMk/>
            <pc:sldMk cId="1552522832" sldId="269"/>
            <ac:picMk id="213" creationId="{341A1DC9-BA94-6C3C-F680-CB2C90A52619}"/>
          </ac:picMkLst>
        </pc:picChg>
        <pc:picChg chg="add mod">
          <ac:chgData name="Alexandre Linck" userId="3e8679aa-ccdd-463f-8edf-0a911d703614" providerId="ADAL" clId="{C10DBD1C-CA6A-4357-AD1D-DD274190F00A}" dt="2026-08-19T13:27:42.969" v="157157" actId="12789"/>
          <ac:picMkLst>
            <pc:docMk/>
            <pc:sldMk cId="1552522832" sldId="269"/>
            <ac:picMk id="224" creationId="{7463261A-EA39-C852-D506-D8183FC8C696}"/>
          </ac:picMkLst>
        </pc:picChg>
        <pc:picChg chg="add mod">
          <ac:chgData name="Alexandre Linck" userId="3e8679aa-ccdd-463f-8edf-0a911d703614" providerId="ADAL" clId="{C10DBD1C-CA6A-4357-AD1D-DD274190F00A}" dt="2026-08-19T13:28:07.569" v="157167" actId="12789"/>
          <ac:picMkLst>
            <pc:docMk/>
            <pc:sldMk cId="1552522832" sldId="269"/>
            <ac:picMk id="226" creationId="{D45C8BD5-59B0-6E42-A2AB-F09385B53B62}"/>
          </ac:picMkLst>
        </pc:picChg>
        <pc:picChg chg="add mod">
          <ac:chgData name="Alexandre Linck" userId="3e8679aa-ccdd-463f-8edf-0a911d703614" providerId="ADAL" clId="{C10DBD1C-CA6A-4357-AD1D-DD274190F00A}" dt="2026-08-19T13:28:27.661" v="157177" actId="12789"/>
          <ac:picMkLst>
            <pc:docMk/>
            <pc:sldMk cId="1552522832" sldId="269"/>
            <ac:picMk id="228" creationId="{1679D380-C64C-FAD7-938D-DA04BE0DACF1}"/>
          </ac:picMkLst>
        </pc:picChg>
        <pc:picChg chg="add mod">
          <ac:chgData name="Alexandre Linck" userId="3e8679aa-ccdd-463f-8edf-0a911d703614" providerId="ADAL" clId="{C10DBD1C-CA6A-4357-AD1D-DD274190F00A}" dt="2026-08-19T13:29:32.249" v="157197" actId="12789"/>
          <ac:picMkLst>
            <pc:docMk/>
            <pc:sldMk cId="1552522832" sldId="269"/>
            <ac:picMk id="232" creationId="{ABA4942C-B1F3-BD7D-3140-034B4BBD8539}"/>
          </ac:picMkLst>
        </pc:picChg>
        <pc:picChg chg="add mod ord">
          <ac:chgData name="Alexandre Linck" userId="3e8679aa-ccdd-463f-8edf-0a911d703614" providerId="ADAL" clId="{C10DBD1C-CA6A-4357-AD1D-DD274190F00A}" dt="2026-08-19T13:30:10.054" v="157212" actId="12789"/>
          <ac:picMkLst>
            <pc:docMk/>
            <pc:sldMk cId="1552522832" sldId="269"/>
            <ac:picMk id="234" creationId="{8C6CECAB-AC19-BEA2-65D9-FD80998A44F8}"/>
          </ac:picMkLst>
        </pc:picChg>
        <pc:picChg chg="add mod">
          <ac:chgData name="Alexandre Linck" userId="3e8679aa-ccdd-463f-8edf-0a911d703614" providerId="ADAL" clId="{C10DBD1C-CA6A-4357-AD1D-DD274190F00A}" dt="2026-08-19T13:37:33.048" v="157256" actId="12789"/>
          <ac:picMkLst>
            <pc:docMk/>
            <pc:sldMk cId="1552522832" sldId="269"/>
            <ac:picMk id="236" creationId="{E11D1365-290A-34A2-F3AB-FBB3BEC77432}"/>
          </ac:picMkLst>
        </pc:picChg>
        <pc:picChg chg="add mod">
          <ac:chgData name="Alexandre Linck" userId="3e8679aa-ccdd-463f-8edf-0a911d703614" providerId="ADAL" clId="{C10DBD1C-CA6A-4357-AD1D-DD274190F00A}" dt="2026-08-19T13:38:25.131" v="157268" actId="12789"/>
          <ac:picMkLst>
            <pc:docMk/>
            <pc:sldMk cId="1552522832" sldId="269"/>
            <ac:picMk id="238" creationId="{3A8E3A50-C7AC-DBA2-473E-76C3005BA42B}"/>
          </ac:picMkLst>
        </pc:picChg>
      </pc:sldChg>
      <pc:sldChg chg="addSp delSp modSp add mod ord">
        <pc:chgData name="Alexandre Linck" userId="3e8679aa-ccdd-463f-8edf-0a911d703614" providerId="ADAL" clId="{C10DBD1C-CA6A-4357-AD1D-DD274190F00A}" dt="2026-08-28T14:35:08.598" v="168938"/>
        <pc:sldMkLst>
          <pc:docMk/>
          <pc:sldMk cId="3214300557" sldId="270"/>
        </pc:sldMkLst>
        <pc:spChg chg="mod">
          <ac:chgData name="Alexandre Linck" userId="3e8679aa-ccdd-463f-8edf-0a911d703614" providerId="ADAL" clId="{C10DBD1C-CA6A-4357-AD1D-DD274190F00A}" dt="2026-08-19T20:50:07.103" v="158727" actId="20577"/>
          <ac:spMkLst>
            <pc:docMk/>
            <pc:sldMk cId="3214300557" sldId="270"/>
            <ac:spMk id="2" creationId="{E6C17BBD-800E-64DC-B183-E6B6F8383399}"/>
          </ac:spMkLst>
        </pc:spChg>
        <pc:spChg chg="add mod">
          <ac:chgData name="Alexandre Linck" userId="3e8679aa-ccdd-463f-8edf-0a911d703614" providerId="ADAL" clId="{C10DBD1C-CA6A-4357-AD1D-DD274190F00A}" dt="2026-08-28T14:35:08.598" v="168938"/>
          <ac:spMkLst>
            <pc:docMk/>
            <pc:sldMk cId="3214300557" sldId="270"/>
            <ac:spMk id="3" creationId="{7D3AE340-2967-0F2A-B037-5E13E1D718A8}"/>
          </ac:spMkLst>
        </pc:spChg>
        <pc:spChg chg="add mod">
          <ac:chgData name="Alexandre Linck" userId="3e8679aa-ccdd-463f-8edf-0a911d703614" providerId="ADAL" clId="{C10DBD1C-CA6A-4357-AD1D-DD274190F00A}" dt="2026-08-19T20:42:56.726" v="158592"/>
          <ac:spMkLst>
            <pc:docMk/>
            <pc:sldMk cId="3214300557" sldId="270"/>
            <ac:spMk id="4" creationId="{55C98481-83AE-8BBE-8F09-84C2E776D601}"/>
          </ac:spMkLst>
        </pc:spChg>
        <pc:spChg chg="add mod">
          <ac:chgData name="Alexandre Linck" userId="3e8679aa-ccdd-463f-8edf-0a911d703614" providerId="ADAL" clId="{C10DBD1C-CA6A-4357-AD1D-DD274190F00A}" dt="2026-08-19T21:11:54.300" v="159117" actId="20577"/>
          <ac:spMkLst>
            <pc:docMk/>
            <pc:sldMk cId="3214300557" sldId="270"/>
            <ac:spMk id="5" creationId="{86E5D337-4F03-D89A-2209-8D1112AAC0EA}"/>
          </ac:spMkLst>
        </pc:spChg>
        <pc:spChg chg="add mod">
          <ac:chgData name="Alexandre Linck" userId="3e8679aa-ccdd-463f-8edf-0a911d703614" providerId="ADAL" clId="{C10DBD1C-CA6A-4357-AD1D-DD274190F00A}" dt="2026-08-19T20:42:56.726" v="158592"/>
          <ac:spMkLst>
            <pc:docMk/>
            <pc:sldMk cId="3214300557" sldId="270"/>
            <ac:spMk id="6" creationId="{BF9D2432-B532-1E0A-41C7-637ABEAE3DA2}"/>
          </ac:spMkLst>
        </pc:spChg>
        <pc:spChg chg="add del">
          <ac:chgData name="Alexandre Linck" userId="3e8679aa-ccdd-463f-8edf-0a911d703614" providerId="ADAL" clId="{C10DBD1C-CA6A-4357-AD1D-DD274190F00A}" dt="2026-08-28T14:12:51.762" v="168640" actId="22"/>
          <ac:spMkLst>
            <pc:docMk/>
            <pc:sldMk cId="3214300557" sldId="270"/>
            <ac:spMk id="9" creationId="{D00BD101-FC7F-53C4-3B29-D3B94F03B592}"/>
          </ac:spMkLst>
        </pc:spChg>
        <pc:spChg chg="add">
          <ac:chgData name="Alexandre Linck" userId="3e8679aa-ccdd-463f-8edf-0a911d703614" providerId="ADAL" clId="{C10DBD1C-CA6A-4357-AD1D-DD274190F00A}" dt="2026-08-20T09:37:57.642" v="160823" actId="22"/>
          <ac:spMkLst>
            <pc:docMk/>
            <pc:sldMk cId="3214300557" sldId="270"/>
            <ac:spMk id="13" creationId="{E1F6AD6C-7248-F048-E6D1-59E438D1A8D4}"/>
          </ac:spMkLst>
        </pc:spChg>
        <pc:spChg chg="add del">
          <ac:chgData name="Alexandre Linck" userId="3e8679aa-ccdd-463f-8edf-0a911d703614" providerId="ADAL" clId="{C10DBD1C-CA6A-4357-AD1D-DD274190F00A}" dt="2026-08-28T14:12:49.692" v="168638" actId="478"/>
          <ac:spMkLst>
            <pc:docMk/>
            <pc:sldMk cId="3214300557" sldId="270"/>
            <ac:spMk id="17" creationId="{AD539AD3-A653-050C-FEEF-CFCB95AF2202}"/>
          </ac:spMkLst>
        </pc:spChg>
        <pc:spChg chg="mod">
          <ac:chgData name="Alexandre Linck" userId="3e8679aa-ccdd-463f-8edf-0a911d703614" providerId="ADAL" clId="{C10DBD1C-CA6A-4357-AD1D-DD274190F00A}" dt="2026-08-28T14:14:03.655" v="168665"/>
          <ac:spMkLst>
            <pc:docMk/>
            <pc:sldMk cId="3214300557" sldId="270"/>
            <ac:spMk id="35" creationId="{40DD745C-24F5-15C3-54FF-D498024A9915}"/>
          </ac:spMkLst>
        </pc:spChg>
        <pc:spChg chg="mod">
          <ac:chgData name="Alexandre Linck" userId="3e8679aa-ccdd-463f-8edf-0a911d703614" providerId="ADAL" clId="{C10DBD1C-CA6A-4357-AD1D-DD274190F00A}" dt="2026-08-28T14:14:49.273" v="168667" actId="20577"/>
          <ac:spMkLst>
            <pc:docMk/>
            <pc:sldMk cId="3214300557" sldId="270"/>
            <ac:spMk id="38" creationId="{75807C85-7EC4-132A-2A97-E7DD2AFE087A}"/>
          </ac:spMkLst>
        </pc:spChg>
        <pc:picChg chg="add ord">
          <ac:chgData name="Alexandre Linck" userId="3e8679aa-ccdd-463f-8edf-0a911d703614" providerId="ADAL" clId="{C10DBD1C-CA6A-4357-AD1D-DD274190F00A}" dt="2026-08-20T09:39:59.006" v="160875" actId="167"/>
          <ac:picMkLst>
            <pc:docMk/>
            <pc:sldMk cId="3214300557" sldId="270"/>
            <ac:picMk id="15" creationId="{53BDFD50-C355-5FEE-5C5A-4019AA87D6A0}"/>
          </ac:picMkLst>
        </pc:picChg>
        <pc:cxnChg chg="add mod">
          <ac:chgData name="Alexandre Linck" userId="3e8679aa-ccdd-463f-8edf-0a911d703614" providerId="ADAL" clId="{C10DBD1C-CA6A-4357-AD1D-DD274190F00A}" dt="2026-08-19T20:42:56.726" v="158592"/>
          <ac:cxnSpMkLst>
            <pc:docMk/>
            <pc:sldMk cId="3214300557" sldId="270"/>
            <ac:cxnSpMk id="7" creationId="{A1F95579-52AB-2536-A2C4-589632DAF9BF}"/>
          </ac:cxnSpMkLst>
        </pc:cxnChg>
      </pc:sldChg>
      <pc:sldChg chg="addSp delSp modSp add mod ord">
        <pc:chgData name="Alexandre Linck" userId="3e8679aa-ccdd-463f-8edf-0a911d703614" providerId="ADAL" clId="{C10DBD1C-CA6A-4357-AD1D-DD274190F00A}" dt="2026-08-28T14:35:09.889" v="168939"/>
        <pc:sldMkLst>
          <pc:docMk/>
          <pc:sldMk cId="1602400601" sldId="271"/>
        </pc:sldMkLst>
        <pc:spChg chg="mod">
          <ac:chgData name="Alexandre Linck" userId="3e8679aa-ccdd-463f-8edf-0a911d703614" providerId="ADAL" clId="{C10DBD1C-CA6A-4357-AD1D-DD274190F00A}" dt="2026-08-19T20:50:20.687" v="158732"/>
          <ac:spMkLst>
            <pc:docMk/>
            <pc:sldMk cId="1602400601" sldId="271"/>
            <ac:spMk id="2" creationId="{D43D545F-EE58-C1F7-13F3-75E19B7FCFF1}"/>
          </ac:spMkLst>
        </pc:spChg>
        <pc:spChg chg="mod">
          <ac:chgData name="Alexandre Linck" userId="3e8679aa-ccdd-463f-8edf-0a911d703614" providerId="ADAL" clId="{C10DBD1C-CA6A-4357-AD1D-DD274190F00A}" dt="2026-08-28T14:35:09.889" v="168939"/>
          <ac:spMkLst>
            <pc:docMk/>
            <pc:sldMk cId="1602400601" sldId="271"/>
            <ac:spMk id="3" creationId="{69077331-EB1F-6671-AF93-43354A9DE0A0}"/>
          </ac:spMkLst>
        </pc:spChg>
        <pc:spChg chg="mod">
          <ac:chgData name="Alexandre Linck" userId="3e8679aa-ccdd-463f-8edf-0a911d703614" providerId="ADAL" clId="{C10DBD1C-CA6A-4357-AD1D-DD274190F00A}" dt="2026-08-19T21:11:56.313" v="159120" actId="20577"/>
          <ac:spMkLst>
            <pc:docMk/>
            <pc:sldMk cId="1602400601" sldId="271"/>
            <ac:spMk id="5" creationId="{0B6CDDDC-9268-E7D8-B326-4B62860C7101}"/>
          </ac:spMkLst>
        </pc:spChg>
        <pc:spChg chg="add">
          <ac:chgData name="Alexandre Linck" userId="3e8679aa-ccdd-463f-8edf-0a911d703614" providerId="ADAL" clId="{C10DBD1C-CA6A-4357-AD1D-DD274190F00A}" dt="2026-08-20T09:37:58.570" v="160824" actId="22"/>
          <ac:spMkLst>
            <pc:docMk/>
            <pc:sldMk cId="1602400601" sldId="271"/>
            <ac:spMk id="13" creationId="{8CF5543C-B6EE-1E77-4FAF-9FFBC3D70E86}"/>
          </ac:spMkLst>
        </pc:spChg>
        <pc:spChg chg="add del">
          <ac:chgData name="Alexandre Linck" userId="3e8679aa-ccdd-463f-8edf-0a911d703614" providerId="ADAL" clId="{C10DBD1C-CA6A-4357-AD1D-DD274190F00A}" dt="2026-08-28T14:15:30.097" v="168682" actId="478"/>
          <ac:spMkLst>
            <pc:docMk/>
            <pc:sldMk cId="1602400601" sldId="271"/>
            <ac:spMk id="17" creationId="{DB9ED174-975D-1DB1-C78C-6D224FA398EE}"/>
          </ac:spMkLst>
        </pc:spChg>
        <pc:spChg chg="mod">
          <ac:chgData name="Alexandre Linck" userId="3e8679aa-ccdd-463f-8edf-0a911d703614" providerId="ADAL" clId="{C10DBD1C-CA6A-4357-AD1D-DD274190F00A}" dt="2026-08-28T14:16:44.047" v="168710" actId="20577"/>
          <ac:spMkLst>
            <pc:docMk/>
            <pc:sldMk cId="1602400601" sldId="271"/>
            <ac:spMk id="35" creationId="{C45A4B7A-3CD6-8B49-2B46-64BFAA915DDF}"/>
          </ac:spMkLst>
        </pc:spChg>
        <pc:spChg chg="mod">
          <ac:chgData name="Alexandre Linck" userId="3e8679aa-ccdd-463f-8edf-0a911d703614" providerId="ADAL" clId="{C10DBD1C-CA6A-4357-AD1D-DD274190F00A}" dt="2026-08-28T14:15:28.999" v="168681" actId="20577"/>
          <ac:spMkLst>
            <pc:docMk/>
            <pc:sldMk cId="1602400601" sldId="271"/>
            <ac:spMk id="38" creationId="{AE4CCCB0-926C-B2E0-8F0A-2F49A0CA1598}"/>
          </ac:spMkLst>
        </pc:spChg>
        <pc:picChg chg="add ord">
          <ac:chgData name="Alexandre Linck" userId="3e8679aa-ccdd-463f-8edf-0a911d703614" providerId="ADAL" clId="{C10DBD1C-CA6A-4357-AD1D-DD274190F00A}" dt="2026-08-20T09:40:04.500" v="160878" actId="167"/>
          <ac:picMkLst>
            <pc:docMk/>
            <pc:sldMk cId="1602400601" sldId="271"/>
            <ac:picMk id="15" creationId="{F3694835-0A34-1C34-DE81-0D028423639C}"/>
          </ac:picMkLst>
        </pc:picChg>
      </pc:sldChg>
      <pc:sldChg chg="addSp delSp modSp add mod ord">
        <pc:chgData name="Alexandre Linck" userId="3e8679aa-ccdd-463f-8edf-0a911d703614" providerId="ADAL" clId="{C10DBD1C-CA6A-4357-AD1D-DD274190F00A}" dt="2026-08-28T14:35:11.430" v="168940"/>
        <pc:sldMkLst>
          <pc:docMk/>
          <pc:sldMk cId="3870408047" sldId="272"/>
        </pc:sldMkLst>
        <pc:spChg chg="mod">
          <ac:chgData name="Alexandre Linck" userId="3e8679aa-ccdd-463f-8edf-0a911d703614" providerId="ADAL" clId="{C10DBD1C-CA6A-4357-AD1D-DD274190F00A}" dt="2026-08-19T20:50:27.157" v="158733"/>
          <ac:spMkLst>
            <pc:docMk/>
            <pc:sldMk cId="3870408047" sldId="272"/>
            <ac:spMk id="2" creationId="{F327C6A9-6A13-296F-D69C-145CB5ACDBCD}"/>
          </ac:spMkLst>
        </pc:spChg>
        <pc:spChg chg="mod">
          <ac:chgData name="Alexandre Linck" userId="3e8679aa-ccdd-463f-8edf-0a911d703614" providerId="ADAL" clId="{C10DBD1C-CA6A-4357-AD1D-DD274190F00A}" dt="2026-08-28T14:35:11.430" v="168940"/>
          <ac:spMkLst>
            <pc:docMk/>
            <pc:sldMk cId="3870408047" sldId="272"/>
            <ac:spMk id="3" creationId="{E408EDB8-C294-8F1A-406E-F39664289354}"/>
          </ac:spMkLst>
        </pc:spChg>
        <pc:spChg chg="mod">
          <ac:chgData name="Alexandre Linck" userId="3e8679aa-ccdd-463f-8edf-0a911d703614" providerId="ADAL" clId="{C10DBD1C-CA6A-4357-AD1D-DD274190F00A}" dt="2026-08-19T21:11:59.311" v="159123" actId="20577"/>
          <ac:spMkLst>
            <pc:docMk/>
            <pc:sldMk cId="3870408047" sldId="272"/>
            <ac:spMk id="5" creationId="{D087D037-E883-EA30-83B3-4952F2F9DC81}"/>
          </ac:spMkLst>
        </pc:spChg>
        <pc:spChg chg="add">
          <ac:chgData name="Alexandre Linck" userId="3e8679aa-ccdd-463f-8edf-0a911d703614" providerId="ADAL" clId="{C10DBD1C-CA6A-4357-AD1D-DD274190F00A}" dt="2026-08-20T09:37:59.324" v="160825" actId="22"/>
          <ac:spMkLst>
            <pc:docMk/>
            <pc:sldMk cId="3870408047" sldId="272"/>
            <ac:spMk id="12" creationId="{22CA4626-4834-5801-54F6-03E07FB9CBEC}"/>
          </ac:spMkLst>
        </pc:spChg>
        <pc:spChg chg="add del">
          <ac:chgData name="Alexandre Linck" userId="3e8679aa-ccdd-463f-8edf-0a911d703614" providerId="ADAL" clId="{C10DBD1C-CA6A-4357-AD1D-DD274190F00A}" dt="2026-08-28T14:16:46.539" v="168711" actId="478"/>
          <ac:spMkLst>
            <pc:docMk/>
            <pc:sldMk cId="3870408047" sldId="272"/>
            <ac:spMk id="16" creationId="{1F133EA9-ED3C-1B0D-EF24-09A719CDF3F1}"/>
          </ac:spMkLst>
        </pc:spChg>
        <pc:spChg chg="mod">
          <ac:chgData name="Alexandre Linck" userId="3e8679aa-ccdd-463f-8edf-0a911d703614" providerId="ADAL" clId="{C10DBD1C-CA6A-4357-AD1D-DD274190F00A}" dt="2026-08-28T14:17:20.717" v="168729" actId="20577"/>
          <ac:spMkLst>
            <pc:docMk/>
            <pc:sldMk cId="3870408047" sldId="272"/>
            <ac:spMk id="35" creationId="{4AEC6371-36B1-B6D8-2E61-8AC6377FFBDD}"/>
          </ac:spMkLst>
        </pc:spChg>
        <pc:spChg chg="mod">
          <ac:chgData name="Alexandre Linck" userId="3e8679aa-ccdd-463f-8edf-0a911d703614" providerId="ADAL" clId="{C10DBD1C-CA6A-4357-AD1D-DD274190F00A}" dt="2026-08-28T14:20:04.756" v="168803" actId="20577"/>
          <ac:spMkLst>
            <pc:docMk/>
            <pc:sldMk cId="3870408047" sldId="272"/>
            <ac:spMk id="38" creationId="{41D72B0C-C778-6246-8D2F-F78444269F52}"/>
          </ac:spMkLst>
        </pc:spChg>
        <pc:picChg chg="add ord">
          <ac:chgData name="Alexandre Linck" userId="3e8679aa-ccdd-463f-8edf-0a911d703614" providerId="ADAL" clId="{C10DBD1C-CA6A-4357-AD1D-DD274190F00A}" dt="2026-08-20T09:40:09.334" v="160881" actId="167"/>
          <ac:picMkLst>
            <pc:docMk/>
            <pc:sldMk cId="3870408047" sldId="272"/>
            <ac:picMk id="14" creationId="{B582E7C7-D7D4-0DAC-3FB1-01BB3849355B}"/>
          </ac:picMkLst>
        </pc:picChg>
      </pc:sldChg>
      <pc:sldChg chg="addSp delSp modSp add mod ord">
        <pc:chgData name="Alexandre Linck" userId="3e8679aa-ccdd-463f-8edf-0a911d703614" providerId="ADAL" clId="{C10DBD1C-CA6A-4357-AD1D-DD274190F00A}" dt="2026-08-28T14:35:13.017" v="168941"/>
        <pc:sldMkLst>
          <pc:docMk/>
          <pc:sldMk cId="648336695" sldId="273"/>
        </pc:sldMkLst>
        <pc:spChg chg="mod">
          <ac:chgData name="Alexandre Linck" userId="3e8679aa-ccdd-463f-8edf-0a911d703614" providerId="ADAL" clId="{C10DBD1C-CA6A-4357-AD1D-DD274190F00A}" dt="2026-08-19T20:51:31.151" v="158776"/>
          <ac:spMkLst>
            <pc:docMk/>
            <pc:sldMk cId="648336695" sldId="273"/>
            <ac:spMk id="2" creationId="{0834B392-B6B3-0B96-916C-6D6FC14B76AB}"/>
          </ac:spMkLst>
        </pc:spChg>
        <pc:spChg chg="mod">
          <ac:chgData name="Alexandre Linck" userId="3e8679aa-ccdd-463f-8edf-0a911d703614" providerId="ADAL" clId="{C10DBD1C-CA6A-4357-AD1D-DD274190F00A}" dt="2026-08-28T14:35:13.017" v="168941"/>
          <ac:spMkLst>
            <pc:docMk/>
            <pc:sldMk cId="648336695" sldId="273"/>
            <ac:spMk id="3" creationId="{1D52A355-81C6-35B3-8FBF-0AF872D9AC6D}"/>
          </ac:spMkLst>
        </pc:spChg>
        <pc:spChg chg="mod">
          <ac:chgData name="Alexandre Linck" userId="3e8679aa-ccdd-463f-8edf-0a911d703614" providerId="ADAL" clId="{C10DBD1C-CA6A-4357-AD1D-DD274190F00A}" dt="2026-08-19T21:12:02.271" v="159124" actId="20577"/>
          <ac:spMkLst>
            <pc:docMk/>
            <pc:sldMk cId="648336695" sldId="273"/>
            <ac:spMk id="5" creationId="{0E9690E5-3F5D-6C94-89E1-4AF394C9A0E0}"/>
          </ac:spMkLst>
        </pc:spChg>
        <pc:spChg chg="add">
          <ac:chgData name="Alexandre Linck" userId="3e8679aa-ccdd-463f-8edf-0a911d703614" providerId="ADAL" clId="{C10DBD1C-CA6A-4357-AD1D-DD274190F00A}" dt="2026-08-20T09:38:00.139" v="160826" actId="22"/>
          <ac:spMkLst>
            <pc:docMk/>
            <pc:sldMk cId="648336695" sldId="273"/>
            <ac:spMk id="12" creationId="{6FD5FCDA-C183-B840-30A9-07175956177B}"/>
          </ac:spMkLst>
        </pc:spChg>
        <pc:spChg chg="add del">
          <ac:chgData name="Alexandre Linck" userId="3e8679aa-ccdd-463f-8edf-0a911d703614" providerId="ADAL" clId="{C10DBD1C-CA6A-4357-AD1D-DD274190F00A}" dt="2026-08-28T14:17:25.327" v="168730" actId="478"/>
          <ac:spMkLst>
            <pc:docMk/>
            <pc:sldMk cId="648336695" sldId="273"/>
            <ac:spMk id="16" creationId="{22707DF5-462F-67B0-82A0-D5B576580C79}"/>
          </ac:spMkLst>
        </pc:spChg>
        <pc:spChg chg="mod">
          <ac:chgData name="Alexandre Linck" userId="3e8679aa-ccdd-463f-8edf-0a911d703614" providerId="ADAL" clId="{C10DBD1C-CA6A-4357-AD1D-DD274190F00A}" dt="2026-08-28T14:17:53.706" v="168749" actId="20577"/>
          <ac:spMkLst>
            <pc:docMk/>
            <pc:sldMk cId="648336695" sldId="273"/>
            <ac:spMk id="35" creationId="{BA75B20C-6788-0959-2F84-193A2D7D0107}"/>
          </ac:spMkLst>
        </pc:spChg>
        <pc:spChg chg="mod">
          <ac:chgData name="Alexandre Linck" userId="3e8679aa-ccdd-463f-8edf-0a911d703614" providerId="ADAL" clId="{C10DBD1C-CA6A-4357-AD1D-DD274190F00A}" dt="2026-08-28T14:17:32.629" v="168734" actId="313"/>
          <ac:spMkLst>
            <pc:docMk/>
            <pc:sldMk cId="648336695" sldId="273"/>
            <ac:spMk id="38" creationId="{1861908A-9FDD-C77B-6E2E-5AD6A2928752}"/>
          </ac:spMkLst>
        </pc:spChg>
        <pc:picChg chg="add ord">
          <ac:chgData name="Alexandre Linck" userId="3e8679aa-ccdd-463f-8edf-0a911d703614" providerId="ADAL" clId="{C10DBD1C-CA6A-4357-AD1D-DD274190F00A}" dt="2026-08-20T09:40:16.595" v="160884" actId="167"/>
          <ac:picMkLst>
            <pc:docMk/>
            <pc:sldMk cId="648336695" sldId="273"/>
            <ac:picMk id="14" creationId="{ACEA5A99-3ABB-5D4C-7206-DE20FC2C14BE}"/>
          </ac:picMkLst>
        </pc:picChg>
      </pc:sldChg>
      <pc:sldChg chg="modSp add">
        <pc:chgData name="Alexandre Linck" userId="3e8679aa-ccdd-463f-8edf-0a911d703614" providerId="ADAL" clId="{C10DBD1C-CA6A-4357-AD1D-DD274190F00A}" dt="2026-08-17T14:19:27.627" v="147498"/>
        <pc:sldMkLst>
          <pc:docMk/>
          <pc:sldMk cId="1303408587" sldId="274"/>
        </pc:sldMkLst>
        <pc:spChg chg="mod">
          <ac:chgData name="Alexandre Linck" userId="3e8679aa-ccdd-463f-8edf-0a911d703614" providerId="ADAL" clId="{C10DBD1C-CA6A-4357-AD1D-DD274190F00A}" dt="2026-08-17T14:19:27.627" v="147498"/>
          <ac:spMkLst>
            <pc:docMk/>
            <pc:sldMk cId="1303408587" sldId="274"/>
            <ac:spMk id="5" creationId="{01F8D775-85C7-E068-0B9D-C35D8491CA8B}"/>
          </ac:spMkLst>
        </pc:spChg>
      </pc:sldChg>
      <pc:sldChg chg="addSp delSp modSp add mod ord">
        <pc:chgData name="Alexandre Linck" userId="3e8679aa-ccdd-463f-8edf-0a911d703614" providerId="ADAL" clId="{C10DBD1C-CA6A-4357-AD1D-DD274190F00A}" dt="2026-08-28T14:35:15.096" v="168942"/>
        <pc:sldMkLst>
          <pc:docMk/>
          <pc:sldMk cId="2145595851" sldId="275"/>
        </pc:sldMkLst>
        <pc:spChg chg="mod">
          <ac:chgData name="Alexandre Linck" userId="3e8679aa-ccdd-463f-8edf-0a911d703614" providerId="ADAL" clId="{C10DBD1C-CA6A-4357-AD1D-DD274190F00A}" dt="2026-08-19T20:55:53.227" v="159026" actId="20577"/>
          <ac:spMkLst>
            <pc:docMk/>
            <pc:sldMk cId="2145595851" sldId="275"/>
            <ac:spMk id="2" creationId="{D043E305-AB64-06CB-AC05-FF4E567A0A72}"/>
          </ac:spMkLst>
        </pc:spChg>
        <pc:spChg chg="mod">
          <ac:chgData name="Alexandre Linck" userId="3e8679aa-ccdd-463f-8edf-0a911d703614" providerId="ADAL" clId="{C10DBD1C-CA6A-4357-AD1D-DD274190F00A}" dt="2026-08-28T14:35:15.096" v="168942"/>
          <ac:spMkLst>
            <pc:docMk/>
            <pc:sldMk cId="2145595851" sldId="275"/>
            <ac:spMk id="3" creationId="{77E9E8D8-2C57-A21C-2830-387970ECB726}"/>
          </ac:spMkLst>
        </pc:spChg>
        <pc:spChg chg="mod">
          <ac:chgData name="Alexandre Linck" userId="3e8679aa-ccdd-463f-8edf-0a911d703614" providerId="ADAL" clId="{C10DBD1C-CA6A-4357-AD1D-DD274190F00A}" dt="2026-08-19T21:12:05.282" v="159125" actId="20577"/>
          <ac:spMkLst>
            <pc:docMk/>
            <pc:sldMk cId="2145595851" sldId="275"/>
            <ac:spMk id="5" creationId="{9BBC4B9A-5DEE-68B7-6368-5CDFE6317647}"/>
          </ac:spMkLst>
        </pc:spChg>
        <pc:spChg chg="add">
          <ac:chgData name="Alexandre Linck" userId="3e8679aa-ccdd-463f-8edf-0a911d703614" providerId="ADAL" clId="{C10DBD1C-CA6A-4357-AD1D-DD274190F00A}" dt="2026-08-20T09:38:00.870" v="160827" actId="22"/>
          <ac:spMkLst>
            <pc:docMk/>
            <pc:sldMk cId="2145595851" sldId="275"/>
            <ac:spMk id="10" creationId="{599141EA-FD2F-74DF-844C-F90B83B0FA70}"/>
          </ac:spMkLst>
        </pc:spChg>
        <pc:spChg chg="add del">
          <ac:chgData name="Alexandre Linck" userId="3e8679aa-ccdd-463f-8edf-0a911d703614" providerId="ADAL" clId="{C10DBD1C-CA6A-4357-AD1D-DD274190F00A}" dt="2026-08-28T14:18:00.830" v="168750" actId="478"/>
          <ac:spMkLst>
            <pc:docMk/>
            <pc:sldMk cId="2145595851" sldId="275"/>
            <ac:spMk id="14" creationId="{FB0FEAAF-898D-7C9F-7057-E5A03D4A7674}"/>
          </ac:spMkLst>
        </pc:spChg>
        <pc:spChg chg="mod">
          <ac:chgData name="Alexandre Linck" userId="3e8679aa-ccdd-463f-8edf-0a911d703614" providerId="ADAL" clId="{C10DBD1C-CA6A-4357-AD1D-DD274190F00A}" dt="2026-08-28T14:34:54.437" v="168936" actId="12"/>
          <ac:spMkLst>
            <pc:docMk/>
            <pc:sldMk cId="2145595851" sldId="275"/>
            <ac:spMk id="35" creationId="{ADE86782-731C-0213-FC35-A53D243DE132}"/>
          </ac:spMkLst>
        </pc:spChg>
        <pc:spChg chg="mod">
          <ac:chgData name="Alexandre Linck" userId="3e8679aa-ccdd-463f-8edf-0a911d703614" providerId="ADAL" clId="{C10DBD1C-CA6A-4357-AD1D-DD274190F00A}" dt="2026-08-28T14:18:12.024" v="168753" actId="20577"/>
          <ac:spMkLst>
            <pc:docMk/>
            <pc:sldMk cId="2145595851" sldId="275"/>
            <ac:spMk id="38" creationId="{187AC331-5892-5C95-5E9B-A83CDA18942F}"/>
          </ac:spMkLst>
        </pc:spChg>
        <pc:picChg chg="add ord">
          <ac:chgData name="Alexandre Linck" userId="3e8679aa-ccdd-463f-8edf-0a911d703614" providerId="ADAL" clId="{C10DBD1C-CA6A-4357-AD1D-DD274190F00A}" dt="2026-08-20T09:40:22.136" v="160887" actId="167"/>
          <ac:picMkLst>
            <pc:docMk/>
            <pc:sldMk cId="2145595851" sldId="275"/>
            <ac:picMk id="12" creationId="{D95DF0B9-F172-0476-8181-99CBDB328BC7}"/>
          </ac:picMkLst>
        </pc:picChg>
      </pc:sldChg>
      <pc:sldChg chg="addSp delSp modSp add mod ord">
        <pc:chgData name="Alexandre Linck" userId="3e8679aa-ccdd-463f-8edf-0a911d703614" providerId="ADAL" clId="{C10DBD1C-CA6A-4357-AD1D-DD274190F00A}" dt="2026-08-28T14:35:16.686" v="168943"/>
        <pc:sldMkLst>
          <pc:docMk/>
          <pc:sldMk cId="1334941049" sldId="276"/>
        </pc:sldMkLst>
        <pc:spChg chg="mod">
          <ac:chgData name="Alexandre Linck" userId="3e8679aa-ccdd-463f-8edf-0a911d703614" providerId="ADAL" clId="{C10DBD1C-CA6A-4357-AD1D-DD274190F00A}" dt="2026-08-19T20:55:50.348" v="159024" actId="20577"/>
          <ac:spMkLst>
            <pc:docMk/>
            <pc:sldMk cId="1334941049" sldId="276"/>
            <ac:spMk id="2" creationId="{D88042B3-E74A-5ABE-1526-123D2A9A8466}"/>
          </ac:spMkLst>
        </pc:spChg>
        <pc:spChg chg="mod">
          <ac:chgData name="Alexandre Linck" userId="3e8679aa-ccdd-463f-8edf-0a911d703614" providerId="ADAL" clId="{C10DBD1C-CA6A-4357-AD1D-DD274190F00A}" dt="2026-08-28T14:35:16.686" v="168943"/>
          <ac:spMkLst>
            <pc:docMk/>
            <pc:sldMk cId="1334941049" sldId="276"/>
            <ac:spMk id="3" creationId="{A2A49A39-13A7-5690-6D62-1B57613BB3F3}"/>
          </ac:spMkLst>
        </pc:spChg>
        <pc:spChg chg="mod">
          <ac:chgData name="Alexandre Linck" userId="3e8679aa-ccdd-463f-8edf-0a911d703614" providerId="ADAL" clId="{C10DBD1C-CA6A-4357-AD1D-DD274190F00A}" dt="2026-08-19T21:12:08.013" v="159128" actId="1035"/>
          <ac:spMkLst>
            <pc:docMk/>
            <pc:sldMk cId="1334941049" sldId="276"/>
            <ac:spMk id="5" creationId="{460196F7-196A-ABF8-7C30-C53F1BC16464}"/>
          </ac:spMkLst>
        </pc:spChg>
        <pc:spChg chg="add">
          <ac:chgData name="Alexandre Linck" userId="3e8679aa-ccdd-463f-8edf-0a911d703614" providerId="ADAL" clId="{C10DBD1C-CA6A-4357-AD1D-DD274190F00A}" dt="2026-08-20T09:38:01.582" v="160828" actId="22"/>
          <ac:spMkLst>
            <pc:docMk/>
            <pc:sldMk cId="1334941049" sldId="276"/>
            <ac:spMk id="10" creationId="{B6705F20-FE7D-2CA5-99BC-FD286D8D83DB}"/>
          </ac:spMkLst>
        </pc:spChg>
        <pc:spChg chg="add del">
          <ac:chgData name="Alexandre Linck" userId="3e8679aa-ccdd-463f-8edf-0a911d703614" providerId="ADAL" clId="{C10DBD1C-CA6A-4357-AD1D-DD274190F00A}" dt="2026-08-28T14:19:08.373" v="168782" actId="478"/>
          <ac:spMkLst>
            <pc:docMk/>
            <pc:sldMk cId="1334941049" sldId="276"/>
            <ac:spMk id="14" creationId="{4EAE7921-D8B7-D604-2DF2-13EFAD8689BE}"/>
          </ac:spMkLst>
        </pc:spChg>
        <pc:spChg chg="mod">
          <ac:chgData name="Alexandre Linck" userId="3e8679aa-ccdd-463f-8edf-0a911d703614" providerId="ADAL" clId="{C10DBD1C-CA6A-4357-AD1D-DD274190F00A}" dt="2026-08-28T14:19:48.408" v="168798"/>
          <ac:spMkLst>
            <pc:docMk/>
            <pc:sldMk cId="1334941049" sldId="276"/>
            <ac:spMk id="35" creationId="{CDF679ED-30D7-22FB-9B71-5CD10AB7575D}"/>
          </ac:spMkLst>
        </pc:spChg>
        <pc:spChg chg="mod">
          <ac:chgData name="Alexandre Linck" userId="3e8679aa-ccdd-463f-8edf-0a911d703614" providerId="ADAL" clId="{C10DBD1C-CA6A-4357-AD1D-DD274190F00A}" dt="2026-08-28T14:19:15.337" v="168785" actId="20577"/>
          <ac:spMkLst>
            <pc:docMk/>
            <pc:sldMk cId="1334941049" sldId="276"/>
            <ac:spMk id="38" creationId="{ABB07498-4D33-C94D-1636-351174336516}"/>
          </ac:spMkLst>
        </pc:spChg>
        <pc:picChg chg="add ord">
          <ac:chgData name="Alexandre Linck" userId="3e8679aa-ccdd-463f-8edf-0a911d703614" providerId="ADAL" clId="{C10DBD1C-CA6A-4357-AD1D-DD274190F00A}" dt="2026-08-20T09:40:26.599" v="160890" actId="167"/>
          <ac:picMkLst>
            <pc:docMk/>
            <pc:sldMk cId="1334941049" sldId="276"/>
            <ac:picMk id="12" creationId="{53E9B05B-5355-4F41-1BB5-16BEF54D5335}"/>
          </ac:picMkLst>
        </pc:picChg>
      </pc:sldChg>
      <pc:sldChg chg="addSp delSp modSp add mod ord">
        <pc:chgData name="Alexandre Linck" userId="3e8679aa-ccdd-463f-8edf-0a911d703614" providerId="ADAL" clId="{C10DBD1C-CA6A-4357-AD1D-DD274190F00A}" dt="2026-08-28T14:35:19.447" v="168944"/>
        <pc:sldMkLst>
          <pc:docMk/>
          <pc:sldMk cId="1868032413" sldId="277"/>
        </pc:sldMkLst>
        <pc:spChg chg="mod">
          <ac:chgData name="Alexandre Linck" userId="3e8679aa-ccdd-463f-8edf-0a911d703614" providerId="ADAL" clId="{C10DBD1C-CA6A-4357-AD1D-DD274190F00A}" dt="2026-08-19T20:55:55.889" v="159029" actId="20577"/>
          <ac:spMkLst>
            <pc:docMk/>
            <pc:sldMk cId="1868032413" sldId="277"/>
            <ac:spMk id="2" creationId="{FF7482D0-82CB-AD01-AB26-7334CE12E2CB}"/>
          </ac:spMkLst>
        </pc:spChg>
        <pc:spChg chg="mod">
          <ac:chgData name="Alexandre Linck" userId="3e8679aa-ccdd-463f-8edf-0a911d703614" providerId="ADAL" clId="{C10DBD1C-CA6A-4357-AD1D-DD274190F00A}" dt="2026-08-28T14:35:19.447" v="168944"/>
          <ac:spMkLst>
            <pc:docMk/>
            <pc:sldMk cId="1868032413" sldId="277"/>
            <ac:spMk id="3" creationId="{41D5E6D9-30AA-FC12-1ECB-A4B8ABE08489}"/>
          </ac:spMkLst>
        </pc:spChg>
        <pc:spChg chg="mod">
          <ac:chgData name="Alexandre Linck" userId="3e8679aa-ccdd-463f-8edf-0a911d703614" providerId="ADAL" clId="{C10DBD1C-CA6A-4357-AD1D-DD274190F00A}" dt="2026-08-19T21:12:12.669" v="159129" actId="20577"/>
          <ac:spMkLst>
            <pc:docMk/>
            <pc:sldMk cId="1868032413" sldId="277"/>
            <ac:spMk id="5" creationId="{0E85DE6D-4E96-857B-FE36-F36866E51B02}"/>
          </ac:spMkLst>
        </pc:spChg>
        <pc:spChg chg="add">
          <ac:chgData name="Alexandre Linck" userId="3e8679aa-ccdd-463f-8edf-0a911d703614" providerId="ADAL" clId="{C10DBD1C-CA6A-4357-AD1D-DD274190F00A}" dt="2026-08-20T09:38:02.463" v="160829" actId="22"/>
          <ac:spMkLst>
            <pc:docMk/>
            <pc:sldMk cId="1868032413" sldId="277"/>
            <ac:spMk id="10" creationId="{A4B3F3AC-A5E5-D5B4-7535-1E9A18EFB12F}"/>
          </ac:spMkLst>
        </pc:spChg>
        <pc:spChg chg="add del">
          <ac:chgData name="Alexandre Linck" userId="3e8679aa-ccdd-463f-8edf-0a911d703614" providerId="ADAL" clId="{C10DBD1C-CA6A-4357-AD1D-DD274190F00A}" dt="2026-08-28T14:19:51.063" v="168799" actId="478"/>
          <ac:spMkLst>
            <pc:docMk/>
            <pc:sldMk cId="1868032413" sldId="277"/>
            <ac:spMk id="14" creationId="{42973BC2-95A5-A8A3-85BF-62F154835DC9}"/>
          </ac:spMkLst>
        </pc:spChg>
        <pc:spChg chg="mod">
          <ac:chgData name="Alexandre Linck" userId="3e8679aa-ccdd-463f-8edf-0a911d703614" providerId="ADAL" clId="{C10DBD1C-CA6A-4357-AD1D-DD274190F00A}" dt="2026-08-28T14:20:48.374" v="168819"/>
          <ac:spMkLst>
            <pc:docMk/>
            <pc:sldMk cId="1868032413" sldId="277"/>
            <ac:spMk id="35" creationId="{B0ABD98F-BD2B-F18F-91B1-B806B19F85CC}"/>
          </ac:spMkLst>
        </pc:spChg>
        <pc:spChg chg="mod">
          <ac:chgData name="Alexandre Linck" userId="3e8679aa-ccdd-463f-8edf-0a911d703614" providerId="ADAL" clId="{C10DBD1C-CA6A-4357-AD1D-DD274190F00A}" dt="2026-08-28T14:19:59.985" v="168802" actId="20577"/>
          <ac:spMkLst>
            <pc:docMk/>
            <pc:sldMk cId="1868032413" sldId="277"/>
            <ac:spMk id="38" creationId="{4AB42F79-456D-A344-FDEC-24F244888C0B}"/>
          </ac:spMkLst>
        </pc:spChg>
        <pc:picChg chg="add ord">
          <ac:chgData name="Alexandre Linck" userId="3e8679aa-ccdd-463f-8edf-0a911d703614" providerId="ADAL" clId="{C10DBD1C-CA6A-4357-AD1D-DD274190F00A}" dt="2026-08-20T09:40:30.943" v="160893" actId="167"/>
          <ac:picMkLst>
            <pc:docMk/>
            <pc:sldMk cId="1868032413" sldId="277"/>
            <ac:picMk id="12" creationId="{EDD98214-DF93-5055-5023-5075F47F5CBE}"/>
          </ac:picMkLst>
        </pc:picChg>
      </pc:sldChg>
      <pc:sldChg chg="addSp delSp modSp add mod ord modNotesTx">
        <pc:chgData name="Alexandre Linck" userId="3e8679aa-ccdd-463f-8edf-0a911d703614" providerId="ADAL" clId="{C10DBD1C-CA6A-4357-AD1D-DD274190F00A}" dt="2026-08-28T14:34:02.262" v="168926" actId="20577"/>
        <pc:sldMkLst>
          <pc:docMk/>
          <pc:sldMk cId="1820732336" sldId="278"/>
        </pc:sldMkLst>
        <pc:spChg chg="mod">
          <ac:chgData name="Alexandre Linck" userId="3e8679aa-ccdd-463f-8edf-0a911d703614" providerId="ADAL" clId="{C10DBD1C-CA6A-4357-AD1D-DD274190F00A}" dt="2026-08-20T09:24:39.428" v="160391" actId="113"/>
          <ac:spMkLst>
            <pc:docMk/>
            <pc:sldMk cId="1820732336" sldId="278"/>
            <ac:spMk id="3" creationId="{C0373BA1-16E4-BED0-C9E7-135D05C88346}"/>
          </ac:spMkLst>
        </pc:spChg>
        <pc:spChg chg="add del mod">
          <ac:chgData name="Alexandre Linck" userId="3e8679aa-ccdd-463f-8edf-0a911d703614" providerId="ADAL" clId="{C10DBD1C-CA6A-4357-AD1D-DD274190F00A}" dt="2026-08-28T13:59:48.553" v="168595" actId="478"/>
          <ac:spMkLst>
            <pc:docMk/>
            <pc:sldMk cId="1820732336" sldId="278"/>
            <ac:spMk id="5" creationId="{88608B92-4238-6520-48AC-F0346821D37C}"/>
          </ac:spMkLst>
        </pc:spChg>
        <pc:spChg chg="add mod">
          <ac:chgData name="Alexandre Linck" userId="3e8679aa-ccdd-463f-8edf-0a911d703614" providerId="ADAL" clId="{C10DBD1C-CA6A-4357-AD1D-DD274190F00A}" dt="2026-08-28T14:34:02.262" v="168926" actId="20577"/>
          <ac:spMkLst>
            <pc:docMk/>
            <pc:sldMk cId="1820732336" sldId="278"/>
            <ac:spMk id="14" creationId="{ED1F4126-D25B-5614-1CC3-805EED356A52}"/>
          </ac:spMkLst>
        </pc:spChg>
        <pc:spChg chg="add mod">
          <ac:chgData name="Alexandre Linck" userId="3e8679aa-ccdd-463f-8edf-0a911d703614" providerId="ADAL" clId="{C10DBD1C-CA6A-4357-AD1D-DD274190F00A}" dt="2026-08-21T13:17:28.072" v="162000" actId="1035"/>
          <ac:spMkLst>
            <pc:docMk/>
            <pc:sldMk cId="1820732336" sldId="278"/>
            <ac:spMk id="19" creationId="{A662B0FC-EA17-7545-0ECA-9E75A3ADCE63}"/>
          </ac:spMkLst>
        </pc:spChg>
        <pc:spChg chg="add del mod">
          <ac:chgData name="Alexandre Linck" userId="3e8679aa-ccdd-463f-8edf-0a911d703614" providerId="ADAL" clId="{C10DBD1C-CA6A-4357-AD1D-DD274190F00A}" dt="2026-08-28T12:23:04.995" v="167143" actId="478"/>
          <ac:spMkLst>
            <pc:docMk/>
            <pc:sldMk cId="1820732336" sldId="278"/>
            <ac:spMk id="21" creationId="{B44E6F8B-405D-AA7E-8A8D-7690FD3E9F1D}"/>
          </ac:spMkLst>
        </pc:spChg>
        <pc:spChg chg="mod">
          <ac:chgData name="Alexandre Linck" userId="3e8679aa-ccdd-463f-8edf-0a911d703614" providerId="ADAL" clId="{C10DBD1C-CA6A-4357-AD1D-DD274190F00A}" dt="2026-08-20T09:43:38.207" v="160899" actId="20577"/>
          <ac:spMkLst>
            <pc:docMk/>
            <pc:sldMk cId="1820732336" sldId="278"/>
            <ac:spMk id="274" creationId="{98C929A5-AE42-F5A0-E3F4-6EEF587C1496}"/>
          </ac:spMkLst>
        </pc:spChg>
        <pc:spChg chg="mod">
          <ac:chgData name="Alexandre Linck" userId="3e8679aa-ccdd-463f-8edf-0a911d703614" providerId="ADAL" clId="{C10DBD1C-CA6A-4357-AD1D-DD274190F00A}" dt="2026-08-28T12:29:06.665" v="167340"/>
          <ac:spMkLst>
            <pc:docMk/>
            <pc:sldMk cId="1820732336" sldId="278"/>
            <ac:spMk id="306" creationId="{907A0DEB-16F2-EAB6-B0B8-E9943DB029EE}"/>
          </ac:spMkLst>
        </pc:spChg>
        <pc:graphicFrameChg chg="mod modGraphic">
          <ac:chgData name="Alexandre Linck" userId="3e8679aa-ccdd-463f-8edf-0a911d703614" providerId="ADAL" clId="{C10DBD1C-CA6A-4357-AD1D-DD274190F00A}" dt="2026-08-20T09:26:34.545" v="160480" actId="20577"/>
          <ac:graphicFrameMkLst>
            <pc:docMk/>
            <pc:sldMk cId="1820732336" sldId="278"/>
            <ac:graphicFrameMk id="2" creationId="{5705E336-D3E1-9BC1-574E-FF6A11AFDECF}"/>
          </ac:graphicFrameMkLst>
        </pc:graphicFrameChg>
        <pc:graphicFrameChg chg="add mod modGraphic">
          <ac:chgData name="Alexandre Linck" userId="3e8679aa-ccdd-463f-8edf-0a911d703614" providerId="ADAL" clId="{C10DBD1C-CA6A-4357-AD1D-DD274190F00A}" dt="2026-08-28T12:03:52.736" v="166438" actId="14734"/>
          <ac:graphicFrameMkLst>
            <pc:docMk/>
            <pc:sldMk cId="1820732336" sldId="278"/>
            <ac:graphicFrameMk id="16" creationId="{D8CA86D8-4E10-41E5-9C7B-9463319F2685}"/>
          </ac:graphicFrameMkLst>
        </pc:graphicFrameChg>
      </pc:sldChg>
      <pc:sldChg chg="modSp add mod ord">
        <pc:chgData name="Alexandre Linck" userId="3e8679aa-ccdd-463f-8edf-0a911d703614" providerId="ADAL" clId="{C10DBD1C-CA6A-4357-AD1D-DD274190F00A}" dt="2026-08-28T13:32:54.094" v="168016" actId="20578"/>
        <pc:sldMkLst>
          <pc:docMk/>
          <pc:sldMk cId="3344547577" sldId="279"/>
        </pc:sldMkLst>
        <pc:spChg chg="mod">
          <ac:chgData name="Alexandre Linck" userId="3e8679aa-ccdd-463f-8edf-0a911d703614" providerId="ADAL" clId="{C10DBD1C-CA6A-4357-AD1D-DD274190F00A}" dt="2026-08-20T09:37:22.876" v="160798" actId="20577"/>
          <ac:spMkLst>
            <pc:docMk/>
            <pc:sldMk cId="3344547577" sldId="279"/>
            <ac:spMk id="8" creationId="{91A0E655-3B9E-C8F6-A522-E5DE0E68613F}"/>
          </ac:spMkLst>
        </pc:spChg>
      </pc:sldChg>
      <pc:sldChg chg="addSp delSp modSp add mod">
        <pc:chgData name="Alexandre Linck" userId="3e8679aa-ccdd-463f-8edf-0a911d703614" providerId="ADAL" clId="{C10DBD1C-CA6A-4357-AD1D-DD274190F00A}" dt="2026-08-28T12:51:57.045" v="167567" actId="207"/>
        <pc:sldMkLst>
          <pc:docMk/>
          <pc:sldMk cId="136764633" sldId="280"/>
        </pc:sldMkLst>
        <pc:spChg chg="mod">
          <ac:chgData name="Alexandre Linck" userId="3e8679aa-ccdd-463f-8edf-0a911d703614" providerId="ADAL" clId="{C10DBD1C-CA6A-4357-AD1D-DD274190F00A}" dt="2026-08-20T09:36:17.558" v="160773" actId="207"/>
          <ac:spMkLst>
            <pc:docMk/>
            <pc:sldMk cId="136764633" sldId="280"/>
            <ac:spMk id="2" creationId="{17275B71-19CC-18DB-9869-0D3D4028C92D}"/>
          </ac:spMkLst>
        </pc:spChg>
        <pc:spChg chg="add mod">
          <ac:chgData name="Alexandre Linck" userId="3e8679aa-ccdd-463f-8edf-0a911d703614" providerId="ADAL" clId="{C10DBD1C-CA6A-4357-AD1D-DD274190F00A}" dt="2026-08-28T12:51:57.045" v="167567" actId="207"/>
          <ac:spMkLst>
            <pc:docMk/>
            <pc:sldMk cId="136764633" sldId="280"/>
            <ac:spMk id="4" creationId="{917F1A8F-7608-E23A-89F2-5C41E0129BC3}"/>
          </ac:spMkLst>
        </pc:spChg>
        <pc:spChg chg="mod">
          <ac:chgData name="Alexandre Linck" userId="3e8679aa-ccdd-463f-8edf-0a911d703614" providerId="ADAL" clId="{C10DBD1C-CA6A-4357-AD1D-DD274190F00A}" dt="2026-08-17T14:19:44.734" v="147519" actId="20577"/>
          <ac:spMkLst>
            <pc:docMk/>
            <pc:sldMk cId="136764633" sldId="280"/>
            <ac:spMk id="29" creationId="{326D818D-06A7-0198-C1BC-4D00F0C1A3CB}"/>
          </ac:spMkLst>
        </pc:spChg>
      </pc:sldChg>
      <pc:sldChg chg="add">
        <pc:chgData name="Alexandre Linck" userId="3e8679aa-ccdd-463f-8edf-0a911d703614" providerId="ADAL" clId="{C10DBD1C-CA6A-4357-AD1D-DD274190F00A}" dt="2026-08-17T14:19:27.627" v="147498"/>
        <pc:sldMkLst>
          <pc:docMk/>
          <pc:sldMk cId="135081764" sldId="281"/>
        </pc:sldMkLst>
      </pc:sldChg>
      <pc:sldChg chg="addSp delSp modSp add mod">
        <pc:chgData name="Alexandre Linck" userId="3e8679aa-ccdd-463f-8edf-0a911d703614" providerId="ADAL" clId="{C10DBD1C-CA6A-4357-AD1D-DD274190F00A}" dt="2026-08-28T14:38:16.932" v="169107" actId="20577"/>
        <pc:sldMkLst>
          <pc:docMk/>
          <pc:sldMk cId="161384606" sldId="282"/>
        </pc:sldMkLst>
        <pc:spChg chg="mod">
          <ac:chgData name="Alexandre Linck" userId="3e8679aa-ccdd-463f-8edf-0a911d703614" providerId="ADAL" clId="{C10DBD1C-CA6A-4357-AD1D-DD274190F00A}" dt="2026-08-28T14:38:16.932" v="169107" actId="20577"/>
          <ac:spMkLst>
            <pc:docMk/>
            <pc:sldMk cId="161384606" sldId="282"/>
            <ac:spMk id="2" creationId="{8E5127E3-4125-AE75-797D-E7C6493E5A3C}"/>
          </ac:spMkLst>
        </pc:spChg>
        <pc:graphicFrameChg chg="add mod modGraphic">
          <ac:chgData name="Alexandre Linck" userId="3e8679aa-ccdd-463f-8edf-0a911d703614" providerId="ADAL" clId="{C10DBD1C-CA6A-4357-AD1D-DD274190F00A}" dt="2026-08-28T14:38:08.634" v="169105" actId="20577"/>
          <ac:graphicFrameMkLst>
            <pc:docMk/>
            <pc:sldMk cId="161384606" sldId="282"/>
            <ac:graphicFrameMk id="76" creationId="{CC318FFF-98BC-BD35-991F-C1CFDFB1C510}"/>
          </ac:graphicFrameMkLst>
        </pc:graphicFrameChg>
      </pc:sldChg>
      <pc:sldChg chg="addSp delSp modSp add mod ord">
        <pc:chgData name="Alexandre Linck" userId="3e8679aa-ccdd-463f-8edf-0a911d703614" providerId="ADAL" clId="{C10DBD1C-CA6A-4357-AD1D-DD274190F00A}" dt="2026-08-28T14:32:54.368" v="168914"/>
        <pc:sldMkLst>
          <pc:docMk/>
          <pc:sldMk cId="1296588897" sldId="283"/>
        </pc:sldMkLst>
        <pc:spChg chg="mod">
          <ac:chgData name="Alexandre Linck" userId="3e8679aa-ccdd-463f-8edf-0a911d703614" providerId="ADAL" clId="{C10DBD1C-CA6A-4357-AD1D-DD274190F00A}" dt="2026-08-20T10:03:21.612" v="161734" actId="20577"/>
          <ac:spMkLst>
            <pc:docMk/>
            <pc:sldMk cId="1296588897" sldId="283"/>
            <ac:spMk id="2" creationId="{A020B519-09E6-7376-2D68-A1C349A84029}"/>
          </ac:spMkLst>
        </pc:spChg>
        <pc:spChg chg="mod topLvl">
          <ac:chgData name="Alexandre Linck" userId="3e8679aa-ccdd-463f-8edf-0a911d703614" providerId="ADAL" clId="{C10DBD1C-CA6A-4357-AD1D-DD274190F00A}" dt="2026-08-20T10:00:38.294" v="161461" actId="14826"/>
          <ac:spMkLst>
            <pc:docMk/>
            <pc:sldMk cId="1296588897" sldId="283"/>
            <ac:spMk id="119" creationId="{0919714C-FF77-10AF-4428-325FBF586C62}"/>
          </ac:spMkLst>
        </pc:spChg>
        <pc:spChg chg="mod topLvl">
          <ac:chgData name="Alexandre Linck" userId="3e8679aa-ccdd-463f-8edf-0a911d703614" providerId="ADAL" clId="{C10DBD1C-CA6A-4357-AD1D-DD274190F00A}" dt="2026-08-20T10:00:38.294" v="161461" actId="14826"/>
          <ac:spMkLst>
            <pc:docMk/>
            <pc:sldMk cId="1296588897" sldId="283"/>
            <ac:spMk id="120" creationId="{27B18A41-A658-57BE-6C4F-39B69CB10ED1}"/>
          </ac:spMkLst>
        </pc:spChg>
        <pc:spChg chg="mod topLvl">
          <ac:chgData name="Alexandre Linck" userId="3e8679aa-ccdd-463f-8edf-0a911d703614" providerId="ADAL" clId="{C10DBD1C-CA6A-4357-AD1D-DD274190F00A}" dt="2026-08-20T10:02:29.492" v="161611" actId="21"/>
          <ac:spMkLst>
            <pc:docMk/>
            <pc:sldMk cId="1296588897" sldId="283"/>
            <ac:spMk id="122" creationId="{436F117E-8634-A222-16C0-0EE61D1E7006}"/>
          </ac:spMkLst>
        </pc:spChg>
        <pc:spChg chg="mod topLvl">
          <ac:chgData name="Alexandre Linck" userId="3e8679aa-ccdd-463f-8edf-0a911d703614" providerId="ADAL" clId="{C10DBD1C-CA6A-4357-AD1D-DD274190F00A}" dt="2026-08-20T10:00:01.532" v="161458" actId="165"/>
          <ac:spMkLst>
            <pc:docMk/>
            <pc:sldMk cId="1296588897" sldId="283"/>
            <ac:spMk id="124" creationId="{95E9DC9E-AE0D-CCE5-929A-F54BCE53F711}"/>
          </ac:spMkLst>
        </pc:spChg>
        <pc:spChg chg="mod topLvl">
          <ac:chgData name="Alexandre Linck" userId="3e8679aa-ccdd-463f-8edf-0a911d703614" providerId="ADAL" clId="{C10DBD1C-CA6A-4357-AD1D-DD274190F00A}" dt="2026-08-20T09:59:36.005" v="161408" actId="164"/>
          <ac:spMkLst>
            <pc:docMk/>
            <pc:sldMk cId="1296588897" sldId="283"/>
            <ac:spMk id="125" creationId="{C58BDC5E-B5D9-B611-6F17-66E2C7F93E29}"/>
          </ac:spMkLst>
        </pc:spChg>
        <pc:spChg chg="mod topLvl">
          <ac:chgData name="Alexandre Linck" userId="3e8679aa-ccdd-463f-8edf-0a911d703614" providerId="ADAL" clId="{C10DBD1C-CA6A-4357-AD1D-DD274190F00A}" dt="2026-08-20T10:01:56.672" v="161593" actId="6549"/>
          <ac:spMkLst>
            <pc:docMk/>
            <pc:sldMk cId="1296588897" sldId="283"/>
            <ac:spMk id="127" creationId="{394A2678-D5A2-1819-B94F-1ACE513FE313}"/>
          </ac:spMkLst>
        </pc:spChg>
        <pc:spChg chg="mod topLvl">
          <ac:chgData name="Alexandre Linck" userId="3e8679aa-ccdd-463f-8edf-0a911d703614" providerId="ADAL" clId="{C10DBD1C-CA6A-4357-AD1D-DD274190F00A}" dt="2026-08-20T10:01:04.993" v="161469"/>
          <ac:spMkLst>
            <pc:docMk/>
            <pc:sldMk cId="1296588897" sldId="283"/>
            <ac:spMk id="129" creationId="{5BECDABD-0661-B58B-7EEC-9B296B35DEC6}"/>
          </ac:spMkLst>
        </pc:spChg>
        <pc:spChg chg="mod topLvl">
          <ac:chgData name="Alexandre Linck" userId="3e8679aa-ccdd-463f-8edf-0a911d703614" providerId="ADAL" clId="{C10DBD1C-CA6A-4357-AD1D-DD274190F00A}" dt="2026-08-20T10:01:04.993" v="161469"/>
          <ac:spMkLst>
            <pc:docMk/>
            <pc:sldMk cId="1296588897" sldId="283"/>
            <ac:spMk id="130" creationId="{54F0B44B-0E7E-90FA-D2B1-0912E74E5D7E}"/>
          </ac:spMkLst>
        </pc:spChg>
        <pc:spChg chg="mod topLvl">
          <ac:chgData name="Alexandre Linck" userId="3e8679aa-ccdd-463f-8edf-0a911d703614" providerId="ADAL" clId="{C10DBD1C-CA6A-4357-AD1D-DD274190F00A}" dt="2026-08-20T10:02:19.032" v="161606" actId="21"/>
          <ac:spMkLst>
            <pc:docMk/>
            <pc:sldMk cId="1296588897" sldId="283"/>
            <ac:spMk id="132" creationId="{FD04ED7E-D89B-9B90-D24D-1259CF127BDE}"/>
          </ac:spMkLst>
        </pc:spChg>
        <pc:spChg chg="mod">
          <ac:chgData name="Alexandre Linck" userId="3e8679aa-ccdd-463f-8edf-0a911d703614" providerId="ADAL" clId="{C10DBD1C-CA6A-4357-AD1D-DD274190F00A}" dt="2026-08-20T10:00:48.372" v="161463"/>
          <ac:spMkLst>
            <pc:docMk/>
            <pc:sldMk cId="1296588897" sldId="283"/>
            <ac:spMk id="137" creationId="{8A464F25-2D6B-2BB6-4C30-C9D9A916F7C0}"/>
          </ac:spMkLst>
        </pc:spChg>
        <pc:spChg chg="mod">
          <ac:chgData name="Alexandre Linck" userId="3e8679aa-ccdd-463f-8edf-0a911d703614" providerId="ADAL" clId="{C10DBD1C-CA6A-4357-AD1D-DD274190F00A}" dt="2026-08-20T10:00:48.372" v="161463"/>
          <ac:spMkLst>
            <pc:docMk/>
            <pc:sldMk cId="1296588897" sldId="283"/>
            <ac:spMk id="138" creationId="{1407D2B7-CBD9-5A95-5AE8-5630753A7A4B}"/>
          </ac:spMkLst>
        </pc:spChg>
        <pc:spChg chg="mod">
          <ac:chgData name="Alexandre Linck" userId="3e8679aa-ccdd-463f-8edf-0a911d703614" providerId="ADAL" clId="{C10DBD1C-CA6A-4357-AD1D-DD274190F00A}" dt="2026-08-20T10:02:06.374" v="161598" actId="20577"/>
          <ac:spMkLst>
            <pc:docMk/>
            <pc:sldMk cId="1296588897" sldId="283"/>
            <ac:spMk id="140" creationId="{F9E0D6CD-DE06-AC5C-692B-2AF28C87D627}"/>
          </ac:spMkLst>
        </pc:spChg>
        <pc:spChg chg="add mod">
          <ac:chgData name="Alexandre Linck" userId="3e8679aa-ccdd-463f-8edf-0a911d703614" providerId="ADAL" clId="{C10DBD1C-CA6A-4357-AD1D-DD274190F00A}" dt="2026-08-20T10:02:37.521" v="161616" actId="554"/>
          <ac:spMkLst>
            <pc:docMk/>
            <pc:sldMk cId="1296588897" sldId="283"/>
            <ac:spMk id="148" creationId="{0BBD08DD-68D2-2288-AB15-20701FEC7551}"/>
          </ac:spMkLst>
        </pc:spChg>
        <pc:spChg chg="add mod">
          <ac:chgData name="Alexandre Linck" userId="3e8679aa-ccdd-463f-8edf-0a911d703614" providerId="ADAL" clId="{C10DBD1C-CA6A-4357-AD1D-DD274190F00A}" dt="2026-08-21T13:22:55.143" v="162236" actId="20577"/>
          <ac:spMkLst>
            <pc:docMk/>
            <pc:sldMk cId="1296588897" sldId="283"/>
            <ac:spMk id="149" creationId="{0F7BB76C-7D9E-FE9D-0BEE-317ABFD65123}"/>
          </ac:spMkLst>
        </pc:spChg>
        <pc:spChg chg="add mod">
          <ac:chgData name="Alexandre Linck" userId="3e8679aa-ccdd-463f-8edf-0a911d703614" providerId="ADAL" clId="{C10DBD1C-CA6A-4357-AD1D-DD274190F00A}" dt="2026-08-21T13:22:53.500" v="162235" actId="20577"/>
          <ac:spMkLst>
            <pc:docMk/>
            <pc:sldMk cId="1296588897" sldId="283"/>
            <ac:spMk id="150" creationId="{DBE81A8A-1141-5F00-8390-18E6D50BF2A2}"/>
          </ac:spMkLst>
        </pc:spChg>
        <pc:spChg chg="add mod">
          <ac:chgData name="Alexandre Linck" userId="3e8679aa-ccdd-463f-8edf-0a911d703614" providerId="ADAL" clId="{C10DBD1C-CA6A-4357-AD1D-DD274190F00A}" dt="2026-08-20T10:02:37.521" v="161616" actId="554"/>
          <ac:spMkLst>
            <pc:docMk/>
            <pc:sldMk cId="1296588897" sldId="283"/>
            <ac:spMk id="151" creationId="{943D4446-EC12-0191-5786-EF897089505B}"/>
          </ac:spMkLst>
        </pc:spChg>
        <pc:grpChg chg="add mod">
          <ac:chgData name="Alexandre Linck" userId="3e8679aa-ccdd-463f-8edf-0a911d703614" providerId="ADAL" clId="{C10DBD1C-CA6A-4357-AD1D-DD274190F00A}" dt="2026-08-20T10:02:35.015" v="161615" actId="553"/>
          <ac:grpSpMkLst>
            <pc:docMk/>
            <pc:sldMk cId="1296588897" sldId="283"/>
            <ac:grpSpMk id="133" creationId="{017CE439-1938-4B0A-E21C-63AEA63E383E}"/>
          </ac:grpSpMkLst>
        </pc:grpChg>
        <pc:grpChg chg="add mod">
          <ac:chgData name="Alexandre Linck" userId="3e8679aa-ccdd-463f-8edf-0a911d703614" providerId="ADAL" clId="{C10DBD1C-CA6A-4357-AD1D-DD274190F00A}" dt="2026-08-20T10:02:27.988" v="161610" actId="553"/>
          <ac:grpSpMkLst>
            <pc:docMk/>
            <pc:sldMk cId="1296588897" sldId="283"/>
            <ac:grpSpMk id="134" creationId="{954869F2-C5DB-C7AD-0CF0-17E2F44FB702}"/>
          </ac:grpSpMkLst>
        </pc:grpChg>
        <pc:grpChg chg="add mod">
          <ac:chgData name="Alexandre Linck" userId="3e8679aa-ccdd-463f-8edf-0a911d703614" providerId="ADAL" clId="{C10DBD1C-CA6A-4357-AD1D-DD274190F00A}" dt="2026-08-20T10:00:00.141" v="161456" actId="164"/>
          <ac:grpSpMkLst>
            <pc:docMk/>
            <pc:sldMk cId="1296588897" sldId="283"/>
            <ac:grpSpMk id="135" creationId="{261EC0D7-BCAC-ADA7-BC16-D444136ECB99}"/>
          </ac:grpSpMkLst>
        </pc:grpChg>
        <pc:grpChg chg="add mod">
          <ac:chgData name="Alexandre Linck" userId="3e8679aa-ccdd-463f-8edf-0a911d703614" providerId="ADAL" clId="{C10DBD1C-CA6A-4357-AD1D-DD274190F00A}" dt="2026-08-20T10:02:16.872" v="161605" actId="552"/>
          <ac:grpSpMkLst>
            <pc:docMk/>
            <pc:sldMk cId="1296588897" sldId="283"/>
            <ac:grpSpMk id="136" creationId="{32E56DAF-6E35-1833-B3A5-43150E73D549}"/>
          </ac:grpSpMkLst>
        </pc:grpChg>
        <pc:picChg chg="mod topLvl">
          <ac:chgData name="Alexandre Linck" userId="3e8679aa-ccdd-463f-8edf-0a911d703614" providerId="ADAL" clId="{C10DBD1C-CA6A-4357-AD1D-DD274190F00A}" dt="2026-08-20T10:00:38.294" v="161461" actId="14826"/>
          <ac:picMkLst>
            <pc:docMk/>
            <pc:sldMk cId="1296588897" sldId="283"/>
            <ac:picMk id="121" creationId="{1659164A-445B-D18A-38DC-09AECE077E6B}"/>
          </ac:picMkLst>
        </pc:picChg>
        <pc:picChg chg="mod">
          <ac:chgData name="Alexandre Linck" userId="3e8679aa-ccdd-463f-8edf-0a911d703614" providerId="ADAL" clId="{C10DBD1C-CA6A-4357-AD1D-DD274190F00A}" dt="2026-08-20T09:59:36.005" v="161408" actId="164"/>
          <ac:picMkLst>
            <pc:docMk/>
            <pc:sldMk cId="1296588897" sldId="283"/>
            <ac:picMk id="126" creationId="{C0C0275E-EA45-C339-75AC-F4960C629D8C}"/>
          </ac:picMkLst>
        </pc:picChg>
        <pc:picChg chg="mod">
          <ac:chgData name="Alexandre Linck" userId="3e8679aa-ccdd-463f-8edf-0a911d703614" providerId="ADAL" clId="{C10DBD1C-CA6A-4357-AD1D-DD274190F00A}" dt="2026-08-20T10:01:04.993" v="161469"/>
          <ac:picMkLst>
            <pc:docMk/>
            <pc:sldMk cId="1296588897" sldId="283"/>
            <ac:picMk id="131" creationId="{E967C717-A5A5-580E-A25B-AF83E1465EA9}"/>
          </ac:picMkLst>
        </pc:picChg>
        <pc:picChg chg="mod">
          <ac:chgData name="Alexandre Linck" userId="3e8679aa-ccdd-463f-8edf-0a911d703614" providerId="ADAL" clId="{C10DBD1C-CA6A-4357-AD1D-DD274190F00A}" dt="2026-08-20T10:00:48.372" v="161463"/>
          <ac:picMkLst>
            <pc:docMk/>
            <pc:sldMk cId="1296588897" sldId="283"/>
            <ac:picMk id="139" creationId="{591F88E3-D77C-DE4E-815B-C297E483FEA0}"/>
          </ac:picMkLst>
        </pc:picChg>
      </pc:sldChg>
      <pc:sldChg chg="modSp add mod">
        <pc:chgData name="Alexandre Linck" userId="3e8679aa-ccdd-463f-8edf-0a911d703614" providerId="ADAL" clId="{C10DBD1C-CA6A-4357-AD1D-DD274190F00A}" dt="2026-08-20T09:36:20.636" v="160774" actId="207"/>
        <pc:sldMkLst>
          <pc:docMk/>
          <pc:sldMk cId="2964535173" sldId="284"/>
        </pc:sldMkLst>
        <pc:spChg chg="mod">
          <ac:chgData name="Alexandre Linck" userId="3e8679aa-ccdd-463f-8edf-0a911d703614" providerId="ADAL" clId="{C10DBD1C-CA6A-4357-AD1D-DD274190F00A}" dt="2026-08-20T09:36:20.636" v="160774" actId="207"/>
          <ac:spMkLst>
            <pc:docMk/>
            <pc:sldMk cId="2964535173" sldId="284"/>
            <ac:spMk id="2" creationId="{E1531F36-F40F-BFA2-2601-33BE6E13A3E8}"/>
          </ac:spMkLst>
        </pc:spChg>
      </pc:sldChg>
      <pc:sldChg chg="delSp modSp add mod">
        <pc:chgData name="Alexandre Linck" userId="3e8679aa-ccdd-463f-8edf-0a911d703614" providerId="ADAL" clId="{C10DBD1C-CA6A-4357-AD1D-DD274190F00A}" dt="2026-08-28T14:37:00.091" v="168988" actId="20577"/>
        <pc:sldMkLst>
          <pc:docMk/>
          <pc:sldMk cId="664854601" sldId="285"/>
        </pc:sldMkLst>
        <pc:spChg chg="del mod">
          <ac:chgData name="Alexandre Linck" userId="3e8679aa-ccdd-463f-8edf-0a911d703614" providerId="ADAL" clId="{C10DBD1C-CA6A-4357-AD1D-DD274190F00A}" dt="2026-08-28T13:30:22.496" v="168007" actId="478"/>
          <ac:spMkLst>
            <pc:docMk/>
            <pc:sldMk cId="664854601" sldId="285"/>
            <ac:spMk id="12" creationId="{D97A6DD1-9681-302F-A77D-A1926A3ACF0B}"/>
          </ac:spMkLst>
        </pc:spChg>
        <pc:spChg chg="mod">
          <ac:chgData name="Alexandre Linck" userId="3e8679aa-ccdd-463f-8edf-0a911d703614" providerId="ADAL" clId="{C10DBD1C-CA6A-4357-AD1D-DD274190F00A}" dt="2026-08-28T14:37:00.091" v="168988" actId="20577"/>
          <ac:spMkLst>
            <pc:docMk/>
            <pc:sldMk cId="664854601" sldId="285"/>
            <ac:spMk id="53" creationId="{93E55200-2F63-6762-5CA1-3EAB6074F67A}"/>
          </ac:spMkLst>
        </pc:spChg>
      </pc:sldChg>
      <pc:sldChg chg="addSp delSp modSp add mod">
        <pc:chgData name="Alexandre Linck" userId="3e8679aa-ccdd-463f-8edf-0a911d703614" providerId="ADAL" clId="{C10DBD1C-CA6A-4357-AD1D-DD274190F00A}" dt="2026-08-28T10:33:28.496" v="166436" actId="2711"/>
        <pc:sldMkLst>
          <pc:docMk/>
          <pc:sldMk cId="577916192" sldId="286"/>
        </pc:sldMkLst>
        <pc:spChg chg="mod">
          <ac:chgData name="Alexandre Linck" userId="3e8679aa-ccdd-463f-8edf-0a911d703614" providerId="ADAL" clId="{C10DBD1C-CA6A-4357-AD1D-DD274190F00A}" dt="2026-08-28T10:18:48.847" v="166092" actId="113"/>
          <ac:spMkLst>
            <pc:docMk/>
            <pc:sldMk cId="577916192" sldId="286"/>
            <ac:spMk id="3" creationId="{21125453-5390-B425-86E4-FD882BEBE951}"/>
          </ac:spMkLst>
        </pc:spChg>
        <pc:spChg chg="add del mod">
          <ac:chgData name="Alexandre Linck" userId="3e8679aa-ccdd-463f-8edf-0a911d703614" providerId="ADAL" clId="{C10DBD1C-CA6A-4357-AD1D-DD274190F00A}" dt="2026-08-28T10:27:55.769" v="166352" actId="478"/>
          <ac:spMkLst>
            <pc:docMk/>
            <pc:sldMk cId="577916192" sldId="286"/>
            <ac:spMk id="4" creationId="{C06A69F0-32C3-7DAD-3B84-D27EEF763890}"/>
          </ac:spMkLst>
        </pc:spChg>
        <pc:spChg chg="add mod topLvl">
          <ac:chgData name="Alexandre Linck" userId="3e8679aa-ccdd-463f-8edf-0a911d703614" providerId="ADAL" clId="{C10DBD1C-CA6A-4357-AD1D-DD274190F00A}" dt="2026-08-28T09:36:35.118" v="165091" actId="164"/>
          <ac:spMkLst>
            <pc:docMk/>
            <pc:sldMk cId="577916192" sldId="286"/>
            <ac:spMk id="9" creationId="{29203970-D6C6-2D7A-CC4B-9D209EF3EC8F}"/>
          </ac:spMkLst>
        </pc:spChg>
        <pc:spChg chg="add mod topLvl">
          <ac:chgData name="Alexandre Linck" userId="3e8679aa-ccdd-463f-8edf-0a911d703614" providerId="ADAL" clId="{C10DBD1C-CA6A-4357-AD1D-DD274190F00A}" dt="2026-08-28T10:33:28.496" v="166436" actId="2711"/>
          <ac:spMkLst>
            <pc:docMk/>
            <pc:sldMk cId="577916192" sldId="286"/>
            <ac:spMk id="13" creationId="{88EEE428-8334-8CF2-7E86-0FE2D43FF0D3}"/>
          </ac:spMkLst>
        </pc:spChg>
        <pc:spChg chg="add del mod ord">
          <ac:chgData name="Alexandre Linck" userId="3e8679aa-ccdd-463f-8edf-0a911d703614" providerId="ADAL" clId="{C10DBD1C-CA6A-4357-AD1D-DD274190F00A}" dt="2026-08-28T09:34:04.416" v="164974" actId="478"/>
          <ac:spMkLst>
            <pc:docMk/>
            <pc:sldMk cId="577916192" sldId="286"/>
            <ac:spMk id="25" creationId="{B2CA6636-0C45-72C2-DBE8-908E1F301F3A}"/>
          </ac:spMkLst>
        </pc:spChg>
        <pc:spChg chg="add mod ord">
          <ac:chgData name="Alexandre Linck" userId="3e8679aa-ccdd-463f-8edf-0a911d703614" providerId="ADAL" clId="{C10DBD1C-CA6A-4357-AD1D-DD274190F00A}" dt="2026-08-28T09:36:35.118" v="165091" actId="164"/>
          <ac:spMkLst>
            <pc:docMk/>
            <pc:sldMk cId="577916192" sldId="286"/>
            <ac:spMk id="29" creationId="{F36B6FF9-2888-81B2-744E-6CDAC777F7DC}"/>
          </ac:spMkLst>
        </pc:spChg>
        <pc:spChg chg="add mod">
          <ac:chgData name="Alexandre Linck" userId="3e8679aa-ccdd-463f-8edf-0a911d703614" providerId="ADAL" clId="{C10DBD1C-CA6A-4357-AD1D-DD274190F00A}" dt="2026-08-28T09:39:06.357" v="165343" actId="242"/>
          <ac:spMkLst>
            <pc:docMk/>
            <pc:sldMk cId="577916192" sldId="286"/>
            <ac:spMk id="35" creationId="{2B5361A8-EDD0-9796-84C1-13D62A70B75F}"/>
          </ac:spMkLst>
        </pc:spChg>
        <pc:spChg chg="add mod">
          <ac:chgData name="Alexandre Linck" userId="3e8679aa-ccdd-463f-8edf-0a911d703614" providerId="ADAL" clId="{C10DBD1C-CA6A-4357-AD1D-DD274190F00A}" dt="2026-08-28T09:51:02.459" v="165661" actId="207"/>
          <ac:spMkLst>
            <pc:docMk/>
            <pc:sldMk cId="577916192" sldId="286"/>
            <ac:spMk id="36" creationId="{B8A80E76-1DF9-571C-9406-7A110AAD2A88}"/>
          </ac:spMkLst>
        </pc:spChg>
        <pc:spChg chg="add del mod">
          <ac:chgData name="Alexandre Linck" userId="3e8679aa-ccdd-463f-8edf-0a911d703614" providerId="ADAL" clId="{C10DBD1C-CA6A-4357-AD1D-DD274190F00A}" dt="2026-08-28T09:40:08.498" v="165383" actId="21"/>
          <ac:spMkLst>
            <pc:docMk/>
            <pc:sldMk cId="577916192" sldId="286"/>
            <ac:spMk id="37" creationId="{E15C4CEC-FF1C-9083-4A87-A45040A618CA}"/>
          </ac:spMkLst>
        </pc:spChg>
        <pc:spChg chg="add del mod">
          <ac:chgData name="Alexandre Linck" userId="3e8679aa-ccdd-463f-8edf-0a911d703614" providerId="ADAL" clId="{C10DBD1C-CA6A-4357-AD1D-DD274190F00A}" dt="2026-08-28T09:40:08.498" v="165383" actId="21"/>
          <ac:spMkLst>
            <pc:docMk/>
            <pc:sldMk cId="577916192" sldId="286"/>
            <ac:spMk id="38" creationId="{119CEFB0-DFAB-55F1-7FA8-BD989FC0463A}"/>
          </ac:spMkLst>
        </pc:spChg>
        <pc:spChg chg="add del mod">
          <ac:chgData name="Alexandre Linck" userId="3e8679aa-ccdd-463f-8edf-0a911d703614" providerId="ADAL" clId="{C10DBD1C-CA6A-4357-AD1D-DD274190F00A}" dt="2026-08-28T09:40:08.498" v="165383" actId="21"/>
          <ac:spMkLst>
            <pc:docMk/>
            <pc:sldMk cId="577916192" sldId="286"/>
            <ac:spMk id="42" creationId="{F6A0AB24-0E64-B013-8783-692B8A1A05E5}"/>
          </ac:spMkLst>
        </pc:spChg>
        <pc:spChg chg="mod">
          <ac:chgData name="Alexandre Linck" userId="3e8679aa-ccdd-463f-8edf-0a911d703614" providerId="ADAL" clId="{C10DBD1C-CA6A-4357-AD1D-DD274190F00A}" dt="2026-08-28T09:37:29.722" v="165112"/>
          <ac:spMkLst>
            <pc:docMk/>
            <pc:sldMk cId="577916192" sldId="286"/>
            <ac:spMk id="53" creationId="{810263B3-2EB5-4B59-D73B-E01DAC467E86}"/>
          </ac:spMkLst>
        </pc:spChg>
        <pc:spChg chg="add mod">
          <ac:chgData name="Alexandre Linck" userId="3e8679aa-ccdd-463f-8edf-0a911d703614" providerId="ADAL" clId="{C10DBD1C-CA6A-4357-AD1D-DD274190F00A}" dt="2026-08-28T09:49:22.361" v="165649" actId="1038"/>
          <ac:spMkLst>
            <pc:docMk/>
            <pc:sldMk cId="577916192" sldId="286"/>
            <ac:spMk id="269" creationId="{6B13C76F-EC8C-BDD9-EA8E-4CB0FBE485EB}"/>
          </ac:spMkLst>
        </pc:spChg>
        <pc:spChg chg="add mod">
          <ac:chgData name="Alexandre Linck" userId="3e8679aa-ccdd-463f-8edf-0a911d703614" providerId="ADAL" clId="{C10DBD1C-CA6A-4357-AD1D-DD274190F00A}" dt="2026-08-28T09:49:22.361" v="165649" actId="1038"/>
          <ac:spMkLst>
            <pc:docMk/>
            <pc:sldMk cId="577916192" sldId="286"/>
            <ac:spMk id="271" creationId="{5C94126B-5503-020B-893F-456F75850FFF}"/>
          </ac:spMkLst>
        </pc:spChg>
        <pc:spChg chg="add mod">
          <ac:chgData name="Alexandre Linck" userId="3e8679aa-ccdd-463f-8edf-0a911d703614" providerId="ADAL" clId="{C10DBD1C-CA6A-4357-AD1D-DD274190F00A}" dt="2026-08-28T09:49:22.361" v="165649" actId="1038"/>
          <ac:spMkLst>
            <pc:docMk/>
            <pc:sldMk cId="577916192" sldId="286"/>
            <ac:spMk id="274" creationId="{98EB62E8-A697-8D21-D985-89310F928662}"/>
          </ac:spMkLst>
        </pc:spChg>
        <pc:spChg chg="del">
          <ac:chgData name="Alexandre Linck" userId="3e8679aa-ccdd-463f-8edf-0a911d703614" providerId="ADAL" clId="{C10DBD1C-CA6A-4357-AD1D-DD274190F00A}" dt="2026-08-28T09:29:07.810" v="164741" actId="478"/>
          <ac:spMkLst>
            <pc:docMk/>
            <pc:sldMk cId="577916192" sldId="286"/>
            <ac:spMk id="291" creationId="{ECC3D2D6-FCBC-DE0B-E033-B5B920534C98}"/>
          </ac:spMkLst>
        </pc:spChg>
        <pc:spChg chg="del">
          <ac:chgData name="Alexandre Linck" userId="3e8679aa-ccdd-463f-8edf-0a911d703614" providerId="ADAL" clId="{C10DBD1C-CA6A-4357-AD1D-DD274190F00A}" dt="2026-08-28T09:29:07.810" v="164741" actId="478"/>
          <ac:spMkLst>
            <pc:docMk/>
            <pc:sldMk cId="577916192" sldId="286"/>
            <ac:spMk id="292" creationId="{FBBFD02E-7B18-733F-BEE0-CBA40C3DD429}"/>
          </ac:spMkLst>
        </pc:spChg>
        <pc:spChg chg="del">
          <ac:chgData name="Alexandre Linck" userId="3e8679aa-ccdd-463f-8edf-0a911d703614" providerId="ADAL" clId="{C10DBD1C-CA6A-4357-AD1D-DD274190F00A}" dt="2026-08-28T09:29:05.873" v="164740" actId="478"/>
          <ac:spMkLst>
            <pc:docMk/>
            <pc:sldMk cId="577916192" sldId="286"/>
            <ac:spMk id="299" creationId="{EA7F0F30-DC69-1F50-0BF0-7A24D7379C97}"/>
          </ac:spMkLst>
        </pc:spChg>
        <pc:spChg chg="mod">
          <ac:chgData name="Alexandre Linck" userId="3e8679aa-ccdd-463f-8edf-0a911d703614" providerId="ADAL" clId="{C10DBD1C-CA6A-4357-AD1D-DD274190F00A}" dt="2026-08-28T10:15:51.155" v="166058"/>
          <ac:spMkLst>
            <pc:docMk/>
            <pc:sldMk cId="577916192" sldId="286"/>
            <ac:spMk id="306" creationId="{B2932AD9-7F04-D82F-69B6-3D489F64ADBB}"/>
          </ac:spMkLst>
        </pc:spChg>
        <pc:spChg chg="add del mod">
          <ac:chgData name="Alexandre Linck" userId="3e8679aa-ccdd-463f-8edf-0a911d703614" providerId="ADAL" clId="{C10DBD1C-CA6A-4357-AD1D-DD274190F00A}" dt="2026-08-28T10:17:13.117" v="166087" actId="478"/>
          <ac:spMkLst>
            <pc:docMk/>
            <pc:sldMk cId="577916192" sldId="286"/>
            <ac:spMk id="328" creationId="{7643738E-40A2-941C-B658-96DF33188E7D}"/>
          </ac:spMkLst>
        </pc:spChg>
        <pc:spChg chg="add mod">
          <ac:chgData name="Alexandre Linck" userId="3e8679aa-ccdd-463f-8edf-0a911d703614" providerId="ADAL" clId="{C10DBD1C-CA6A-4357-AD1D-DD274190F00A}" dt="2026-08-28T10:20:51.063" v="166143" actId="1036"/>
          <ac:spMkLst>
            <pc:docMk/>
            <pc:sldMk cId="577916192" sldId="286"/>
            <ac:spMk id="330" creationId="{FD685AD0-5779-962E-E2FC-A9685302AE0F}"/>
          </ac:spMkLst>
        </pc:spChg>
        <pc:spChg chg="mod">
          <ac:chgData name="Alexandre Linck" userId="3e8679aa-ccdd-463f-8edf-0a911d703614" providerId="ADAL" clId="{C10DBD1C-CA6A-4357-AD1D-DD274190F00A}" dt="2026-08-28T09:50:30.041" v="165651"/>
          <ac:spMkLst>
            <pc:docMk/>
            <pc:sldMk cId="577916192" sldId="286"/>
            <ac:spMk id="332" creationId="{1C5B4514-6E77-CC94-64A7-F458372CD280}"/>
          </ac:spMkLst>
        </pc:spChg>
        <pc:spChg chg="mod">
          <ac:chgData name="Alexandre Linck" userId="3e8679aa-ccdd-463f-8edf-0a911d703614" providerId="ADAL" clId="{C10DBD1C-CA6A-4357-AD1D-DD274190F00A}" dt="2026-08-28T09:50:30.041" v="165651"/>
          <ac:spMkLst>
            <pc:docMk/>
            <pc:sldMk cId="577916192" sldId="286"/>
            <ac:spMk id="333" creationId="{58A0126C-E88B-ED10-4528-0B0BC84A02D3}"/>
          </ac:spMkLst>
        </pc:spChg>
        <pc:spChg chg="mod">
          <ac:chgData name="Alexandre Linck" userId="3e8679aa-ccdd-463f-8edf-0a911d703614" providerId="ADAL" clId="{C10DBD1C-CA6A-4357-AD1D-DD274190F00A}" dt="2026-08-28T09:50:30.041" v="165651"/>
          <ac:spMkLst>
            <pc:docMk/>
            <pc:sldMk cId="577916192" sldId="286"/>
            <ac:spMk id="335" creationId="{45B8B923-BEC9-AE7C-3676-6F68B6F25E40}"/>
          </ac:spMkLst>
        </pc:spChg>
        <pc:spChg chg="mod">
          <ac:chgData name="Alexandre Linck" userId="3e8679aa-ccdd-463f-8edf-0a911d703614" providerId="ADAL" clId="{C10DBD1C-CA6A-4357-AD1D-DD274190F00A}" dt="2026-08-28T09:50:30.041" v="165651"/>
          <ac:spMkLst>
            <pc:docMk/>
            <pc:sldMk cId="577916192" sldId="286"/>
            <ac:spMk id="336" creationId="{E2C82D00-27FC-FA6C-A0F9-C614A61E373E}"/>
          </ac:spMkLst>
        </pc:spChg>
        <pc:spChg chg="mod">
          <ac:chgData name="Alexandre Linck" userId="3e8679aa-ccdd-463f-8edf-0a911d703614" providerId="ADAL" clId="{C10DBD1C-CA6A-4357-AD1D-DD274190F00A}" dt="2026-08-28T09:50:30.041" v="165651"/>
          <ac:spMkLst>
            <pc:docMk/>
            <pc:sldMk cId="577916192" sldId="286"/>
            <ac:spMk id="338" creationId="{0B0F0299-0676-41FB-598D-F42CE97BC972}"/>
          </ac:spMkLst>
        </pc:spChg>
        <pc:spChg chg="mod">
          <ac:chgData name="Alexandre Linck" userId="3e8679aa-ccdd-463f-8edf-0a911d703614" providerId="ADAL" clId="{C10DBD1C-CA6A-4357-AD1D-DD274190F00A}" dt="2026-08-28T09:50:30.041" v="165651"/>
          <ac:spMkLst>
            <pc:docMk/>
            <pc:sldMk cId="577916192" sldId="286"/>
            <ac:spMk id="339" creationId="{8AF35F26-B368-CEA4-C585-49A526F9014C}"/>
          </ac:spMkLst>
        </pc:spChg>
        <pc:spChg chg="mod">
          <ac:chgData name="Alexandre Linck" userId="3e8679aa-ccdd-463f-8edf-0a911d703614" providerId="ADAL" clId="{C10DBD1C-CA6A-4357-AD1D-DD274190F00A}" dt="2026-08-28T09:50:32.401" v="165652"/>
          <ac:spMkLst>
            <pc:docMk/>
            <pc:sldMk cId="577916192" sldId="286"/>
            <ac:spMk id="341" creationId="{74711455-A3D6-3251-1AC5-B3BB3EDF71CA}"/>
          </ac:spMkLst>
        </pc:spChg>
        <pc:spChg chg="mod">
          <ac:chgData name="Alexandre Linck" userId="3e8679aa-ccdd-463f-8edf-0a911d703614" providerId="ADAL" clId="{C10DBD1C-CA6A-4357-AD1D-DD274190F00A}" dt="2026-08-28T09:50:32.401" v="165652"/>
          <ac:spMkLst>
            <pc:docMk/>
            <pc:sldMk cId="577916192" sldId="286"/>
            <ac:spMk id="342" creationId="{D45E6D9E-714E-E18D-8BD3-5C735695B66E}"/>
          </ac:spMkLst>
        </pc:spChg>
        <pc:spChg chg="mod">
          <ac:chgData name="Alexandre Linck" userId="3e8679aa-ccdd-463f-8edf-0a911d703614" providerId="ADAL" clId="{C10DBD1C-CA6A-4357-AD1D-DD274190F00A}" dt="2026-08-28T09:50:32.401" v="165652"/>
          <ac:spMkLst>
            <pc:docMk/>
            <pc:sldMk cId="577916192" sldId="286"/>
            <ac:spMk id="344" creationId="{2914296E-F229-C324-2EE2-29F8D518182F}"/>
          </ac:spMkLst>
        </pc:spChg>
        <pc:spChg chg="mod">
          <ac:chgData name="Alexandre Linck" userId="3e8679aa-ccdd-463f-8edf-0a911d703614" providerId="ADAL" clId="{C10DBD1C-CA6A-4357-AD1D-DD274190F00A}" dt="2026-08-28T09:50:32.401" v="165652"/>
          <ac:spMkLst>
            <pc:docMk/>
            <pc:sldMk cId="577916192" sldId="286"/>
            <ac:spMk id="345" creationId="{58F79D69-D965-0F37-BEEC-991685434626}"/>
          </ac:spMkLst>
        </pc:spChg>
        <pc:spChg chg="mod">
          <ac:chgData name="Alexandre Linck" userId="3e8679aa-ccdd-463f-8edf-0a911d703614" providerId="ADAL" clId="{C10DBD1C-CA6A-4357-AD1D-DD274190F00A}" dt="2026-08-28T09:50:32.401" v="165652"/>
          <ac:spMkLst>
            <pc:docMk/>
            <pc:sldMk cId="577916192" sldId="286"/>
            <ac:spMk id="347" creationId="{FE62C3CE-229A-FADD-63E4-D4425F91A3FB}"/>
          </ac:spMkLst>
        </pc:spChg>
        <pc:spChg chg="mod">
          <ac:chgData name="Alexandre Linck" userId="3e8679aa-ccdd-463f-8edf-0a911d703614" providerId="ADAL" clId="{C10DBD1C-CA6A-4357-AD1D-DD274190F00A}" dt="2026-08-28T09:50:32.401" v="165652"/>
          <ac:spMkLst>
            <pc:docMk/>
            <pc:sldMk cId="577916192" sldId="286"/>
            <ac:spMk id="348" creationId="{037AF40D-76A7-4C48-F1F0-EA77B29C63A4}"/>
          </ac:spMkLst>
        </pc:spChg>
        <pc:spChg chg="del mod topLvl">
          <ac:chgData name="Alexandre Linck" userId="3e8679aa-ccdd-463f-8edf-0a911d703614" providerId="ADAL" clId="{C10DBD1C-CA6A-4357-AD1D-DD274190F00A}" dt="2026-08-28T10:24:40.012" v="166274" actId="478"/>
          <ac:spMkLst>
            <pc:docMk/>
            <pc:sldMk cId="577916192" sldId="286"/>
            <ac:spMk id="350" creationId="{0CABFC74-083D-24E6-32E2-929774B3BA6F}"/>
          </ac:spMkLst>
        </pc:spChg>
        <pc:spChg chg="mod ord topLvl">
          <ac:chgData name="Alexandre Linck" userId="3e8679aa-ccdd-463f-8edf-0a911d703614" providerId="ADAL" clId="{C10DBD1C-CA6A-4357-AD1D-DD274190F00A}" dt="2026-08-28T10:29:45.035" v="166371" actId="207"/>
          <ac:spMkLst>
            <pc:docMk/>
            <pc:sldMk cId="577916192" sldId="286"/>
            <ac:spMk id="351" creationId="{3B0AAD75-6D54-B5B2-D9C4-55E70DE016C6}"/>
          </ac:spMkLst>
        </pc:spChg>
        <pc:spChg chg="del mod topLvl">
          <ac:chgData name="Alexandre Linck" userId="3e8679aa-ccdd-463f-8edf-0a911d703614" providerId="ADAL" clId="{C10DBD1C-CA6A-4357-AD1D-DD274190F00A}" dt="2026-08-28T10:24:38.802" v="166273" actId="478"/>
          <ac:spMkLst>
            <pc:docMk/>
            <pc:sldMk cId="577916192" sldId="286"/>
            <ac:spMk id="353" creationId="{82618108-14C8-EBB4-6890-B6DCD777BDDE}"/>
          </ac:spMkLst>
        </pc:spChg>
        <pc:spChg chg="del mod topLvl">
          <ac:chgData name="Alexandre Linck" userId="3e8679aa-ccdd-463f-8edf-0a911d703614" providerId="ADAL" clId="{C10DBD1C-CA6A-4357-AD1D-DD274190F00A}" dt="2026-08-28T10:24:38.802" v="166273" actId="478"/>
          <ac:spMkLst>
            <pc:docMk/>
            <pc:sldMk cId="577916192" sldId="286"/>
            <ac:spMk id="354" creationId="{0B9FA8D7-02A7-3BF9-FC76-E2510BFCF631}"/>
          </ac:spMkLst>
        </pc:spChg>
        <pc:spChg chg="del mod topLvl">
          <ac:chgData name="Alexandre Linck" userId="3e8679aa-ccdd-463f-8edf-0a911d703614" providerId="ADAL" clId="{C10DBD1C-CA6A-4357-AD1D-DD274190F00A}" dt="2026-08-28T10:24:38.802" v="166273" actId="478"/>
          <ac:spMkLst>
            <pc:docMk/>
            <pc:sldMk cId="577916192" sldId="286"/>
            <ac:spMk id="356" creationId="{18A30555-AD62-8724-6DBE-CBFC8A84EF6C}"/>
          </ac:spMkLst>
        </pc:spChg>
        <pc:spChg chg="del mod topLvl">
          <ac:chgData name="Alexandre Linck" userId="3e8679aa-ccdd-463f-8edf-0a911d703614" providerId="ADAL" clId="{C10DBD1C-CA6A-4357-AD1D-DD274190F00A}" dt="2026-08-28T10:24:38.802" v="166273" actId="478"/>
          <ac:spMkLst>
            <pc:docMk/>
            <pc:sldMk cId="577916192" sldId="286"/>
            <ac:spMk id="357" creationId="{468B5D29-1603-98B9-FAA8-0FB5F54B1779}"/>
          </ac:spMkLst>
        </pc:spChg>
        <pc:spChg chg="add mod">
          <ac:chgData name="Alexandre Linck" userId="3e8679aa-ccdd-463f-8edf-0a911d703614" providerId="ADAL" clId="{C10DBD1C-CA6A-4357-AD1D-DD274190F00A}" dt="2026-08-28T10:28:18.230" v="166360" actId="1076"/>
          <ac:spMkLst>
            <pc:docMk/>
            <pc:sldMk cId="577916192" sldId="286"/>
            <ac:spMk id="359" creationId="{C242D488-62C9-61A0-26A7-5FA438623FBF}"/>
          </ac:spMkLst>
        </pc:spChg>
        <pc:spChg chg="add mod">
          <ac:chgData name="Alexandre Linck" userId="3e8679aa-ccdd-463f-8edf-0a911d703614" providerId="ADAL" clId="{C10DBD1C-CA6A-4357-AD1D-DD274190F00A}" dt="2026-08-28T10:29:33.868" v="166370"/>
          <ac:spMkLst>
            <pc:docMk/>
            <pc:sldMk cId="577916192" sldId="286"/>
            <ac:spMk id="361" creationId="{87548371-D36D-63B2-9CCF-A14403203E52}"/>
          </ac:spMkLst>
        </pc:spChg>
        <pc:spChg chg="mod">
          <ac:chgData name="Alexandre Linck" userId="3e8679aa-ccdd-463f-8edf-0a911d703614" providerId="ADAL" clId="{C10DBD1C-CA6A-4357-AD1D-DD274190F00A}" dt="2026-08-28T10:32:51.614" v="166414" actId="20577"/>
          <ac:spMkLst>
            <pc:docMk/>
            <pc:sldMk cId="577916192" sldId="286"/>
            <ac:spMk id="364" creationId="{1985256A-C171-5527-1EFD-37AC3CDEEB46}"/>
          </ac:spMkLst>
        </pc:spChg>
        <pc:spChg chg="mod">
          <ac:chgData name="Alexandre Linck" userId="3e8679aa-ccdd-463f-8edf-0a911d703614" providerId="ADAL" clId="{C10DBD1C-CA6A-4357-AD1D-DD274190F00A}" dt="2026-08-28T10:29:48.615" v="166372" actId="207"/>
          <ac:spMkLst>
            <pc:docMk/>
            <pc:sldMk cId="577916192" sldId="286"/>
            <ac:spMk id="365" creationId="{9A53AAB6-E7D4-9714-BFC7-2463DA64AE27}"/>
          </ac:spMkLst>
        </pc:spChg>
        <pc:spChg chg="add del">
          <ac:chgData name="Alexandre Linck" userId="3e8679aa-ccdd-463f-8edf-0a911d703614" providerId="ADAL" clId="{C10DBD1C-CA6A-4357-AD1D-DD274190F00A}" dt="2026-08-28T10:26:09.640" v="166311" actId="22"/>
          <ac:spMkLst>
            <pc:docMk/>
            <pc:sldMk cId="577916192" sldId="286"/>
            <ac:spMk id="367" creationId="{362DF632-A4D7-1C1E-A66E-FFB46B94A482}"/>
          </ac:spMkLst>
        </pc:spChg>
        <pc:spChg chg="mod">
          <ac:chgData name="Alexandre Linck" userId="3e8679aa-ccdd-463f-8edf-0a911d703614" providerId="ADAL" clId="{C10DBD1C-CA6A-4357-AD1D-DD274190F00A}" dt="2026-08-28T10:27:53.590" v="166350" actId="114"/>
          <ac:spMkLst>
            <pc:docMk/>
            <pc:sldMk cId="577916192" sldId="286"/>
            <ac:spMk id="369" creationId="{5E680360-5524-FE71-81CD-62393937B73B}"/>
          </ac:spMkLst>
        </pc:spChg>
        <pc:spChg chg="mod">
          <ac:chgData name="Alexandre Linck" userId="3e8679aa-ccdd-463f-8edf-0a911d703614" providerId="ADAL" clId="{C10DBD1C-CA6A-4357-AD1D-DD274190F00A}" dt="2026-08-28T10:29:51.036" v="166373" actId="207"/>
          <ac:spMkLst>
            <pc:docMk/>
            <pc:sldMk cId="577916192" sldId="286"/>
            <ac:spMk id="370" creationId="{8FBAB94B-2174-EF2E-2E10-204E67802C0F}"/>
          </ac:spMkLst>
        </pc:spChg>
        <pc:spChg chg="add mod">
          <ac:chgData name="Alexandre Linck" userId="3e8679aa-ccdd-463f-8edf-0a911d703614" providerId="ADAL" clId="{C10DBD1C-CA6A-4357-AD1D-DD274190F00A}" dt="2026-08-28T10:33:22.780" v="166435" actId="207"/>
          <ac:spMkLst>
            <pc:docMk/>
            <pc:sldMk cId="577916192" sldId="286"/>
            <ac:spMk id="380" creationId="{F6D12131-7363-CC0F-B53C-11F0C16921D1}"/>
          </ac:spMkLst>
        </pc:spChg>
        <pc:grpChg chg="add del mod">
          <ac:chgData name="Alexandre Linck" userId="3e8679aa-ccdd-463f-8edf-0a911d703614" providerId="ADAL" clId="{C10DBD1C-CA6A-4357-AD1D-DD274190F00A}" dt="2026-08-28T09:31:00.872" v="164812" actId="165"/>
          <ac:grpSpMkLst>
            <pc:docMk/>
            <pc:sldMk cId="577916192" sldId="286"/>
            <ac:grpSpMk id="22" creationId="{F6B78EA2-CDAF-F578-4F1C-FB6737A3CEAC}"/>
          </ac:grpSpMkLst>
        </pc:grpChg>
        <pc:grpChg chg="add del mod">
          <ac:chgData name="Alexandre Linck" userId="3e8679aa-ccdd-463f-8edf-0a911d703614" providerId="ADAL" clId="{C10DBD1C-CA6A-4357-AD1D-DD274190F00A}" dt="2026-08-28T09:40:08.498" v="165383" actId="21"/>
          <ac:grpSpMkLst>
            <pc:docMk/>
            <pc:sldMk cId="577916192" sldId="286"/>
            <ac:grpSpMk id="43" creationId="{2C1A15FB-A024-D1C0-D1DC-BBB7E8A45531}"/>
          </ac:grpSpMkLst>
        </pc:grpChg>
        <pc:grpChg chg="add mod ord">
          <ac:chgData name="Alexandre Linck" userId="3e8679aa-ccdd-463f-8edf-0a911d703614" providerId="ADAL" clId="{C10DBD1C-CA6A-4357-AD1D-DD274190F00A}" dt="2026-08-28T09:45:30.554" v="165531" actId="12788"/>
          <ac:grpSpMkLst>
            <pc:docMk/>
            <pc:sldMk cId="577916192" sldId="286"/>
            <ac:grpSpMk id="44" creationId="{84626483-AB7C-6E1B-41D8-A3A0CEB64962}"/>
          </ac:grpSpMkLst>
        </pc:grpChg>
        <pc:grpChg chg="add mod">
          <ac:chgData name="Alexandre Linck" userId="3e8679aa-ccdd-463f-8edf-0a911d703614" providerId="ADAL" clId="{C10DBD1C-CA6A-4357-AD1D-DD274190F00A}" dt="2026-08-28T09:36:44.436" v="165095" actId="552"/>
          <ac:grpSpMkLst>
            <pc:docMk/>
            <pc:sldMk cId="577916192" sldId="286"/>
            <ac:grpSpMk id="45" creationId="{A0C99498-BF39-2280-0D62-9FE09D14E85A}"/>
          </ac:grpSpMkLst>
        </pc:grpChg>
        <pc:grpChg chg="add del mod ord">
          <ac:chgData name="Alexandre Linck" userId="3e8679aa-ccdd-463f-8edf-0a911d703614" providerId="ADAL" clId="{C10DBD1C-CA6A-4357-AD1D-DD274190F00A}" dt="2026-08-28T09:38:25.382" v="165287" actId="165"/>
          <ac:grpSpMkLst>
            <pc:docMk/>
            <pc:sldMk cId="577916192" sldId="286"/>
            <ac:grpSpMk id="46" creationId="{147B5191-D9FC-4E84-CCF0-D3077048221F}"/>
          </ac:grpSpMkLst>
        </pc:grpChg>
        <pc:grpChg chg="add del mod">
          <ac:chgData name="Alexandre Linck" userId="3e8679aa-ccdd-463f-8edf-0a911d703614" providerId="ADAL" clId="{C10DBD1C-CA6A-4357-AD1D-DD274190F00A}" dt="2026-08-28T09:37:43.974" v="165119" actId="478"/>
          <ac:grpSpMkLst>
            <pc:docMk/>
            <pc:sldMk cId="577916192" sldId="286"/>
            <ac:grpSpMk id="50" creationId="{17A8C85B-8B73-3BB9-6803-73DBD4FD3147}"/>
          </ac:grpSpMkLst>
        </pc:grpChg>
        <pc:grpChg chg="del">
          <ac:chgData name="Alexandre Linck" userId="3e8679aa-ccdd-463f-8edf-0a911d703614" providerId="ADAL" clId="{C10DBD1C-CA6A-4357-AD1D-DD274190F00A}" dt="2026-08-28T09:29:07.810" v="164741" actId="478"/>
          <ac:grpSpMkLst>
            <pc:docMk/>
            <pc:sldMk cId="577916192" sldId="286"/>
            <ac:grpSpMk id="296" creationId="{CE70E878-FDEF-4FFC-B359-7A766FCCA091}"/>
          </ac:grpSpMkLst>
        </pc:grpChg>
        <pc:grpChg chg="add mod">
          <ac:chgData name="Alexandre Linck" userId="3e8679aa-ccdd-463f-8edf-0a911d703614" providerId="ADAL" clId="{C10DBD1C-CA6A-4357-AD1D-DD274190F00A}" dt="2026-08-28T09:50:30.041" v="165651"/>
          <ac:grpSpMkLst>
            <pc:docMk/>
            <pc:sldMk cId="577916192" sldId="286"/>
            <ac:grpSpMk id="331" creationId="{32D3404E-07CD-234A-3C48-7CE65D90DA72}"/>
          </ac:grpSpMkLst>
        </pc:grpChg>
        <pc:grpChg chg="add mod">
          <ac:chgData name="Alexandre Linck" userId="3e8679aa-ccdd-463f-8edf-0a911d703614" providerId="ADAL" clId="{C10DBD1C-CA6A-4357-AD1D-DD274190F00A}" dt="2026-08-28T09:50:30.041" v="165651"/>
          <ac:grpSpMkLst>
            <pc:docMk/>
            <pc:sldMk cId="577916192" sldId="286"/>
            <ac:grpSpMk id="334" creationId="{2384C2D0-CA35-608F-C4D0-719700B2EC20}"/>
          </ac:grpSpMkLst>
        </pc:grpChg>
        <pc:grpChg chg="add mod">
          <ac:chgData name="Alexandre Linck" userId="3e8679aa-ccdd-463f-8edf-0a911d703614" providerId="ADAL" clId="{C10DBD1C-CA6A-4357-AD1D-DD274190F00A}" dt="2026-08-28T09:50:30.041" v="165651"/>
          <ac:grpSpMkLst>
            <pc:docMk/>
            <pc:sldMk cId="577916192" sldId="286"/>
            <ac:grpSpMk id="337" creationId="{74EEA8C3-697A-6F30-1D1A-6ABA628BD615}"/>
          </ac:grpSpMkLst>
        </pc:grpChg>
        <pc:grpChg chg="add mod">
          <ac:chgData name="Alexandre Linck" userId="3e8679aa-ccdd-463f-8edf-0a911d703614" providerId="ADAL" clId="{C10DBD1C-CA6A-4357-AD1D-DD274190F00A}" dt="2026-08-28T09:50:32.401" v="165652"/>
          <ac:grpSpMkLst>
            <pc:docMk/>
            <pc:sldMk cId="577916192" sldId="286"/>
            <ac:grpSpMk id="340" creationId="{4D435217-A1B1-72A4-480D-8ADC05237A7F}"/>
          </ac:grpSpMkLst>
        </pc:grpChg>
        <pc:grpChg chg="add mod">
          <ac:chgData name="Alexandre Linck" userId="3e8679aa-ccdd-463f-8edf-0a911d703614" providerId="ADAL" clId="{C10DBD1C-CA6A-4357-AD1D-DD274190F00A}" dt="2026-08-28T09:50:32.401" v="165652"/>
          <ac:grpSpMkLst>
            <pc:docMk/>
            <pc:sldMk cId="577916192" sldId="286"/>
            <ac:grpSpMk id="343" creationId="{459B92FE-9739-8879-DD53-DC2D62F18466}"/>
          </ac:grpSpMkLst>
        </pc:grpChg>
        <pc:grpChg chg="add mod">
          <ac:chgData name="Alexandre Linck" userId="3e8679aa-ccdd-463f-8edf-0a911d703614" providerId="ADAL" clId="{C10DBD1C-CA6A-4357-AD1D-DD274190F00A}" dt="2026-08-28T09:50:32.401" v="165652"/>
          <ac:grpSpMkLst>
            <pc:docMk/>
            <pc:sldMk cId="577916192" sldId="286"/>
            <ac:grpSpMk id="346" creationId="{EE5ADA43-9817-74D7-E8A2-62E8FF21264F}"/>
          </ac:grpSpMkLst>
        </pc:grpChg>
        <pc:grpChg chg="add del mod">
          <ac:chgData name="Alexandre Linck" userId="3e8679aa-ccdd-463f-8edf-0a911d703614" providerId="ADAL" clId="{C10DBD1C-CA6A-4357-AD1D-DD274190F00A}" dt="2026-08-28T09:51:36.514" v="165675" actId="165"/>
          <ac:grpSpMkLst>
            <pc:docMk/>
            <pc:sldMk cId="577916192" sldId="286"/>
            <ac:grpSpMk id="349" creationId="{47B3DA16-E686-7B10-711D-2C4E2B5868FA}"/>
          </ac:grpSpMkLst>
        </pc:grpChg>
        <pc:grpChg chg="add del mod">
          <ac:chgData name="Alexandre Linck" userId="3e8679aa-ccdd-463f-8edf-0a911d703614" providerId="ADAL" clId="{C10DBD1C-CA6A-4357-AD1D-DD274190F00A}" dt="2026-08-28T09:51:35.232" v="165674" actId="165"/>
          <ac:grpSpMkLst>
            <pc:docMk/>
            <pc:sldMk cId="577916192" sldId="286"/>
            <ac:grpSpMk id="352" creationId="{C8DB4371-74EE-96C2-4770-3C5F5661AE0C}"/>
          </ac:grpSpMkLst>
        </pc:grpChg>
        <pc:grpChg chg="add del mod">
          <ac:chgData name="Alexandre Linck" userId="3e8679aa-ccdd-463f-8edf-0a911d703614" providerId="ADAL" clId="{C10DBD1C-CA6A-4357-AD1D-DD274190F00A}" dt="2026-08-28T09:51:37.851" v="165676" actId="165"/>
          <ac:grpSpMkLst>
            <pc:docMk/>
            <pc:sldMk cId="577916192" sldId="286"/>
            <ac:grpSpMk id="355" creationId="{DA087F7D-EEDA-71C6-1E23-61750971973C}"/>
          </ac:grpSpMkLst>
        </pc:grpChg>
        <pc:grpChg chg="add mod">
          <ac:chgData name="Alexandre Linck" userId="3e8679aa-ccdd-463f-8edf-0a911d703614" providerId="ADAL" clId="{C10DBD1C-CA6A-4357-AD1D-DD274190F00A}" dt="2026-08-28T10:29:33.868" v="166370"/>
          <ac:grpSpMkLst>
            <pc:docMk/>
            <pc:sldMk cId="577916192" sldId="286"/>
            <ac:grpSpMk id="362" creationId="{0ADDF4A4-16CA-8AF2-4676-9BB1AA6FE65D}"/>
          </ac:grpSpMkLst>
        </pc:grpChg>
        <pc:grpChg chg="add mod">
          <ac:chgData name="Alexandre Linck" userId="3e8679aa-ccdd-463f-8edf-0a911d703614" providerId="ADAL" clId="{C10DBD1C-CA6A-4357-AD1D-DD274190F00A}" dt="2026-08-28T10:26:25.971" v="166315"/>
          <ac:grpSpMkLst>
            <pc:docMk/>
            <pc:sldMk cId="577916192" sldId="286"/>
            <ac:grpSpMk id="363" creationId="{FB2B436C-B74F-7359-971D-A4FC4B2EE4C4}"/>
          </ac:grpSpMkLst>
        </pc:grpChg>
        <pc:grpChg chg="add mod">
          <ac:chgData name="Alexandre Linck" userId="3e8679aa-ccdd-463f-8edf-0a911d703614" providerId="ADAL" clId="{C10DBD1C-CA6A-4357-AD1D-DD274190F00A}" dt="2026-08-28T10:27:03.022" v="166337"/>
          <ac:grpSpMkLst>
            <pc:docMk/>
            <pc:sldMk cId="577916192" sldId="286"/>
            <ac:grpSpMk id="368" creationId="{BF6AC411-1E63-B94A-285F-D53FB41C6AE8}"/>
          </ac:grpSpMkLst>
        </pc:grpChg>
        <pc:graphicFrameChg chg="add del modGraphic">
          <ac:chgData name="Alexandre Linck" userId="3e8679aa-ccdd-463f-8edf-0a911d703614" providerId="ADAL" clId="{C10DBD1C-CA6A-4357-AD1D-DD274190F00A}" dt="2026-08-28T09:29:36.118" v="164761" actId="478"/>
          <ac:graphicFrameMkLst>
            <pc:docMk/>
            <pc:sldMk cId="577916192" sldId="286"/>
            <ac:graphicFrameMk id="5" creationId="{A096B179-F7F3-25BE-48D3-5C7711531095}"/>
          </ac:graphicFrameMkLst>
        </pc:graphicFrameChg>
        <pc:graphicFrameChg chg="del">
          <ac:chgData name="Alexandre Linck" userId="3e8679aa-ccdd-463f-8edf-0a911d703614" providerId="ADAL" clId="{C10DBD1C-CA6A-4357-AD1D-DD274190F00A}" dt="2026-08-28T09:29:05.873" v="164740" actId="478"/>
          <ac:graphicFrameMkLst>
            <pc:docMk/>
            <pc:sldMk cId="577916192" sldId="286"/>
            <ac:graphicFrameMk id="298" creationId="{FE2CF190-3A4B-4403-8980-FC0485795403}"/>
          </ac:graphicFrameMkLst>
        </pc:graphicFrameChg>
        <pc:picChg chg="add mod topLvl">
          <ac:chgData name="Alexandre Linck" userId="3e8679aa-ccdd-463f-8edf-0a911d703614" providerId="ADAL" clId="{C10DBD1C-CA6A-4357-AD1D-DD274190F00A}" dt="2026-08-28T09:49:22.361" v="165649" actId="1038"/>
          <ac:picMkLst>
            <pc:docMk/>
            <pc:sldMk cId="577916192" sldId="286"/>
            <ac:picMk id="15" creationId="{9D443F11-5D7F-72AF-2AE8-F0770EFB19B6}"/>
          </ac:picMkLst>
        </pc:picChg>
        <pc:picChg chg="add del mod">
          <ac:chgData name="Alexandre Linck" userId="3e8679aa-ccdd-463f-8edf-0a911d703614" providerId="ADAL" clId="{C10DBD1C-CA6A-4357-AD1D-DD274190F00A}" dt="2026-08-28T09:30:39.730" v="164798" actId="21"/>
          <ac:picMkLst>
            <pc:docMk/>
            <pc:sldMk cId="577916192" sldId="286"/>
            <ac:picMk id="19" creationId="{16E1D6A8-FD6E-8D6E-69C1-5D79975A1DBC}"/>
          </ac:picMkLst>
        </pc:picChg>
        <pc:picChg chg="add del mod">
          <ac:chgData name="Alexandre Linck" userId="3e8679aa-ccdd-463f-8edf-0a911d703614" providerId="ADAL" clId="{C10DBD1C-CA6A-4357-AD1D-DD274190F00A}" dt="2026-08-28T09:33:11.462" v="164953" actId="478"/>
          <ac:picMkLst>
            <pc:docMk/>
            <pc:sldMk cId="577916192" sldId="286"/>
            <ac:picMk id="28" creationId="{E618B569-ED2C-CDD0-A2AD-65B49AF42354}"/>
          </ac:picMkLst>
        </pc:picChg>
        <pc:picChg chg="add mod ord topLvl">
          <ac:chgData name="Alexandre Linck" userId="3e8679aa-ccdd-463f-8edf-0a911d703614" providerId="ADAL" clId="{C10DBD1C-CA6A-4357-AD1D-DD274190F00A}" dt="2026-08-28T09:49:22.361" v="165649" actId="1038"/>
          <ac:picMkLst>
            <pc:docMk/>
            <pc:sldMk cId="577916192" sldId="286"/>
            <ac:picMk id="30" creationId="{8599A42C-E570-E1EB-A160-D0A28A8FE56E}"/>
          </ac:picMkLst>
        </pc:picChg>
        <pc:picChg chg="add mod ord topLvl">
          <ac:chgData name="Alexandre Linck" userId="3e8679aa-ccdd-463f-8edf-0a911d703614" providerId="ADAL" clId="{C10DBD1C-CA6A-4357-AD1D-DD274190F00A}" dt="2026-08-28T09:49:22.361" v="165649" actId="1038"/>
          <ac:picMkLst>
            <pc:docMk/>
            <pc:sldMk cId="577916192" sldId="286"/>
            <ac:picMk id="31" creationId="{F9B1535E-F896-14EA-A508-EC33B1F1C76F}"/>
          </ac:picMkLst>
        </pc:picChg>
        <pc:picChg chg="add mod ord topLvl">
          <ac:chgData name="Alexandre Linck" userId="3e8679aa-ccdd-463f-8edf-0a911d703614" providerId="ADAL" clId="{C10DBD1C-CA6A-4357-AD1D-DD274190F00A}" dt="2026-08-28T09:49:22.361" v="165649" actId="1038"/>
          <ac:picMkLst>
            <pc:docMk/>
            <pc:sldMk cId="577916192" sldId="286"/>
            <ac:picMk id="32" creationId="{67D39F37-E7A7-A8BB-0CE8-12EDC433CC7A}"/>
          </ac:picMkLst>
        </pc:picChg>
        <pc:picChg chg="add mod">
          <ac:chgData name="Alexandre Linck" userId="3e8679aa-ccdd-463f-8edf-0a911d703614" providerId="ADAL" clId="{C10DBD1C-CA6A-4357-AD1D-DD274190F00A}" dt="2026-08-28T09:32:42.473" v="164902" actId="571"/>
          <ac:picMkLst>
            <pc:docMk/>
            <pc:sldMk cId="577916192" sldId="286"/>
            <ac:picMk id="33" creationId="{69C76679-00AF-0171-35C4-0ECE21FEE205}"/>
          </ac:picMkLst>
        </pc:picChg>
        <pc:picChg chg="add mod">
          <ac:chgData name="Alexandre Linck" userId="3e8679aa-ccdd-463f-8edf-0a911d703614" providerId="ADAL" clId="{C10DBD1C-CA6A-4357-AD1D-DD274190F00A}" dt="2026-08-28T09:32:42.473" v="164902" actId="571"/>
          <ac:picMkLst>
            <pc:docMk/>
            <pc:sldMk cId="577916192" sldId="286"/>
            <ac:picMk id="34" creationId="{679CE7A7-F6DE-97C8-701C-497C15A96BDE}"/>
          </ac:picMkLst>
        </pc:picChg>
        <pc:picChg chg="mod">
          <ac:chgData name="Alexandre Linck" userId="3e8679aa-ccdd-463f-8edf-0a911d703614" providerId="ADAL" clId="{C10DBD1C-CA6A-4357-AD1D-DD274190F00A}" dt="2026-08-28T09:37:29.722" v="165112"/>
          <ac:picMkLst>
            <pc:docMk/>
            <pc:sldMk cId="577916192" sldId="286"/>
            <ac:picMk id="51" creationId="{54ED6AE0-8B90-C345-621C-924A9DB6FC85}"/>
          </ac:picMkLst>
        </pc:picChg>
        <pc:picChg chg="add mod">
          <ac:chgData name="Alexandre Linck" userId="3e8679aa-ccdd-463f-8edf-0a911d703614" providerId="ADAL" clId="{C10DBD1C-CA6A-4357-AD1D-DD274190F00A}" dt="2026-08-28T09:38:28.789" v="165291" actId="571"/>
          <ac:picMkLst>
            <pc:docMk/>
            <pc:sldMk cId="577916192" sldId="286"/>
            <ac:picMk id="60" creationId="{35438720-AD09-CF10-79E2-5D142ADA5D98}"/>
          </ac:picMkLst>
        </pc:picChg>
        <pc:picChg chg="add mod modCrop">
          <ac:chgData name="Alexandre Linck" userId="3e8679aa-ccdd-463f-8edf-0a911d703614" providerId="ADAL" clId="{C10DBD1C-CA6A-4357-AD1D-DD274190F00A}" dt="2026-08-28T09:49:22.361" v="165649" actId="1038"/>
          <ac:picMkLst>
            <pc:docMk/>
            <pc:sldMk cId="577916192" sldId="286"/>
            <ac:picMk id="325" creationId="{0C98E914-16DC-4F6D-AB88-FB0854867609}"/>
          </ac:picMkLst>
        </pc:picChg>
        <pc:cxnChg chg="mod">
          <ac:chgData name="Alexandre Linck" userId="3e8679aa-ccdd-463f-8edf-0a911d703614" providerId="ADAL" clId="{C10DBD1C-CA6A-4357-AD1D-DD274190F00A}" dt="2026-08-28T09:29:07.810" v="164741" actId="478"/>
          <ac:cxnSpMkLst>
            <pc:docMk/>
            <pc:sldMk cId="577916192" sldId="286"/>
            <ac:cxnSpMk id="23" creationId="{E377D808-3EF7-A062-AF80-3E664822EEF6}"/>
          </ac:cxnSpMkLst>
        </pc:cxnChg>
        <pc:cxnChg chg="mod">
          <ac:chgData name="Alexandre Linck" userId="3e8679aa-ccdd-463f-8edf-0a911d703614" providerId="ADAL" clId="{C10DBD1C-CA6A-4357-AD1D-DD274190F00A}" dt="2026-08-28T09:29:07.810" v="164741" actId="478"/>
          <ac:cxnSpMkLst>
            <pc:docMk/>
            <pc:sldMk cId="577916192" sldId="286"/>
            <ac:cxnSpMk id="24" creationId="{E9F9934D-9A87-7BC2-4D21-BC3334958FA9}"/>
          </ac:cxnSpMkLst>
        </pc:cxnChg>
        <pc:cxnChg chg="mod">
          <ac:chgData name="Alexandre Linck" userId="3e8679aa-ccdd-463f-8edf-0a911d703614" providerId="ADAL" clId="{C10DBD1C-CA6A-4357-AD1D-DD274190F00A}" dt="2026-08-28T09:29:07.810" v="164741" actId="478"/>
          <ac:cxnSpMkLst>
            <pc:docMk/>
            <pc:sldMk cId="577916192" sldId="286"/>
            <ac:cxnSpMk id="27" creationId="{B895FA5D-F1F3-2BC4-9657-2A680C290AE4}"/>
          </ac:cxnSpMkLst>
        </pc:cxnChg>
        <pc:cxnChg chg="mod">
          <ac:chgData name="Alexandre Linck" userId="3e8679aa-ccdd-463f-8edf-0a911d703614" providerId="ADAL" clId="{C10DBD1C-CA6A-4357-AD1D-DD274190F00A}" dt="2026-08-28T09:29:07.810" v="164741" actId="478"/>
          <ac:cxnSpMkLst>
            <pc:docMk/>
            <pc:sldMk cId="577916192" sldId="286"/>
            <ac:cxnSpMk id="41" creationId="{AE7FE40A-5566-DEED-A929-D9E754FEEF14}"/>
          </ac:cxnSpMkLst>
        </pc:cxnChg>
        <pc:cxnChg chg="add mod">
          <ac:chgData name="Alexandre Linck" userId="3e8679aa-ccdd-463f-8edf-0a911d703614" providerId="ADAL" clId="{C10DBD1C-CA6A-4357-AD1D-DD274190F00A}" dt="2026-08-28T09:39:21.387" v="165362" actId="1036"/>
          <ac:cxnSpMkLst>
            <pc:docMk/>
            <pc:sldMk cId="577916192" sldId="286"/>
            <ac:cxnSpMk id="49" creationId="{75F38A86-CFCD-7439-DCD9-CC4AC05CF36E}"/>
          </ac:cxnSpMkLst>
        </pc:cxnChg>
        <pc:cxnChg chg="mod">
          <ac:chgData name="Alexandre Linck" userId="3e8679aa-ccdd-463f-8edf-0a911d703614" providerId="ADAL" clId="{C10DBD1C-CA6A-4357-AD1D-DD274190F00A}" dt="2026-08-28T09:29:07.810" v="164741" actId="478"/>
          <ac:cxnSpMkLst>
            <pc:docMk/>
            <pc:sldMk cId="577916192" sldId="286"/>
            <ac:cxnSpMk id="52" creationId="{FA8B9CDE-9A84-6BBA-DE8A-0D2000F2DFA1}"/>
          </ac:cxnSpMkLst>
        </pc:cxnChg>
        <pc:cxnChg chg="add del mod">
          <ac:chgData name="Alexandre Linck" userId="3e8679aa-ccdd-463f-8edf-0a911d703614" providerId="ADAL" clId="{C10DBD1C-CA6A-4357-AD1D-DD274190F00A}" dt="2026-08-28T09:37:47.635" v="165121" actId="478"/>
          <ac:cxnSpMkLst>
            <pc:docMk/>
            <pc:sldMk cId="577916192" sldId="286"/>
            <ac:cxnSpMk id="54" creationId="{3F18251B-93D3-01F2-F2DC-989BEB8D12CA}"/>
          </ac:cxnSpMkLst>
        </pc:cxnChg>
        <pc:cxnChg chg="add del mod">
          <ac:chgData name="Alexandre Linck" userId="3e8679aa-ccdd-463f-8edf-0a911d703614" providerId="ADAL" clId="{C10DBD1C-CA6A-4357-AD1D-DD274190F00A}" dt="2026-08-28T09:37:53.879" v="165123" actId="478"/>
          <ac:cxnSpMkLst>
            <pc:docMk/>
            <pc:sldMk cId="577916192" sldId="286"/>
            <ac:cxnSpMk id="56" creationId="{68ACF852-3240-5E39-DA30-5AEE1AE74DE1}"/>
          </ac:cxnSpMkLst>
        </pc:cxnChg>
        <pc:cxnChg chg="add mod">
          <ac:chgData name="Alexandre Linck" userId="3e8679aa-ccdd-463f-8edf-0a911d703614" providerId="ADAL" clId="{C10DBD1C-CA6A-4357-AD1D-DD274190F00A}" dt="2026-08-28T09:38:41.710" v="165295" actId="208"/>
          <ac:cxnSpMkLst>
            <pc:docMk/>
            <pc:sldMk cId="577916192" sldId="286"/>
            <ac:cxnSpMk id="57" creationId="{626D4BFA-F9D5-7076-F717-EF9A915BA9EF}"/>
          </ac:cxnSpMkLst>
        </pc:cxnChg>
        <pc:cxnChg chg="add mod">
          <ac:chgData name="Alexandre Linck" userId="3e8679aa-ccdd-463f-8edf-0a911d703614" providerId="ADAL" clId="{C10DBD1C-CA6A-4357-AD1D-DD274190F00A}" dt="2026-08-28T09:38:41.710" v="165295" actId="208"/>
          <ac:cxnSpMkLst>
            <pc:docMk/>
            <pc:sldMk cId="577916192" sldId="286"/>
            <ac:cxnSpMk id="58" creationId="{94EBDB55-5512-266D-2747-ECBA193F59E0}"/>
          </ac:cxnSpMkLst>
        </pc:cxnChg>
        <pc:cxnChg chg="add mod">
          <ac:chgData name="Alexandre Linck" userId="3e8679aa-ccdd-463f-8edf-0a911d703614" providerId="ADAL" clId="{C10DBD1C-CA6A-4357-AD1D-DD274190F00A}" dt="2026-08-28T09:38:41.710" v="165295" actId="208"/>
          <ac:cxnSpMkLst>
            <pc:docMk/>
            <pc:sldMk cId="577916192" sldId="286"/>
            <ac:cxnSpMk id="59" creationId="{B9301997-AA7B-3211-964C-01023F857911}"/>
          </ac:cxnSpMkLst>
        </pc:cxnChg>
        <pc:cxnChg chg="add mod">
          <ac:chgData name="Alexandre Linck" userId="3e8679aa-ccdd-463f-8edf-0a911d703614" providerId="ADAL" clId="{C10DBD1C-CA6A-4357-AD1D-DD274190F00A}" dt="2026-08-28T09:38:28.789" v="165291" actId="571"/>
          <ac:cxnSpMkLst>
            <pc:docMk/>
            <pc:sldMk cId="577916192" sldId="286"/>
            <ac:cxnSpMk id="61" creationId="{AA6FFBFF-5882-2999-DEF6-04100823391B}"/>
          </ac:cxnSpMkLst>
        </pc:cxnChg>
        <pc:cxnChg chg="add del mod">
          <ac:chgData name="Alexandre Linck" userId="3e8679aa-ccdd-463f-8edf-0a911d703614" providerId="ADAL" clId="{C10DBD1C-CA6A-4357-AD1D-DD274190F00A}" dt="2026-08-28T09:41:40.297" v="165459" actId="478"/>
          <ac:cxnSpMkLst>
            <pc:docMk/>
            <pc:sldMk cId="577916192" sldId="286"/>
            <ac:cxnSpMk id="63" creationId="{3E1D3727-3DE2-9378-3BED-71C18C43ACD6}"/>
          </ac:cxnSpMkLst>
        </pc:cxnChg>
        <pc:cxnChg chg="add del mod">
          <ac:chgData name="Alexandre Linck" userId="3e8679aa-ccdd-463f-8edf-0a911d703614" providerId="ADAL" clId="{C10DBD1C-CA6A-4357-AD1D-DD274190F00A}" dt="2026-08-28T09:40:44.695" v="165399" actId="478"/>
          <ac:cxnSpMkLst>
            <pc:docMk/>
            <pc:sldMk cId="577916192" sldId="286"/>
            <ac:cxnSpMk id="259" creationId="{53167CE0-3D2A-AD2C-EC82-EE713E1342BB}"/>
          </ac:cxnSpMkLst>
        </pc:cxnChg>
        <pc:cxnChg chg="add del mod">
          <ac:chgData name="Alexandre Linck" userId="3e8679aa-ccdd-463f-8edf-0a911d703614" providerId="ADAL" clId="{C10DBD1C-CA6A-4357-AD1D-DD274190F00A}" dt="2026-08-28T09:40:53.656" v="165402" actId="478"/>
          <ac:cxnSpMkLst>
            <pc:docMk/>
            <pc:sldMk cId="577916192" sldId="286"/>
            <ac:cxnSpMk id="262" creationId="{050060A8-713C-32D4-75C5-C0E390EFBC42}"/>
          </ac:cxnSpMkLst>
        </pc:cxnChg>
        <pc:cxnChg chg="add del mod">
          <ac:chgData name="Alexandre Linck" userId="3e8679aa-ccdd-463f-8edf-0a911d703614" providerId="ADAL" clId="{C10DBD1C-CA6A-4357-AD1D-DD274190F00A}" dt="2026-08-28T09:40:43.105" v="165398" actId="478"/>
          <ac:cxnSpMkLst>
            <pc:docMk/>
            <pc:sldMk cId="577916192" sldId="286"/>
            <ac:cxnSpMk id="265" creationId="{F30E4611-3507-9B52-D102-74F08C1F8387}"/>
          </ac:cxnSpMkLst>
        </pc:cxnChg>
        <pc:cxnChg chg="add del mod">
          <ac:chgData name="Alexandre Linck" userId="3e8679aa-ccdd-463f-8edf-0a911d703614" providerId="ADAL" clId="{C10DBD1C-CA6A-4357-AD1D-DD274190F00A}" dt="2026-08-28T09:40:41.796" v="165396" actId="478"/>
          <ac:cxnSpMkLst>
            <pc:docMk/>
            <pc:sldMk cId="577916192" sldId="286"/>
            <ac:cxnSpMk id="277" creationId="{C27C5B1E-3F4D-8FA4-98EF-D725E04F10B3}"/>
          </ac:cxnSpMkLst>
        </pc:cxnChg>
        <pc:cxnChg chg="add del mod">
          <ac:chgData name="Alexandre Linck" userId="3e8679aa-ccdd-463f-8edf-0a911d703614" providerId="ADAL" clId="{C10DBD1C-CA6A-4357-AD1D-DD274190F00A}" dt="2026-08-28T09:40:42.504" v="165397" actId="478"/>
          <ac:cxnSpMkLst>
            <pc:docMk/>
            <pc:sldMk cId="577916192" sldId="286"/>
            <ac:cxnSpMk id="283" creationId="{73080306-FEF1-4F4D-300F-60E6E465806B}"/>
          </ac:cxnSpMkLst>
        </pc:cxnChg>
        <pc:cxnChg chg="add del mod">
          <ac:chgData name="Alexandre Linck" userId="3e8679aa-ccdd-463f-8edf-0a911d703614" providerId="ADAL" clId="{C10DBD1C-CA6A-4357-AD1D-DD274190F00A}" dt="2026-08-28T09:41:40.297" v="165459" actId="478"/>
          <ac:cxnSpMkLst>
            <pc:docMk/>
            <pc:sldMk cId="577916192" sldId="286"/>
            <ac:cxnSpMk id="302" creationId="{6BE02FDE-6FEA-09B1-F0F6-5658C856AE8F}"/>
          </ac:cxnSpMkLst>
        </pc:cxnChg>
        <pc:cxnChg chg="add del mod">
          <ac:chgData name="Alexandre Linck" userId="3e8679aa-ccdd-463f-8edf-0a911d703614" providerId="ADAL" clId="{C10DBD1C-CA6A-4357-AD1D-DD274190F00A}" dt="2026-08-28T09:41:40.297" v="165459" actId="478"/>
          <ac:cxnSpMkLst>
            <pc:docMk/>
            <pc:sldMk cId="577916192" sldId="286"/>
            <ac:cxnSpMk id="309" creationId="{0CCCF78E-CC52-AA27-DEDA-E9F4334EC329}"/>
          </ac:cxnSpMkLst>
        </pc:cxnChg>
        <pc:cxnChg chg="add mod">
          <ac:chgData name="Alexandre Linck" userId="3e8679aa-ccdd-463f-8edf-0a911d703614" providerId="ADAL" clId="{C10DBD1C-CA6A-4357-AD1D-DD274190F00A}" dt="2026-08-28T09:48:08.775" v="165634" actId="208"/>
          <ac:cxnSpMkLst>
            <pc:docMk/>
            <pc:sldMk cId="577916192" sldId="286"/>
            <ac:cxnSpMk id="314" creationId="{9A49F415-0A3D-9C67-D519-D87C6DB56624}"/>
          </ac:cxnSpMkLst>
        </pc:cxnChg>
        <pc:cxnChg chg="add mod">
          <ac:chgData name="Alexandre Linck" userId="3e8679aa-ccdd-463f-8edf-0a911d703614" providerId="ADAL" clId="{C10DBD1C-CA6A-4357-AD1D-DD274190F00A}" dt="2026-08-28T09:48:08.775" v="165634" actId="208"/>
          <ac:cxnSpMkLst>
            <pc:docMk/>
            <pc:sldMk cId="577916192" sldId="286"/>
            <ac:cxnSpMk id="315" creationId="{960A763D-BF43-1285-DEB7-9839706EBC27}"/>
          </ac:cxnSpMkLst>
        </pc:cxnChg>
        <pc:cxnChg chg="add mod">
          <ac:chgData name="Alexandre Linck" userId="3e8679aa-ccdd-463f-8edf-0a911d703614" providerId="ADAL" clId="{C10DBD1C-CA6A-4357-AD1D-DD274190F00A}" dt="2026-08-28T09:48:08.775" v="165634" actId="208"/>
          <ac:cxnSpMkLst>
            <pc:docMk/>
            <pc:sldMk cId="577916192" sldId="286"/>
            <ac:cxnSpMk id="316" creationId="{07F13B0B-3F69-9574-538A-B85499CF6D2F}"/>
          </ac:cxnSpMkLst>
        </pc:cxnChg>
        <pc:cxnChg chg="add del mod">
          <ac:chgData name="Alexandre Linck" userId="3e8679aa-ccdd-463f-8edf-0a911d703614" providerId="ADAL" clId="{C10DBD1C-CA6A-4357-AD1D-DD274190F00A}" dt="2026-08-28T09:43:49.090" v="165499" actId="478"/>
          <ac:cxnSpMkLst>
            <pc:docMk/>
            <pc:sldMk cId="577916192" sldId="286"/>
            <ac:cxnSpMk id="318" creationId="{47390F82-DA00-000D-DEB6-50231BBC417F}"/>
          </ac:cxnSpMkLst>
        </pc:cxnChg>
        <pc:cxnChg chg="add del mod">
          <ac:chgData name="Alexandre Linck" userId="3e8679aa-ccdd-463f-8edf-0a911d703614" providerId="ADAL" clId="{C10DBD1C-CA6A-4357-AD1D-DD274190F00A}" dt="2026-08-28T09:44:09.245" v="165502" actId="478"/>
          <ac:cxnSpMkLst>
            <pc:docMk/>
            <pc:sldMk cId="577916192" sldId="286"/>
            <ac:cxnSpMk id="319" creationId="{8EAB7B46-AF12-2DA9-3226-534E76D2A147}"/>
          </ac:cxnSpMkLst>
        </pc:cxnChg>
        <pc:cxnChg chg="add del mod">
          <ac:chgData name="Alexandre Linck" userId="3e8679aa-ccdd-463f-8edf-0a911d703614" providerId="ADAL" clId="{C10DBD1C-CA6A-4357-AD1D-DD274190F00A}" dt="2026-08-28T10:32:58.963" v="166416" actId="478"/>
          <ac:cxnSpMkLst>
            <pc:docMk/>
            <pc:sldMk cId="577916192" sldId="286"/>
            <ac:cxnSpMk id="321" creationId="{4BD0EE57-7CBB-1685-F527-E173C18536CA}"/>
          </ac:cxnSpMkLst>
        </pc:cxnChg>
        <pc:cxnChg chg="add mod">
          <ac:chgData name="Alexandre Linck" userId="3e8679aa-ccdd-463f-8edf-0a911d703614" providerId="ADAL" clId="{C10DBD1C-CA6A-4357-AD1D-DD274190F00A}" dt="2026-08-28T10:28:29.376" v="166368" actId="14100"/>
          <ac:cxnSpMkLst>
            <pc:docMk/>
            <pc:sldMk cId="577916192" sldId="286"/>
            <ac:cxnSpMk id="372" creationId="{9FEAAFF0-B05E-9283-5C9C-26A69CC96FFF}"/>
          </ac:cxnSpMkLst>
        </pc:cxnChg>
        <pc:cxnChg chg="add mod">
          <ac:chgData name="Alexandre Linck" userId="3e8679aa-ccdd-463f-8edf-0a911d703614" providerId="ADAL" clId="{C10DBD1C-CA6A-4357-AD1D-DD274190F00A}" dt="2026-08-28T10:28:29.376" v="166368" actId="14100"/>
          <ac:cxnSpMkLst>
            <pc:docMk/>
            <pc:sldMk cId="577916192" sldId="286"/>
            <ac:cxnSpMk id="373" creationId="{A370F13A-5579-F775-3D01-4F801BAC5684}"/>
          </ac:cxnSpMkLst>
        </pc:cxnChg>
        <pc:cxnChg chg="add del mod">
          <ac:chgData name="Alexandre Linck" userId="3e8679aa-ccdd-463f-8edf-0a911d703614" providerId="ADAL" clId="{C10DBD1C-CA6A-4357-AD1D-DD274190F00A}" dt="2026-08-28T10:32:50.368" v="166411" actId="11529"/>
          <ac:cxnSpMkLst>
            <pc:docMk/>
            <pc:sldMk cId="577916192" sldId="286"/>
            <ac:cxnSpMk id="376" creationId="{924052DF-32BE-3E69-B35C-9928E8C8577F}"/>
          </ac:cxnSpMkLst>
        </pc:cxnChg>
        <pc:cxnChg chg="add mod">
          <ac:chgData name="Alexandre Linck" userId="3e8679aa-ccdd-463f-8edf-0a911d703614" providerId="ADAL" clId="{C10DBD1C-CA6A-4357-AD1D-DD274190F00A}" dt="2026-08-28T10:32:50.122" v="166409"/>
          <ac:cxnSpMkLst>
            <pc:docMk/>
            <pc:sldMk cId="577916192" sldId="286"/>
            <ac:cxnSpMk id="377" creationId="{8F2F6F61-ED1C-BEF8-A134-7225F8132219}"/>
          </ac:cxnSpMkLst>
        </pc:cxnChg>
        <pc:cxnChg chg="add mod">
          <ac:chgData name="Alexandre Linck" userId="3e8679aa-ccdd-463f-8edf-0a911d703614" providerId="ADAL" clId="{C10DBD1C-CA6A-4357-AD1D-DD274190F00A}" dt="2026-08-28T10:32:52.576" v="166415"/>
          <ac:cxnSpMkLst>
            <pc:docMk/>
            <pc:sldMk cId="577916192" sldId="286"/>
            <ac:cxnSpMk id="378" creationId="{A6327B0D-1603-1660-6CBF-07DC00A0AD84}"/>
          </ac:cxnSpMkLst>
        </pc:cxnChg>
        <pc:cxnChg chg="add mod">
          <ac:chgData name="Alexandre Linck" userId="3e8679aa-ccdd-463f-8edf-0a911d703614" providerId="ADAL" clId="{C10DBD1C-CA6A-4357-AD1D-DD274190F00A}" dt="2026-08-28T10:32:52.576" v="166415"/>
          <ac:cxnSpMkLst>
            <pc:docMk/>
            <pc:sldMk cId="577916192" sldId="286"/>
            <ac:cxnSpMk id="379" creationId="{09C142E2-37E4-FC6C-8010-0D1315B1275F}"/>
          </ac:cxnSpMkLst>
        </pc:cxnChg>
      </pc:sldChg>
      <pc:sldChg chg="addSp delSp modSp add del mod ord">
        <pc:chgData name="Alexandre Linck" userId="3e8679aa-ccdd-463f-8edf-0a911d703614" providerId="ADAL" clId="{C10DBD1C-CA6A-4357-AD1D-DD274190F00A}" dt="2026-08-28T12:24:17.459" v="167292" actId="47"/>
        <pc:sldMkLst>
          <pc:docMk/>
          <pc:sldMk cId="3717473924" sldId="287"/>
        </pc:sldMkLst>
        <pc:spChg chg="mod">
          <ac:chgData name="Alexandre Linck" userId="3e8679aa-ccdd-463f-8edf-0a911d703614" providerId="ADAL" clId="{C10DBD1C-CA6A-4357-AD1D-DD274190F00A}" dt="2026-08-28T12:05:12.031" v="166446" actId="113"/>
          <ac:spMkLst>
            <pc:docMk/>
            <pc:sldMk cId="3717473924" sldId="287"/>
            <ac:spMk id="3" creationId="{5FA0071D-6A76-033A-69C1-F71CC30C4766}"/>
          </ac:spMkLst>
        </pc:spChg>
        <pc:spChg chg="add mod">
          <ac:chgData name="Alexandre Linck" userId="3e8679aa-ccdd-463f-8edf-0a911d703614" providerId="ADAL" clId="{C10DBD1C-CA6A-4357-AD1D-DD274190F00A}" dt="2026-08-28T12:11:04.225" v="166652" actId="5793"/>
          <ac:spMkLst>
            <pc:docMk/>
            <pc:sldMk cId="3717473924" sldId="287"/>
            <ac:spMk id="6" creationId="{5A69D920-F717-9BA7-FB4F-D4843F18764F}"/>
          </ac:spMkLst>
        </pc:spChg>
        <pc:spChg chg="add mod">
          <ac:chgData name="Alexandre Linck" userId="3e8679aa-ccdd-463f-8edf-0a911d703614" providerId="ADAL" clId="{C10DBD1C-CA6A-4357-AD1D-DD274190F00A}" dt="2026-08-28T12:11:07.900" v="166655" actId="20577"/>
          <ac:spMkLst>
            <pc:docMk/>
            <pc:sldMk cId="3717473924" sldId="287"/>
            <ac:spMk id="7" creationId="{C14D2ADA-C3AF-6FF2-FE01-AAD69CCC3D4A}"/>
          </ac:spMkLst>
        </pc:spChg>
        <pc:spChg chg="mod">
          <ac:chgData name="Alexandre Linck" userId="3e8679aa-ccdd-463f-8edf-0a911d703614" providerId="ADAL" clId="{C10DBD1C-CA6A-4357-AD1D-DD274190F00A}" dt="2026-08-28T12:11:17.040" v="166660"/>
          <ac:spMkLst>
            <pc:docMk/>
            <pc:sldMk cId="3717473924" sldId="287"/>
            <ac:spMk id="9" creationId="{C05A1B9E-1C23-B151-7520-073E2A11F20C}"/>
          </ac:spMkLst>
        </pc:spChg>
        <pc:spChg chg="mod">
          <ac:chgData name="Alexandre Linck" userId="3e8679aa-ccdd-463f-8edf-0a911d703614" providerId="ADAL" clId="{C10DBD1C-CA6A-4357-AD1D-DD274190F00A}" dt="2026-08-28T12:11:12.337" v="166658"/>
          <ac:spMkLst>
            <pc:docMk/>
            <pc:sldMk cId="3717473924" sldId="287"/>
            <ac:spMk id="10" creationId="{1000964E-1686-EFFD-7956-86553F723726}"/>
          </ac:spMkLst>
        </pc:spChg>
        <pc:spChg chg="mod">
          <ac:chgData name="Alexandre Linck" userId="3e8679aa-ccdd-463f-8edf-0a911d703614" providerId="ADAL" clId="{C10DBD1C-CA6A-4357-AD1D-DD274190F00A}" dt="2026-08-28T12:11:25.438" v="166665"/>
          <ac:spMkLst>
            <pc:docMk/>
            <pc:sldMk cId="3717473924" sldId="287"/>
            <ac:spMk id="12" creationId="{68D94D50-34E7-52A7-D979-7AA9CD60878D}"/>
          </ac:spMkLst>
        </pc:spChg>
        <pc:spChg chg="mod">
          <ac:chgData name="Alexandre Linck" userId="3e8679aa-ccdd-463f-8edf-0a911d703614" providerId="ADAL" clId="{C10DBD1C-CA6A-4357-AD1D-DD274190F00A}" dt="2026-08-28T12:11:21.509" v="166663"/>
          <ac:spMkLst>
            <pc:docMk/>
            <pc:sldMk cId="3717473924" sldId="287"/>
            <ac:spMk id="13" creationId="{7B1EC2B6-4319-2D8C-93B7-9CAFD6734C40}"/>
          </ac:spMkLst>
        </pc:spChg>
        <pc:spChg chg="del">
          <ac:chgData name="Alexandre Linck" userId="3e8679aa-ccdd-463f-8edf-0a911d703614" providerId="ADAL" clId="{C10DBD1C-CA6A-4357-AD1D-DD274190F00A}" dt="2026-08-28T12:04:57.361" v="166442" actId="478"/>
          <ac:spMkLst>
            <pc:docMk/>
            <pc:sldMk cId="3717473924" sldId="287"/>
            <ac:spMk id="14" creationId="{EFBBF475-D802-D71B-6EE4-BFE87133D257}"/>
          </ac:spMkLst>
        </pc:spChg>
        <pc:spChg chg="mod">
          <ac:chgData name="Alexandre Linck" userId="3e8679aa-ccdd-463f-8edf-0a911d703614" providerId="ADAL" clId="{C10DBD1C-CA6A-4357-AD1D-DD274190F00A}" dt="2026-08-28T12:11:33.562" v="166670"/>
          <ac:spMkLst>
            <pc:docMk/>
            <pc:sldMk cId="3717473924" sldId="287"/>
            <ac:spMk id="17" creationId="{A0A8140E-ACB2-CB58-9F01-370F23487DAB}"/>
          </ac:spMkLst>
        </pc:spChg>
        <pc:spChg chg="mod">
          <ac:chgData name="Alexandre Linck" userId="3e8679aa-ccdd-463f-8edf-0a911d703614" providerId="ADAL" clId="{C10DBD1C-CA6A-4357-AD1D-DD274190F00A}" dt="2026-08-28T12:11:30.055" v="166668"/>
          <ac:spMkLst>
            <pc:docMk/>
            <pc:sldMk cId="3717473924" sldId="287"/>
            <ac:spMk id="18" creationId="{45A80321-EDF1-58C1-F9D8-890017C3848A}"/>
          </ac:spMkLst>
        </pc:spChg>
        <pc:spChg chg="del">
          <ac:chgData name="Alexandre Linck" userId="3e8679aa-ccdd-463f-8edf-0a911d703614" providerId="ADAL" clId="{C10DBD1C-CA6A-4357-AD1D-DD274190F00A}" dt="2026-08-28T12:04:57.361" v="166442" actId="478"/>
          <ac:spMkLst>
            <pc:docMk/>
            <pc:sldMk cId="3717473924" sldId="287"/>
            <ac:spMk id="19" creationId="{F0F9658E-0820-E841-5FC9-5F8F292EC212}"/>
          </ac:spMkLst>
        </pc:spChg>
        <pc:spChg chg="del">
          <ac:chgData name="Alexandre Linck" userId="3e8679aa-ccdd-463f-8edf-0a911d703614" providerId="ADAL" clId="{C10DBD1C-CA6A-4357-AD1D-DD274190F00A}" dt="2026-08-28T12:04:57.361" v="166442" actId="478"/>
          <ac:spMkLst>
            <pc:docMk/>
            <pc:sldMk cId="3717473924" sldId="287"/>
            <ac:spMk id="21" creationId="{9BF37C70-3B4C-682D-88A5-9E3A7FBCDFE3}"/>
          </ac:spMkLst>
        </pc:spChg>
        <pc:spChg chg="add mod">
          <ac:chgData name="Alexandre Linck" userId="3e8679aa-ccdd-463f-8edf-0a911d703614" providerId="ADAL" clId="{C10DBD1C-CA6A-4357-AD1D-DD274190F00A}" dt="2026-08-28T12:10:19.648" v="166603" actId="207"/>
          <ac:spMkLst>
            <pc:docMk/>
            <pc:sldMk cId="3717473924" sldId="287"/>
            <ac:spMk id="29" creationId="{2FBD746B-EEA1-B90D-C732-A662D951565D}"/>
          </ac:spMkLst>
        </pc:spChg>
        <pc:spChg chg="add mod">
          <ac:chgData name="Alexandre Linck" userId="3e8679aa-ccdd-463f-8edf-0a911d703614" providerId="ADAL" clId="{C10DBD1C-CA6A-4357-AD1D-DD274190F00A}" dt="2026-08-28T12:14:24.974" v="166717" actId="20577"/>
          <ac:spMkLst>
            <pc:docMk/>
            <pc:sldMk cId="3717473924" sldId="287"/>
            <ac:spMk id="31" creationId="{CEB484ED-4E3C-C3AA-D4CE-8EE162531678}"/>
          </ac:spMkLst>
        </pc:spChg>
        <pc:spChg chg="mod">
          <ac:chgData name="Alexandre Linck" userId="3e8679aa-ccdd-463f-8edf-0a911d703614" providerId="ADAL" clId="{C10DBD1C-CA6A-4357-AD1D-DD274190F00A}" dt="2026-08-28T12:04:48.794" v="166441" actId="115"/>
          <ac:spMkLst>
            <pc:docMk/>
            <pc:sldMk cId="3717473924" sldId="287"/>
            <ac:spMk id="306" creationId="{267E4131-8627-03D2-0F65-708B8C0D4B58}"/>
          </ac:spMkLst>
        </pc:spChg>
        <pc:grpChg chg="mod">
          <ac:chgData name="Alexandre Linck" userId="3e8679aa-ccdd-463f-8edf-0a911d703614" providerId="ADAL" clId="{C10DBD1C-CA6A-4357-AD1D-DD274190F00A}" dt="2026-08-28T12:11:12.337" v="166657"/>
          <ac:grpSpMkLst>
            <pc:docMk/>
            <pc:sldMk cId="3717473924" sldId="287"/>
            <ac:grpSpMk id="8" creationId="{246EBB96-60C6-FCDA-1925-1B9C2ECB01BE}"/>
          </ac:grpSpMkLst>
        </pc:grpChg>
        <pc:grpChg chg="add mod">
          <ac:chgData name="Alexandre Linck" userId="3e8679aa-ccdd-463f-8edf-0a911d703614" providerId="ADAL" clId="{C10DBD1C-CA6A-4357-AD1D-DD274190F00A}" dt="2026-08-28T12:11:21.509" v="166662"/>
          <ac:grpSpMkLst>
            <pc:docMk/>
            <pc:sldMk cId="3717473924" sldId="287"/>
            <ac:grpSpMk id="11" creationId="{5628E07B-FB69-A078-AA64-A43B01464A3A}"/>
          </ac:grpSpMkLst>
        </pc:grpChg>
        <pc:grpChg chg="add mod">
          <ac:chgData name="Alexandre Linck" userId="3e8679aa-ccdd-463f-8edf-0a911d703614" providerId="ADAL" clId="{C10DBD1C-CA6A-4357-AD1D-DD274190F00A}" dt="2026-08-28T12:11:30.047" v="166667"/>
          <ac:grpSpMkLst>
            <pc:docMk/>
            <pc:sldMk cId="3717473924" sldId="287"/>
            <ac:grpSpMk id="15" creationId="{B4A6155F-2CA8-396B-7BEB-EA9415297A97}"/>
          </ac:grpSpMkLst>
        </pc:grpChg>
        <pc:graphicFrameChg chg="del">
          <ac:chgData name="Alexandre Linck" userId="3e8679aa-ccdd-463f-8edf-0a911d703614" providerId="ADAL" clId="{C10DBD1C-CA6A-4357-AD1D-DD274190F00A}" dt="2026-08-28T12:04:57.361" v="166442" actId="478"/>
          <ac:graphicFrameMkLst>
            <pc:docMk/>
            <pc:sldMk cId="3717473924" sldId="287"/>
            <ac:graphicFrameMk id="2" creationId="{B23A7D7D-3CF3-7220-10EE-DD19DCBB0A2E}"/>
          </ac:graphicFrameMkLst>
        </pc:graphicFrameChg>
        <pc:graphicFrameChg chg="add mod modGraphic">
          <ac:chgData name="Alexandre Linck" userId="3e8679aa-ccdd-463f-8edf-0a911d703614" providerId="ADAL" clId="{C10DBD1C-CA6A-4357-AD1D-DD274190F00A}" dt="2026-08-28T12:10:05.191" v="166597" actId="20577"/>
          <ac:graphicFrameMkLst>
            <pc:docMk/>
            <pc:sldMk cId="3717473924" sldId="287"/>
            <ac:graphicFrameMk id="5" creationId="{7EBF74B2-D0F0-4327-0FDB-C43E2F9CF1DD}"/>
          </ac:graphicFrameMkLst>
        </pc:graphicFrameChg>
        <pc:graphicFrameChg chg="del">
          <ac:chgData name="Alexandre Linck" userId="3e8679aa-ccdd-463f-8edf-0a911d703614" providerId="ADAL" clId="{C10DBD1C-CA6A-4357-AD1D-DD274190F00A}" dt="2026-08-28T12:04:57.361" v="166442" actId="478"/>
          <ac:graphicFrameMkLst>
            <pc:docMk/>
            <pc:sldMk cId="3717473924" sldId="287"/>
            <ac:graphicFrameMk id="16" creationId="{A719361D-11BE-0CC3-5618-8B510EF8A8A3}"/>
          </ac:graphicFrameMkLst>
        </pc:graphicFrameChg>
        <pc:picChg chg="add mod modCrop">
          <ac:chgData name="Alexandre Linck" userId="3e8679aa-ccdd-463f-8edf-0a911d703614" providerId="ADAL" clId="{C10DBD1C-CA6A-4357-AD1D-DD274190F00A}" dt="2026-08-28T12:10:09.564" v="166598" actId="1076"/>
          <ac:picMkLst>
            <pc:docMk/>
            <pc:sldMk cId="3717473924" sldId="287"/>
            <ac:picMk id="23" creationId="{57F2658E-2FB0-3DB5-9227-7B2A5223FBE0}"/>
          </ac:picMkLst>
        </pc:picChg>
        <pc:picChg chg="add mod">
          <ac:chgData name="Alexandre Linck" userId="3e8679aa-ccdd-463f-8edf-0a911d703614" providerId="ADAL" clId="{C10DBD1C-CA6A-4357-AD1D-DD274190F00A}" dt="2026-08-28T12:10:11.312" v="166599" actId="1076"/>
          <ac:picMkLst>
            <pc:docMk/>
            <pc:sldMk cId="3717473924" sldId="287"/>
            <ac:picMk id="25" creationId="{EADCB577-B177-EC12-C0A9-5A113F85DE44}"/>
          </ac:picMkLst>
        </pc:picChg>
        <pc:picChg chg="add mod">
          <ac:chgData name="Alexandre Linck" userId="3e8679aa-ccdd-463f-8edf-0a911d703614" providerId="ADAL" clId="{C10DBD1C-CA6A-4357-AD1D-DD274190F00A}" dt="2026-08-28T12:08:59.643" v="166519" actId="571"/>
          <ac:picMkLst>
            <pc:docMk/>
            <pc:sldMk cId="3717473924" sldId="287"/>
            <ac:picMk id="27" creationId="{C83658FA-C99C-757F-8239-65FAC86DE873}"/>
          </ac:picMkLst>
        </pc:picChg>
        <pc:cxnChg chg="mod">
          <ac:chgData name="Alexandre Linck" userId="3e8679aa-ccdd-463f-8edf-0a911d703614" providerId="ADAL" clId="{C10DBD1C-CA6A-4357-AD1D-DD274190F00A}" dt="2026-08-28T12:09:02.045" v="166521" actId="12789"/>
          <ac:cxnSpMkLst>
            <pc:docMk/>
            <pc:sldMk cId="3717473924" sldId="287"/>
            <ac:cxnSpMk id="20" creationId="{885B5C1A-A65B-BC1D-21FE-223D6146F7AA}"/>
          </ac:cxnSpMkLst>
        </pc:cxnChg>
        <pc:cxnChg chg="add mod">
          <ac:chgData name="Alexandre Linck" userId="3e8679aa-ccdd-463f-8edf-0a911d703614" providerId="ADAL" clId="{C10DBD1C-CA6A-4357-AD1D-DD274190F00A}" dt="2026-08-28T12:08:59.643" v="166519" actId="571"/>
          <ac:cxnSpMkLst>
            <pc:docMk/>
            <pc:sldMk cId="3717473924" sldId="287"/>
            <ac:cxnSpMk id="26" creationId="{5670C452-3CB7-4F9E-C1E3-28D32CD8B4A3}"/>
          </ac:cxnSpMkLst>
        </pc:cxnChg>
      </pc:sldChg>
      <pc:sldChg chg="addSp delSp modSp add mod ord">
        <pc:chgData name="Alexandre Linck" userId="3e8679aa-ccdd-463f-8edf-0a911d703614" providerId="ADAL" clId="{C10DBD1C-CA6A-4357-AD1D-DD274190F00A}" dt="2026-08-28T14:29:09.514" v="168832"/>
        <pc:sldMkLst>
          <pc:docMk/>
          <pc:sldMk cId="2782110186" sldId="288"/>
        </pc:sldMkLst>
        <pc:spChg chg="mod">
          <ac:chgData name="Alexandre Linck" userId="3e8679aa-ccdd-463f-8edf-0a911d703614" providerId="ADAL" clId="{C10DBD1C-CA6A-4357-AD1D-DD274190F00A}" dt="2026-08-28T13:56:05.554" v="168465" actId="113"/>
          <ac:spMkLst>
            <pc:docMk/>
            <pc:sldMk cId="2782110186" sldId="288"/>
            <ac:spMk id="3" creationId="{8F10024A-A2F0-61F0-886F-81A61A449C94}"/>
          </ac:spMkLst>
        </pc:spChg>
        <pc:spChg chg="add del mod">
          <ac:chgData name="Alexandre Linck" userId="3e8679aa-ccdd-463f-8edf-0a911d703614" providerId="ADAL" clId="{C10DBD1C-CA6A-4357-AD1D-DD274190F00A}" dt="2026-08-28T12:20:16.314" v="166977" actId="478"/>
          <ac:spMkLst>
            <pc:docMk/>
            <pc:sldMk cId="2782110186" sldId="288"/>
            <ac:spMk id="6" creationId="{637279F1-282C-2121-8A3B-78AB8FBC0037}"/>
          </ac:spMkLst>
        </pc:spChg>
        <pc:spChg chg="del">
          <ac:chgData name="Alexandre Linck" userId="3e8679aa-ccdd-463f-8edf-0a911d703614" providerId="ADAL" clId="{C10DBD1C-CA6A-4357-AD1D-DD274190F00A}" dt="2026-08-28T12:17:30.337" v="166777" actId="478"/>
          <ac:spMkLst>
            <pc:docMk/>
            <pc:sldMk cId="2782110186" sldId="288"/>
            <ac:spMk id="7" creationId="{4EEB9BE1-2276-8CB8-83FC-837E918C8210}"/>
          </ac:spMkLst>
        </pc:spChg>
        <pc:spChg chg="add mod topLvl">
          <ac:chgData name="Alexandre Linck" userId="3e8679aa-ccdd-463f-8edf-0a911d703614" providerId="ADAL" clId="{C10DBD1C-CA6A-4357-AD1D-DD274190F00A}" dt="2026-08-28T13:57:08.739" v="168492" actId="165"/>
          <ac:spMkLst>
            <pc:docMk/>
            <pc:sldMk cId="2782110186" sldId="288"/>
            <ac:spMk id="16" creationId="{44A050EA-FF0E-750C-DD6C-F07B39572A04}"/>
          </ac:spMkLst>
        </pc:spChg>
        <pc:spChg chg="add del mod">
          <ac:chgData name="Alexandre Linck" userId="3e8679aa-ccdd-463f-8edf-0a911d703614" providerId="ADAL" clId="{C10DBD1C-CA6A-4357-AD1D-DD274190F00A}" dt="2026-08-28T12:18:30.108" v="166850"/>
          <ac:spMkLst>
            <pc:docMk/>
            <pc:sldMk cId="2782110186" sldId="288"/>
            <ac:spMk id="21" creationId="{4309EBB1-6352-2585-0593-C8579B85AC55}"/>
          </ac:spMkLst>
        </pc:spChg>
        <pc:spChg chg="mod topLvl">
          <ac:chgData name="Alexandre Linck" userId="3e8679aa-ccdd-463f-8edf-0a911d703614" providerId="ADAL" clId="{C10DBD1C-CA6A-4357-AD1D-DD274190F00A}" dt="2026-08-28T12:28:05.971" v="167321" actId="115"/>
          <ac:spMkLst>
            <pc:docMk/>
            <pc:sldMk cId="2782110186" sldId="288"/>
            <ac:spMk id="27" creationId="{547F326C-E322-9233-F712-B2472C41B86D}"/>
          </ac:spMkLst>
        </pc:spChg>
        <pc:spChg chg="del">
          <ac:chgData name="Alexandre Linck" userId="3e8679aa-ccdd-463f-8edf-0a911d703614" providerId="ADAL" clId="{C10DBD1C-CA6A-4357-AD1D-DD274190F00A}" dt="2026-08-28T12:17:27.936" v="166776" actId="478"/>
          <ac:spMkLst>
            <pc:docMk/>
            <pc:sldMk cId="2782110186" sldId="288"/>
            <ac:spMk id="29" creationId="{289A7247-75E7-C7CA-D1C8-32E4B3C6C7D3}"/>
          </ac:spMkLst>
        </pc:spChg>
        <pc:spChg chg="del">
          <ac:chgData name="Alexandre Linck" userId="3e8679aa-ccdd-463f-8edf-0a911d703614" providerId="ADAL" clId="{C10DBD1C-CA6A-4357-AD1D-DD274190F00A}" dt="2026-08-28T12:17:27.936" v="166776" actId="478"/>
          <ac:spMkLst>
            <pc:docMk/>
            <pc:sldMk cId="2782110186" sldId="288"/>
            <ac:spMk id="31" creationId="{AB50123C-3A12-702C-6C81-E7587AD47965}"/>
          </ac:spMkLst>
        </pc:spChg>
        <pc:spChg chg="add mod">
          <ac:chgData name="Alexandre Linck" userId="3e8679aa-ccdd-463f-8edf-0a911d703614" providerId="ADAL" clId="{C10DBD1C-CA6A-4357-AD1D-DD274190F00A}" dt="2026-08-28T12:28:01.577" v="167319" actId="1038"/>
          <ac:spMkLst>
            <pc:docMk/>
            <pc:sldMk cId="2782110186" sldId="288"/>
            <ac:spMk id="36" creationId="{C83511B0-5343-3828-8DD4-871F139C0AAC}"/>
          </ac:spMkLst>
        </pc:spChg>
        <pc:spChg chg="add del mod">
          <ac:chgData name="Alexandre Linck" userId="3e8679aa-ccdd-463f-8edf-0a911d703614" providerId="ADAL" clId="{C10DBD1C-CA6A-4357-AD1D-DD274190F00A}" dt="2026-08-28T13:56:14.076" v="168466" actId="478"/>
          <ac:spMkLst>
            <pc:docMk/>
            <pc:sldMk cId="2782110186" sldId="288"/>
            <ac:spMk id="38" creationId="{295A273C-B5DB-8818-B0E2-BB2E75F69015}"/>
          </ac:spMkLst>
        </pc:spChg>
        <pc:spChg chg="mod topLvl">
          <ac:chgData name="Alexandre Linck" userId="3e8679aa-ccdd-463f-8edf-0a911d703614" providerId="ADAL" clId="{C10DBD1C-CA6A-4357-AD1D-DD274190F00A}" dt="2026-08-28T13:58:27.662" v="168544" actId="1035"/>
          <ac:spMkLst>
            <pc:docMk/>
            <pc:sldMk cId="2782110186" sldId="288"/>
            <ac:spMk id="40" creationId="{1B35A54C-6BE2-9B5A-86DD-FF925FA21327}"/>
          </ac:spMkLst>
        </pc:spChg>
        <pc:spChg chg="mod topLvl">
          <ac:chgData name="Alexandre Linck" userId="3e8679aa-ccdd-463f-8edf-0a911d703614" providerId="ADAL" clId="{C10DBD1C-CA6A-4357-AD1D-DD274190F00A}" dt="2026-08-28T13:59:05.496" v="168587" actId="555"/>
          <ac:spMkLst>
            <pc:docMk/>
            <pc:sldMk cId="2782110186" sldId="288"/>
            <ac:spMk id="41" creationId="{428A2DF8-5351-2728-A816-3A6F297FA9CB}"/>
          </ac:spMkLst>
        </pc:spChg>
        <pc:spChg chg="mod topLvl">
          <ac:chgData name="Alexandre Linck" userId="3e8679aa-ccdd-463f-8edf-0a911d703614" providerId="ADAL" clId="{C10DBD1C-CA6A-4357-AD1D-DD274190F00A}" dt="2026-08-28T13:58:27.662" v="168544" actId="1035"/>
          <ac:spMkLst>
            <pc:docMk/>
            <pc:sldMk cId="2782110186" sldId="288"/>
            <ac:spMk id="43" creationId="{14BECFD4-BF4E-D78F-E7DB-36FAB515865E}"/>
          </ac:spMkLst>
        </pc:spChg>
        <pc:spChg chg="mod topLvl">
          <ac:chgData name="Alexandre Linck" userId="3e8679aa-ccdd-463f-8edf-0a911d703614" providerId="ADAL" clId="{C10DBD1C-CA6A-4357-AD1D-DD274190F00A}" dt="2026-08-28T13:59:05.496" v="168587" actId="555"/>
          <ac:spMkLst>
            <pc:docMk/>
            <pc:sldMk cId="2782110186" sldId="288"/>
            <ac:spMk id="44" creationId="{4082E962-5049-EFC7-FB32-D9E351280BE0}"/>
          </ac:spMkLst>
        </pc:spChg>
        <pc:spChg chg="mod topLvl">
          <ac:chgData name="Alexandre Linck" userId="3e8679aa-ccdd-463f-8edf-0a911d703614" providerId="ADAL" clId="{C10DBD1C-CA6A-4357-AD1D-DD274190F00A}" dt="2026-08-28T13:58:27.662" v="168544" actId="1035"/>
          <ac:spMkLst>
            <pc:docMk/>
            <pc:sldMk cId="2782110186" sldId="288"/>
            <ac:spMk id="46" creationId="{F38C3E6F-C827-90A2-F075-FCCE77BE5636}"/>
          </ac:spMkLst>
        </pc:spChg>
        <pc:spChg chg="mod topLvl">
          <ac:chgData name="Alexandre Linck" userId="3e8679aa-ccdd-463f-8edf-0a911d703614" providerId="ADAL" clId="{C10DBD1C-CA6A-4357-AD1D-DD274190F00A}" dt="2026-08-28T13:59:05.496" v="168587" actId="555"/>
          <ac:spMkLst>
            <pc:docMk/>
            <pc:sldMk cId="2782110186" sldId="288"/>
            <ac:spMk id="47" creationId="{B8E0334C-A804-4662-0CAB-4123C18A87C3}"/>
          </ac:spMkLst>
        </pc:spChg>
        <pc:spChg chg="add del">
          <ac:chgData name="Alexandre Linck" userId="3e8679aa-ccdd-463f-8edf-0a911d703614" providerId="ADAL" clId="{C10DBD1C-CA6A-4357-AD1D-DD274190F00A}" dt="2026-08-28T13:56:01.921" v="168462" actId="22"/>
          <ac:spMkLst>
            <pc:docMk/>
            <pc:sldMk cId="2782110186" sldId="288"/>
            <ac:spMk id="49" creationId="{E1274C74-4BDD-51A3-C266-FBF67A7FE926}"/>
          </ac:spMkLst>
        </pc:spChg>
        <pc:spChg chg="mod topLvl">
          <ac:chgData name="Alexandre Linck" userId="3e8679aa-ccdd-463f-8edf-0a911d703614" providerId="ADAL" clId="{C10DBD1C-CA6A-4357-AD1D-DD274190F00A}" dt="2026-08-28T13:58:27.662" v="168544" actId="1035"/>
          <ac:spMkLst>
            <pc:docMk/>
            <pc:sldMk cId="2782110186" sldId="288"/>
            <ac:spMk id="51" creationId="{4054424C-A458-2292-2BB8-80A4C5E12A98}"/>
          </ac:spMkLst>
        </pc:spChg>
        <pc:spChg chg="mod topLvl">
          <ac:chgData name="Alexandre Linck" userId="3e8679aa-ccdd-463f-8edf-0a911d703614" providerId="ADAL" clId="{C10DBD1C-CA6A-4357-AD1D-DD274190F00A}" dt="2026-08-28T13:59:05.496" v="168587" actId="555"/>
          <ac:spMkLst>
            <pc:docMk/>
            <pc:sldMk cId="2782110186" sldId="288"/>
            <ac:spMk id="52" creationId="{C61F23A2-F39C-0673-28E6-766E0B5EF817}"/>
          </ac:spMkLst>
        </pc:spChg>
        <pc:spChg chg="add mod">
          <ac:chgData name="Alexandre Linck" userId="3e8679aa-ccdd-463f-8edf-0a911d703614" providerId="ADAL" clId="{C10DBD1C-CA6A-4357-AD1D-DD274190F00A}" dt="2026-08-28T13:59:54.653" v="168602" actId="20577"/>
          <ac:spMkLst>
            <pc:docMk/>
            <pc:sldMk cId="2782110186" sldId="288"/>
            <ac:spMk id="54" creationId="{8BB62206-3CA1-1BC6-53F7-FB0FDAD8E1BA}"/>
          </ac:spMkLst>
        </pc:spChg>
        <pc:spChg chg="add mod">
          <ac:chgData name="Alexandre Linck" userId="3e8679aa-ccdd-463f-8edf-0a911d703614" providerId="ADAL" clId="{C10DBD1C-CA6A-4357-AD1D-DD274190F00A}" dt="2026-08-28T13:59:04.031" v="168586" actId="571"/>
          <ac:spMkLst>
            <pc:docMk/>
            <pc:sldMk cId="2782110186" sldId="288"/>
            <ac:spMk id="55" creationId="{D2144DE6-00C9-D9C1-EFE4-E4E08840CF59}"/>
          </ac:spMkLst>
        </pc:spChg>
        <pc:spChg chg="add mod">
          <ac:chgData name="Alexandre Linck" userId="3e8679aa-ccdd-463f-8edf-0a911d703614" providerId="ADAL" clId="{C10DBD1C-CA6A-4357-AD1D-DD274190F00A}" dt="2026-08-28T13:59:04.031" v="168586" actId="571"/>
          <ac:spMkLst>
            <pc:docMk/>
            <pc:sldMk cId="2782110186" sldId="288"/>
            <ac:spMk id="56" creationId="{3402BC08-4121-05B9-3DAE-945BB71C75D1}"/>
          </ac:spMkLst>
        </pc:spChg>
        <pc:spChg chg="add mod">
          <ac:chgData name="Alexandre Linck" userId="3e8679aa-ccdd-463f-8edf-0a911d703614" providerId="ADAL" clId="{C10DBD1C-CA6A-4357-AD1D-DD274190F00A}" dt="2026-08-28T13:59:04.031" v="168586" actId="571"/>
          <ac:spMkLst>
            <pc:docMk/>
            <pc:sldMk cId="2782110186" sldId="288"/>
            <ac:spMk id="57" creationId="{0D410989-CC91-1951-AF3E-17E0FF582CD3}"/>
          </ac:spMkLst>
        </pc:spChg>
        <pc:spChg chg="add del mod">
          <ac:chgData name="Alexandre Linck" userId="3e8679aa-ccdd-463f-8edf-0a911d703614" providerId="ADAL" clId="{C10DBD1C-CA6A-4357-AD1D-DD274190F00A}" dt="2026-08-28T14:29:09.514" v="168832"/>
          <ac:spMkLst>
            <pc:docMk/>
            <pc:sldMk cId="2782110186" sldId="288"/>
            <ac:spMk id="58" creationId="{2B8F3E8E-8B56-72F0-E149-4E80AFF26423}"/>
          </ac:spMkLst>
        </pc:spChg>
        <pc:spChg chg="mod">
          <ac:chgData name="Alexandre Linck" userId="3e8679aa-ccdd-463f-8edf-0a911d703614" providerId="ADAL" clId="{C10DBD1C-CA6A-4357-AD1D-DD274190F00A}" dt="2026-08-28T14:29:09.180" v="168830" actId="20577"/>
          <ac:spMkLst>
            <pc:docMk/>
            <pc:sldMk cId="2782110186" sldId="288"/>
            <ac:spMk id="306" creationId="{57218F02-4D41-A720-2A24-2E3E6B8217D9}"/>
          </ac:spMkLst>
        </pc:spChg>
        <pc:grpChg chg="del">
          <ac:chgData name="Alexandre Linck" userId="3e8679aa-ccdd-463f-8edf-0a911d703614" providerId="ADAL" clId="{C10DBD1C-CA6A-4357-AD1D-DD274190F00A}" dt="2026-08-28T12:17:27.936" v="166776" actId="478"/>
          <ac:grpSpMkLst>
            <pc:docMk/>
            <pc:sldMk cId="2782110186" sldId="288"/>
            <ac:grpSpMk id="8" creationId="{83255A67-779E-1EFC-2737-E720CC897228}"/>
          </ac:grpSpMkLst>
        </pc:grpChg>
        <pc:grpChg chg="del">
          <ac:chgData name="Alexandre Linck" userId="3e8679aa-ccdd-463f-8edf-0a911d703614" providerId="ADAL" clId="{C10DBD1C-CA6A-4357-AD1D-DD274190F00A}" dt="2026-08-28T12:17:27.936" v="166776" actId="478"/>
          <ac:grpSpMkLst>
            <pc:docMk/>
            <pc:sldMk cId="2782110186" sldId="288"/>
            <ac:grpSpMk id="11" creationId="{0EAD3E0F-6027-5A56-02E4-CA686C7E22C5}"/>
          </ac:grpSpMkLst>
        </pc:grpChg>
        <pc:grpChg chg="del">
          <ac:chgData name="Alexandre Linck" userId="3e8679aa-ccdd-463f-8edf-0a911d703614" providerId="ADAL" clId="{C10DBD1C-CA6A-4357-AD1D-DD274190F00A}" dt="2026-08-28T12:17:27.936" v="166776" actId="478"/>
          <ac:grpSpMkLst>
            <pc:docMk/>
            <pc:sldMk cId="2782110186" sldId="288"/>
            <ac:grpSpMk id="15" creationId="{9B67CC7C-5A13-4889-BA4F-EDEC8F9AF8E4}"/>
          </ac:grpSpMkLst>
        </pc:grpChg>
        <pc:grpChg chg="add del mod">
          <ac:chgData name="Alexandre Linck" userId="3e8679aa-ccdd-463f-8edf-0a911d703614" providerId="ADAL" clId="{C10DBD1C-CA6A-4357-AD1D-DD274190F00A}" dt="2026-08-28T13:57:08.739" v="168492" actId="165"/>
          <ac:grpSpMkLst>
            <pc:docMk/>
            <pc:sldMk cId="2782110186" sldId="288"/>
            <ac:grpSpMk id="19" creationId="{25D5471A-9639-FA54-DEE0-8FEA574774B3}"/>
          </ac:grpSpMkLst>
        </pc:grpChg>
        <pc:grpChg chg="add del mod">
          <ac:chgData name="Alexandre Linck" userId="3e8679aa-ccdd-463f-8edf-0a911d703614" providerId="ADAL" clId="{C10DBD1C-CA6A-4357-AD1D-DD274190F00A}" dt="2026-08-28T12:18:43.167" v="166856" actId="478"/>
          <ac:grpSpMkLst>
            <pc:docMk/>
            <pc:sldMk cId="2782110186" sldId="288"/>
            <ac:grpSpMk id="24" creationId="{03E8CF2D-B671-21EC-50C0-13B7C041AA9D}"/>
          </ac:grpSpMkLst>
        </pc:grpChg>
        <pc:grpChg chg="add mod">
          <ac:chgData name="Alexandre Linck" userId="3e8679aa-ccdd-463f-8edf-0a911d703614" providerId="ADAL" clId="{C10DBD1C-CA6A-4357-AD1D-DD274190F00A}" dt="2026-08-28T13:57:02.303" v="168486"/>
          <ac:grpSpMkLst>
            <pc:docMk/>
            <pc:sldMk cId="2782110186" sldId="288"/>
            <ac:grpSpMk id="39" creationId="{44390431-4A72-A15D-8878-4D132F5BF7D9}"/>
          </ac:grpSpMkLst>
        </pc:grpChg>
        <pc:grpChg chg="add del mod">
          <ac:chgData name="Alexandre Linck" userId="3e8679aa-ccdd-463f-8edf-0a911d703614" providerId="ADAL" clId="{C10DBD1C-CA6A-4357-AD1D-DD274190F00A}" dt="2026-08-28T13:57:07.087" v="168491" actId="165"/>
          <ac:grpSpMkLst>
            <pc:docMk/>
            <pc:sldMk cId="2782110186" sldId="288"/>
            <ac:grpSpMk id="42" creationId="{22F594CE-5CFD-B64E-550B-8852087B6228}"/>
          </ac:grpSpMkLst>
        </pc:grpChg>
        <pc:grpChg chg="add mod">
          <ac:chgData name="Alexandre Linck" userId="3e8679aa-ccdd-463f-8edf-0a911d703614" providerId="ADAL" clId="{C10DBD1C-CA6A-4357-AD1D-DD274190F00A}" dt="2026-08-28T13:56:56.855" v="168484" actId="408"/>
          <ac:grpSpMkLst>
            <pc:docMk/>
            <pc:sldMk cId="2782110186" sldId="288"/>
            <ac:grpSpMk id="45" creationId="{E57C5610-9758-673E-0DD4-A542C8C2899A}"/>
          </ac:grpSpMkLst>
        </pc:grpChg>
        <pc:grpChg chg="add del mod">
          <ac:chgData name="Alexandre Linck" userId="3e8679aa-ccdd-463f-8edf-0a911d703614" providerId="ADAL" clId="{C10DBD1C-CA6A-4357-AD1D-DD274190F00A}" dt="2026-08-28T13:57:07.087" v="168491" actId="165"/>
          <ac:grpSpMkLst>
            <pc:docMk/>
            <pc:sldMk cId="2782110186" sldId="288"/>
            <ac:grpSpMk id="50" creationId="{CD7B5BE3-34A8-8BEA-C3DA-FECD31B290B5}"/>
          </ac:grpSpMkLst>
        </pc:grpChg>
        <pc:graphicFrameChg chg="del">
          <ac:chgData name="Alexandre Linck" userId="3e8679aa-ccdd-463f-8edf-0a911d703614" providerId="ADAL" clId="{C10DBD1C-CA6A-4357-AD1D-DD274190F00A}" dt="2026-08-28T12:17:27.936" v="166776" actId="478"/>
          <ac:graphicFrameMkLst>
            <pc:docMk/>
            <pc:sldMk cId="2782110186" sldId="288"/>
            <ac:graphicFrameMk id="5" creationId="{5392F195-C83F-29CB-EE52-EA3F4EA10813}"/>
          </ac:graphicFrameMkLst>
        </pc:graphicFrameChg>
        <pc:picChg chg="add mod topLvl">
          <ac:chgData name="Alexandre Linck" userId="3e8679aa-ccdd-463f-8edf-0a911d703614" providerId="ADAL" clId="{C10DBD1C-CA6A-4357-AD1D-DD274190F00A}" dt="2026-08-28T13:57:08.739" v="168492" actId="165"/>
          <ac:picMkLst>
            <pc:docMk/>
            <pc:sldMk cId="2782110186" sldId="288"/>
            <ac:picMk id="14" creationId="{D4ED30C0-D732-0CBA-9137-740B78109338}"/>
          </ac:picMkLst>
        </pc:picChg>
        <pc:picChg chg="del">
          <ac:chgData name="Alexandre Linck" userId="3e8679aa-ccdd-463f-8edf-0a911d703614" providerId="ADAL" clId="{C10DBD1C-CA6A-4357-AD1D-DD274190F00A}" dt="2026-08-28T12:17:27.936" v="166776" actId="478"/>
          <ac:picMkLst>
            <pc:docMk/>
            <pc:sldMk cId="2782110186" sldId="288"/>
            <ac:picMk id="23" creationId="{F15B7F37-D464-10F4-5304-3D2210BCC127}"/>
          </ac:picMkLst>
        </pc:picChg>
        <pc:picChg chg="del">
          <ac:chgData name="Alexandre Linck" userId="3e8679aa-ccdd-463f-8edf-0a911d703614" providerId="ADAL" clId="{C10DBD1C-CA6A-4357-AD1D-DD274190F00A}" dt="2026-08-28T12:17:27.936" v="166776" actId="478"/>
          <ac:picMkLst>
            <pc:docMk/>
            <pc:sldMk cId="2782110186" sldId="288"/>
            <ac:picMk id="25" creationId="{65C1579B-C464-EFF5-1ABE-8F2BC441A12B}"/>
          </ac:picMkLst>
        </pc:picChg>
        <pc:picChg chg="del mod topLvl">
          <ac:chgData name="Alexandre Linck" userId="3e8679aa-ccdd-463f-8edf-0a911d703614" providerId="ADAL" clId="{C10DBD1C-CA6A-4357-AD1D-DD274190F00A}" dt="2026-08-28T12:18:43.167" v="166856" actId="478"/>
          <ac:picMkLst>
            <pc:docMk/>
            <pc:sldMk cId="2782110186" sldId="288"/>
            <ac:picMk id="26" creationId="{F01D6657-3364-2DBA-76D4-0C3730A70EDD}"/>
          </ac:picMkLst>
        </pc:picChg>
        <pc:picChg chg="add del mod">
          <ac:chgData name="Alexandre Linck" userId="3e8679aa-ccdd-463f-8edf-0a911d703614" providerId="ADAL" clId="{C10DBD1C-CA6A-4357-AD1D-DD274190F00A}" dt="2026-08-28T12:18:41.902" v="166855" actId="21"/>
          <ac:picMkLst>
            <pc:docMk/>
            <pc:sldMk cId="2782110186" sldId="288"/>
            <ac:picMk id="30" creationId="{04C481A7-877E-46D6-7417-2CC47A85C8C7}"/>
          </ac:picMkLst>
        </pc:picChg>
        <pc:picChg chg="add mod">
          <ac:chgData name="Alexandre Linck" userId="3e8679aa-ccdd-463f-8edf-0a911d703614" providerId="ADAL" clId="{C10DBD1C-CA6A-4357-AD1D-DD274190F00A}" dt="2026-08-28T12:20:36.486" v="167032" actId="1035"/>
          <ac:picMkLst>
            <pc:docMk/>
            <pc:sldMk cId="2782110186" sldId="288"/>
            <ac:picMk id="33" creationId="{CD1F678E-89DE-4A5B-4142-2CE22560EAF5}"/>
          </ac:picMkLst>
        </pc:picChg>
        <pc:cxnChg chg="add del mod">
          <ac:chgData name="Alexandre Linck" userId="3e8679aa-ccdd-463f-8edf-0a911d703614" providerId="ADAL" clId="{C10DBD1C-CA6A-4357-AD1D-DD274190F00A}" dt="2026-08-28T13:56:14.076" v="168466" actId="478"/>
          <ac:cxnSpMkLst>
            <pc:docMk/>
            <pc:sldMk cId="2782110186" sldId="288"/>
            <ac:cxnSpMk id="2" creationId="{BA001EBA-3F5D-7F45-E72E-8B742140BE17}"/>
          </ac:cxnSpMkLst>
        </pc:cxnChg>
        <pc:cxnChg chg="del">
          <ac:chgData name="Alexandre Linck" userId="3e8679aa-ccdd-463f-8edf-0a911d703614" providerId="ADAL" clId="{C10DBD1C-CA6A-4357-AD1D-DD274190F00A}" dt="2026-08-28T12:17:27.936" v="166776" actId="478"/>
          <ac:cxnSpMkLst>
            <pc:docMk/>
            <pc:sldMk cId="2782110186" sldId="288"/>
            <ac:cxnSpMk id="20" creationId="{9741FB7E-C4C1-C3F2-CDD1-501BE1977293}"/>
          </ac:cxnSpMkLst>
        </pc:cxnChg>
        <pc:cxnChg chg="del">
          <ac:chgData name="Alexandre Linck" userId="3e8679aa-ccdd-463f-8edf-0a911d703614" providerId="ADAL" clId="{C10DBD1C-CA6A-4357-AD1D-DD274190F00A}" dt="2026-08-28T12:17:27.936" v="166776" actId="478"/>
          <ac:cxnSpMkLst>
            <pc:docMk/>
            <pc:sldMk cId="2782110186" sldId="288"/>
            <ac:cxnSpMk id="22" creationId="{2DA21D19-80E8-8F20-9043-A484AC13ADE5}"/>
          </ac:cxnSpMkLst>
        </pc:cxnChg>
        <pc:cxnChg chg="add del">
          <ac:chgData name="Alexandre Linck" userId="3e8679aa-ccdd-463f-8edf-0a911d703614" providerId="ADAL" clId="{C10DBD1C-CA6A-4357-AD1D-DD274190F00A}" dt="2026-08-28T12:19:27.581" v="166954" actId="478"/>
          <ac:cxnSpMkLst>
            <pc:docMk/>
            <pc:sldMk cId="2782110186" sldId="288"/>
            <ac:cxnSpMk id="35" creationId="{C6BC0D71-FB41-BD37-4E94-B6620D6F58C3}"/>
          </ac:cxnSpMkLst>
        </pc:cxnChg>
      </pc:sldChg>
      <pc:sldChg chg="addSp delSp modSp add mod ord">
        <pc:chgData name="Alexandre Linck" userId="3e8679aa-ccdd-463f-8edf-0a911d703614" providerId="ADAL" clId="{C10DBD1C-CA6A-4357-AD1D-DD274190F00A}" dt="2026-08-28T13:32:54.573" v="168017" actId="478"/>
        <pc:sldMkLst>
          <pc:docMk/>
          <pc:sldMk cId="280979514" sldId="323"/>
        </pc:sldMkLst>
        <pc:spChg chg="mod">
          <ac:chgData name="Alexandre Linck" userId="3e8679aa-ccdd-463f-8edf-0a911d703614" providerId="ADAL" clId="{C10DBD1C-CA6A-4357-AD1D-DD274190F00A}" dt="2026-08-17T12:45:33.434" v="144397" actId="790"/>
          <ac:spMkLst>
            <pc:docMk/>
            <pc:sldMk cId="280979514" sldId="323"/>
            <ac:spMk id="2" creationId="{C4FD746A-4499-48F0-29EB-333CE71C4400}"/>
          </ac:spMkLst>
        </pc:spChg>
        <pc:spChg chg="mod topLvl">
          <ac:chgData name="Alexandre Linck" userId="3e8679aa-ccdd-463f-8edf-0a911d703614" providerId="ADAL" clId="{C10DBD1C-CA6A-4357-AD1D-DD274190F00A}" dt="2026-08-18T14:04:38.205" v="151339" actId="20577"/>
          <ac:spMkLst>
            <pc:docMk/>
            <pc:sldMk cId="280979514" sldId="323"/>
            <ac:spMk id="4" creationId="{5BBA7A9B-5286-AA50-789C-34A982B49CC5}"/>
          </ac:spMkLst>
        </pc:spChg>
        <pc:spChg chg="mod">
          <ac:chgData name="Alexandre Linck" userId="3e8679aa-ccdd-463f-8edf-0a911d703614" providerId="ADAL" clId="{C10DBD1C-CA6A-4357-AD1D-DD274190F00A}" dt="2026-08-18T14:01:16.936" v="151088" actId="465"/>
          <ac:spMkLst>
            <pc:docMk/>
            <pc:sldMk cId="280979514" sldId="323"/>
            <ac:spMk id="7" creationId="{4B69C9E9-CF1A-873A-7D79-FA9C279BD5D5}"/>
          </ac:spMkLst>
        </pc:spChg>
        <pc:spChg chg="mod">
          <ac:chgData name="Alexandre Linck" userId="3e8679aa-ccdd-463f-8edf-0a911d703614" providerId="ADAL" clId="{C10DBD1C-CA6A-4357-AD1D-DD274190F00A}" dt="2026-08-18T14:04:39.988" v="151342" actId="20577"/>
          <ac:spMkLst>
            <pc:docMk/>
            <pc:sldMk cId="280979514" sldId="323"/>
            <ac:spMk id="9" creationId="{A71BE732-CDE7-E2B7-59D5-BC9431700765}"/>
          </ac:spMkLst>
        </pc:spChg>
        <pc:spChg chg="mod topLvl">
          <ac:chgData name="Alexandre Linck" userId="3e8679aa-ccdd-463f-8edf-0a911d703614" providerId="ADAL" clId="{C10DBD1C-CA6A-4357-AD1D-DD274190F00A}" dt="2026-08-18T14:05:06.836" v="151360" actId="20577"/>
          <ac:spMkLst>
            <pc:docMk/>
            <pc:sldMk cId="280979514" sldId="323"/>
            <ac:spMk id="13" creationId="{6C64E5C2-FA51-AD02-5414-424B35F70EB5}"/>
          </ac:spMkLst>
        </pc:spChg>
        <pc:spChg chg="mod">
          <ac:chgData name="Alexandre Linck" userId="3e8679aa-ccdd-463f-8edf-0a911d703614" providerId="ADAL" clId="{C10DBD1C-CA6A-4357-AD1D-DD274190F00A}" dt="2026-08-18T13:59:35.305" v="150870" actId="1036"/>
          <ac:spMkLst>
            <pc:docMk/>
            <pc:sldMk cId="280979514" sldId="323"/>
            <ac:spMk id="16" creationId="{E8D9B7C4-B1C6-21C0-671E-76C51AE741B0}"/>
          </ac:spMkLst>
        </pc:spChg>
        <pc:spChg chg="mod">
          <ac:chgData name="Alexandre Linck" userId="3e8679aa-ccdd-463f-8edf-0a911d703614" providerId="ADAL" clId="{C10DBD1C-CA6A-4357-AD1D-DD274190F00A}" dt="2026-08-18T14:01:16.936" v="151088" actId="465"/>
          <ac:spMkLst>
            <pc:docMk/>
            <pc:sldMk cId="280979514" sldId="323"/>
            <ac:spMk id="17" creationId="{71351B9B-6B76-6714-585E-AE9B0899E479}"/>
          </ac:spMkLst>
        </pc:spChg>
        <pc:spChg chg="mod topLvl">
          <ac:chgData name="Alexandre Linck" userId="3e8679aa-ccdd-463f-8edf-0a911d703614" providerId="ADAL" clId="{C10DBD1C-CA6A-4357-AD1D-DD274190F00A}" dt="2026-08-18T14:04:46.506" v="151355" actId="20577"/>
          <ac:spMkLst>
            <pc:docMk/>
            <pc:sldMk cId="280979514" sldId="323"/>
            <ac:spMk id="19" creationId="{CF16AC9C-1D0D-5141-E5FE-868E376B04F0}"/>
          </ac:spMkLst>
        </pc:spChg>
        <pc:spChg chg="mod">
          <ac:chgData name="Alexandre Linck" userId="3e8679aa-ccdd-463f-8edf-0a911d703614" providerId="ADAL" clId="{C10DBD1C-CA6A-4357-AD1D-DD274190F00A}" dt="2026-08-18T14:01:15.887" v="151087" actId="552"/>
          <ac:spMkLst>
            <pc:docMk/>
            <pc:sldMk cId="280979514" sldId="323"/>
            <ac:spMk id="22" creationId="{BCFDF0DB-B39B-748F-186B-6F2790B7DB9C}"/>
          </ac:spMkLst>
        </pc:spChg>
        <pc:spChg chg="mod topLvl">
          <ac:chgData name="Alexandre Linck" userId="3e8679aa-ccdd-463f-8edf-0a911d703614" providerId="ADAL" clId="{C10DBD1C-CA6A-4357-AD1D-DD274190F00A}" dt="2026-08-18T14:04:35.102" v="151334" actId="20577"/>
          <ac:spMkLst>
            <pc:docMk/>
            <pc:sldMk cId="280979514" sldId="323"/>
            <ac:spMk id="24" creationId="{9816D874-AFF7-9279-3638-96FD1913D94A}"/>
          </ac:spMkLst>
        </pc:spChg>
        <pc:spChg chg="mod">
          <ac:chgData name="Alexandre Linck" userId="3e8679aa-ccdd-463f-8edf-0a911d703614" providerId="ADAL" clId="{C10DBD1C-CA6A-4357-AD1D-DD274190F00A}" dt="2026-08-18T14:01:16.936" v="151088" actId="465"/>
          <ac:spMkLst>
            <pc:docMk/>
            <pc:sldMk cId="280979514" sldId="323"/>
            <ac:spMk id="27" creationId="{21C9FC34-BDD9-B81A-6B24-EE75113A5B54}"/>
          </ac:spMkLst>
        </pc:spChg>
        <pc:spChg chg="mod topLvl">
          <ac:chgData name="Alexandre Linck" userId="3e8679aa-ccdd-463f-8edf-0a911d703614" providerId="ADAL" clId="{C10DBD1C-CA6A-4357-AD1D-DD274190F00A}" dt="2026-08-18T14:05:09.222" v="151361" actId="20577"/>
          <ac:spMkLst>
            <pc:docMk/>
            <pc:sldMk cId="280979514" sldId="323"/>
            <ac:spMk id="29" creationId="{C3BA44B4-219F-EF58-E854-1DD616AC279A}"/>
          </ac:spMkLst>
        </pc:spChg>
        <pc:spChg chg="mod">
          <ac:chgData name="Alexandre Linck" userId="3e8679aa-ccdd-463f-8edf-0a911d703614" providerId="ADAL" clId="{C10DBD1C-CA6A-4357-AD1D-DD274190F00A}" dt="2026-08-18T14:01:16.936" v="151088" actId="465"/>
          <ac:spMkLst>
            <pc:docMk/>
            <pc:sldMk cId="280979514" sldId="323"/>
            <ac:spMk id="32" creationId="{DCCC0AC7-AA57-3089-5D69-1819FA5086D7}"/>
          </ac:spMkLst>
        </pc:spChg>
        <pc:spChg chg="mod topLvl">
          <ac:chgData name="Alexandre Linck" userId="3e8679aa-ccdd-463f-8edf-0a911d703614" providerId="ADAL" clId="{C10DBD1C-CA6A-4357-AD1D-DD274190F00A}" dt="2026-08-18T14:05:10.033" v="151362" actId="20577"/>
          <ac:spMkLst>
            <pc:docMk/>
            <pc:sldMk cId="280979514" sldId="323"/>
            <ac:spMk id="34" creationId="{09F18C47-2D94-13E4-B31B-7498C3ED0750}"/>
          </ac:spMkLst>
        </pc:spChg>
        <pc:spChg chg="mod">
          <ac:chgData name="Alexandre Linck" userId="3e8679aa-ccdd-463f-8edf-0a911d703614" providerId="ADAL" clId="{C10DBD1C-CA6A-4357-AD1D-DD274190F00A}" dt="2026-08-18T14:01:16.936" v="151088" actId="465"/>
          <ac:spMkLst>
            <pc:docMk/>
            <pc:sldMk cId="280979514" sldId="323"/>
            <ac:spMk id="37" creationId="{6422221D-C076-8706-9DC2-0F9052B603C6}"/>
          </ac:spMkLst>
        </pc:spChg>
        <pc:grpChg chg="add mod">
          <ac:chgData name="Alexandre Linck" userId="3e8679aa-ccdd-463f-8edf-0a911d703614" providerId="ADAL" clId="{C10DBD1C-CA6A-4357-AD1D-DD274190F00A}" dt="2026-08-18T13:59:16.755" v="150783" actId="1076"/>
          <ac:grpSpMkLst>
            <pc:docMk/>
            <pc:sldMk cId="280979514" sldId="323"/>
            <ac:grpSpMk id="3" creationId="{2E44CE8E-36A7-6139-D06E-821177CDD8F1}"/>
          </ac:grpSpMkLst>
        </pc:grpChg>
        <pc:grpChg chg="mod">
          <ac:chgData name="Alexandre Linck" userId="3e8679aa-ccdd-463f-8edf-0a911d703614" providerId="ADAL" clId="{C10DBD1C-CA6A-4357-AD1D-DD274190F00A}" dt="2026-08-18T13:59:16.755" v="150783" actId="1076"/>
          <ac:grpSpMkLst>
            <pc:docMk/>
            <pc:sldMk cId="280979514" sldId="323"/>
            <ac:grpSpMk id="5" creationId="{BA48BF1E-4BF7-817B-CB26-0E8000862F2C}"/>
          </ac:grpSpMkLst>
        </pc:grpChg>
        <pc:grpChg chg="add mod">
          <ac:chgData name="Alexandre Linck" userId="3e8679aa-ccdd-463f-8edf-0a911d703614" providerId="ADAL" clId="{C10DBD1C-CA6A-4357-AD1D-DD274190F00A}" dt="2026-08-18T13:59:07.831" v="150746" actId="1076"/>
          <ac:grpSpMkLst>
            <pc:docMk/>
            <pc:sldMk cId="280979514" sldId="323"/>
            <ac:grpSpMk id="8" creationId="{037A737E-98E5-11D4-B2D7-77D2E978D3BF}"/>
          </ac:grpSpMkLst>
        </pc:grpChg>
        <pc:grpChg chg="mod">
          <ac:chgData name="Alexandre Linck" userId="3e8679aa-ccdd-463f-8edf-0a911d703614" providerId="ADAL" clId="{C10DBD1C-CA6A-4357-AD1D-DD274190F00A}" dt="2026-08-18T13:59:07.831" v="150746" actId="1076"/>
          <ac:grpSpMkLst>
            <pc:docMk/>
            <pc:sldMk cId="280979514" sldId="323"/>
            <ac:grpSpMk id="10" creationId="{A05C1BBF-E62B-8D8D-8B88-A309BC1C4AD1}"/>
          </ac:grpSpMkLst>
        </pc:grpChg>
        <pc:grpChg chg="add del mod">
          <ac:chgData name="Alexandre Linck" userId="3e8679aa-ccdd-463f-8edf-0a911d703614" providerId="ADAL" clId="{C10DBD1C-CA6A-4357-AD1D-DD274190F00A}" dt="2026-08-28T13:32:54.573" v="168017" actId="478"/>
          <ac:grpSpMkLst>
            <pc:docMk/>
            <pc:sldMk cId="280979514" sldId="323"/>
            <ac:grpSpMk id="18" creationId="{8AA00916-D55C-514C-44DD-AD528BD19B7B}"/>
          </ac:grpSpMkLst>
        </pc:grpChg>
        <pc:grpChg chg="mod">
          <ac:chgData name="Alexandre Linck" userId="3e8679aa-ccdd-463f-8edf-0a911d703614" providerId="ADAL" clId="{C10DBD1C-CA6A-4357-AD1D-DD274190F00A}" dt="2026-08-18T14:01:10.798" v="151084" actId="1076"/>
          <ac:grpSpMkLst>
            <pc:docMk/>
            <pc:sldMk cId="280979514" sldId="323"/>
            <ac:grpSpMk id="20" creationId="{B67DD349-F244-D23C-CC1D-9D57BADEB42D}"/>
          </ac:grpSpMkLst>
        </pc:grpChg>
        <pc:grpChg chg="add mod">
          <ac:chgData name="Alexandre Linck" userId="3e8679aa-ccdd-463f-8edf-0a911d703614" providerId="ADAL" clId="{C10DBD1C-CA6A-4357-AD1D-DD274190F00A}" dt="2026-08-18T13:59:41.018" v="150873" actId="1076"/>
          <ac:grpSpMkLst>
            <pc:docMk/>
            <pc:sldMk cId="280979514" sldId="323"/>
            <ac:grpSpMk id="23" creationId="{AB0BE656-7795-C8DA-44E3-8ECF3A5C2DE8}"/>
          </ac:grpSpMkLst>
        </pc:grpChg>
        <pc:grpChg chg="mod">
          <ac:chgData name="Alexandre Linck" userId="3e8679aa-ccdd-463f-8edf-0a911d703614" providerId="ADAL" clId="{C10DBD1C-CA6A-4357-AD1D-DD274190F00A}" dt="2026-08-18T13:59:41.018" v="150873" actId="1076"/>
          <ac:grpSpMkLst>
            <pc:docMk/>
            <pc:sldMk cId="280979514" sldId="323"/>
            <ac:grpSpMk id="25" creationId="{667BE86C-17C2-EED8-1BA4-2BBC8D6A76E6}"/>
          </ac:grpSpMkLst>
        </pc:grpChg>
        <pc:grpChg chg="add mod">
          <ac:chgData name="Alexandre Linck" userId="3e8679aa-ccdd-463f-8edf-0a911d703614" providerId="ADAL" clId="{C10DBD1C-CA6A-4357-AD1D-DD274190F00A}" dt="2026-08-18T14:00:05.383" v="150949" actId="1076"/>
          <ac:grpSpMkLst>
            <pc:docMk/>
            <pc:sldMk cId="280979514" sldId="323"/>
            <ac:grpSpMk id="28" creationId="{F7DFDD33-2EC2-AFA5-2639-7B486FC3A150}"/>
          </ac:grpSpMkLst>
        </pc:grpChg>
        <pc:grpChg chg="mod">
          <ac:chgData name="Alexandre Linck" userId="3e8679aa-ccdd-463f-8edf-0a911d703614" providerId="ADAL" clId="{C10DBD1C-CA6A-4357-AD1D-DD274190F00A}" dt="2026-08-18T14:00:05.383" v="150949" actId="1076"/>
          <ac:grpSpMkLst>
            <pc:docMk/>
            <pc:sldMk cId="280979514" sldId="323"/>
            <ac:grpSpMk id="30" creationId="{F7F266D1-D328-4EA6-C3E1-20839A2A68E4}"/>
          </ac:grpSpMkLst>
        </pc:grpChg>
        <pc:grpChg chg="add mod">
          <ac:chgData name="Alexandre Linck" userId="3e8679aa-ccdd-463f-8edf-0a911d703614" providerId="ADAL" clId="{C10DBD1C-CA6A-4357-AD1D-DD274190F00A}" dt="2026-08-18T14:01:04.897" v="151065" actId="1076"/>
          <ac:grpSpMkLst>
            <pc:docMk/>
            <pc:sldMk cId="280979514" sldId="323"/>
            <ac:grpSpMk id="33" creationId="{0098A125-F92E-BA1C-3D00-04F4329CEC7F}"/>
          </ac:grpSpMkLst>
        </pc:grpChg>
        <pc:grpChg chg="mod">
          <ac:chgData name="Alexandre Linck" userId="3e8679aa-ccdd-463f-8edf-0a911d703614" providerId="ADAL" clId="{C10DBD1C-CA6A-4357-AD1D-DD274190F00A}" dt="2026-08-18T14:01:04.897" v="151065" actId="1076"/>
          <ac:grpSpMkLst>
            <pc:docMk/>
            <pc:sldMk cId="280979514" sldId="323"/>
            <ac:grpSpMk id="35" creationId="{1D59238D-AE9F-408A-A8FF-33A8D75AC77B}"/>
          </ac:grpSpMkLst>
        </pc:grpChg>
        <pc:picChg chg="mod">
          <ac:chgData name="Alexandre Linck" userId="3e8679aa-ccdd-463f-8edf-0a911d703614" providerId="ADAL" clId="{C10DBD1C-CA6A-4357-AD1D-DD274190F00A}" dt="2026-08-18T13:59:16.755" v="150783" actId="1076"/>
          <ac:picMkLst>
            <pc:docMk/>
            <pc:sldMk cId="280979514" sldId="323"/>
            <ac:picMk id="6" creationId="{CEDD8900-4BD1-FF93-7B56-6F0EDD2FE919}"/>
          </ac:picMkLst>
        </pc:picChg>
        <pc:picChg chg="mod">
          <ac:chgData name="Alexandre Linck" userId="3e8679aa-ccdd-463f-8edf-0a911d703614" providerId="ADAL" clId="{C10DBD1C-CA6A-4357-AD1D-DD274190F00A}" dt="2026-08-18T13:59:07.831" v="150746" actId="1076"/>
          <ac:picMkLst>
            <pc:docMk/>
            <pc:sldMk cId="280979514" sldId="323"/>
            <ac:picMk id="11" creationId="{43C930AB-0037-089D-2946-1BCA7FC7F57D}"/>
          </ac:picMkLst>
        </pc:picChg>
        <pc:picChg chg="mod">
          <ac:chgData name="Alexandre Linck" userId="3e8679aa-ccdd-463f-8edf-0a911d703614" providerId="ADAL" clId="{C10DBD1C-CA6A-4357-AD1D-DD274190F00A}" dt="2026-08-18T13:59:35.305" v="150870" actId="1036"/>
          <ac:picMkLst>
            <pc:docMk/>
            <pc:sldMk cId="280979514" sldId="323"/>
            <ac:picMk id="15" creationId="{68AB8ABF-701C-FDD3-3B36-9035BB143DB2}"/>
          </ac:picMkLst>
        </pc:picChg>
        <pc:picChg chg="mod">
          <ac:chgData name="Alexandre Linck" userId="3e8679aa-ccdd-463f-8edf-0a911d703614" providerId="ADAL" clId="{C10DBD1C-CA6A-4357-AD1D-DD274190F00A}" dt="2026-08-18T14:01:10.798" v="151084" actId="1076"/>
          <ac:picMkLst>
            <pc:docMk/>
            <pc:sldMk cId="280979514" sldId="323"/>
            <ac:picMk id="21" creationId="{E8C37CE6-82AD-6636-4471-B7C1E8F76234}"/>
          </ac:picMkLst>
        </pc:picChg>
        <pc:picChg chg="mod">
          <ac:chgData name="Alexandre Linck" userId="3e8679aa-ccdd-463f-8edf-0a911d703614" providerId="ADAL" clId="{C10DBD1C-CA6A-4357-AD1D-DD274190F00A}" dt="2026-08-18T13:59:41.018" v="150873" actId="1076"/>
          <ac:picMkLst>
            <pc:docMk/>
            <pc:sldMk cId="280979514" sldId="323"/>
            <ac:picMk id="26" creationId="{C4A18A6E-ACA2-A1D3-1EF0-816AE43625FB}"/>
          </ac:picMkLst>
        </pc:picChg>
        <pc:picChg chg="mod">
          <ac:chgData name="Alexandre Linck" userId="3e8679aa-ccdd-463f-8edf-0a911d703614" providerId="ADAL" clId="{C10DBD1C-CA6A-4357-AD1D-DD274190F00A}" dt="2026-08-18T14:00:05.383" v="150949" actId="1076"/>
          <ac:picMkLst>
            <pc:docMk/>
            <pc:sldMk cId="280979514" sldId="323"/>
            <ac:picMk id="31" creationId="{59E8F082-BE88-1CFB-9563-6AA85C4072A3}"/>
          </ac:picMkLst>
        </pc:picChg>
        <pc:picChg chg="mod">
          <ac:chgData name="Alexandre Linck" userId="3e8679aa-ccdd-463f-8edf-0a911d703614" providerId="ADAL" clId="{C10DBD1C-CA6A-4357-AD1D-DD274190F00A}" dt="2026-08-18T14:01:04.897" v="151065" actId="1076"/>
          <ac:picMkLst>
            <pc:docMk/>
            <pc:sldMk cId="280979514" sldId="323"/>
            <ac:picMk id="36" creationId="{8EEF5E31-0B93-73D1-FAB4-65C9339C28E6}"/>
          </ac:picMkLst>
        </pc:picChg>
      </pc:sldChg>
      <pc:sldChg chg="modSp add del mod">
        <pc:chgData name="Alexandre Linck" userId="3e8679aa-ccdd-463f-8edf-0a911d703614" providerId="ADAL" clId="{C10DBD1C-CA6A-4357-AD1D-DD274190F00A}" dt="2026-08-28T12:50:27.280" v="167341" actId="47"/>
        <pc:sldMkLst>
          <pc:docMk/>
          <pc:sldMk cId="910672803" sldId="326"/>
        </pc:sldMkLst>
      </pc:sldChg>
      <pc:sldChg chg="modSp add mod ord">
        <pc:chgData name="Alexandre Linck" userId="3e8679aa-ccdd-463f-8edf-0a911d703614" providerId="ADAL" clId="{C10DBD1C-CA6A-4357-AD1D-DD274190F00A}" dt="2026-08-18T14:07:19.345" v="151426" actId="20577"/>
        <pc:sldMkLst>
          <pc:docMk/>
          <pc:sldMk cId="3138993251" sldId="327"/>
        </pc:sldMkLst>
        <pc:spChg chg="mod">
          <ac:chgData name="Alexandre Linck" userId="3e8679aa-ccdd-463f-8edf-0a911d703614" providerId="ADAL" clId="{C10DBD1C-CA6A-4357-AD1D-DD274190F00A}" dt="2026-08-17T12:45:33.434" v="144397" actId="790"/>
          <ac:spMkLst>
            <pc:docMk/>
            <pc:sldMk cId="3138993251" sldId="327"/>
            <ac:spMk id="5" creationId="{1E4EE027-2F07-C3F3-8160-D3D38E3E40FD}"/>
          </ac:spMkLst>
        </pc:spChg>
        <pc:spChg chg="mod">
          <ac:chgData name="Alexandre Linck" userId="3e8679aa-ccdd-463f-8edf-0a911d703614" providerId="ADAL" clId="{C10DBD1C-CA6A-4357-AD1D-DD274190F00A}" dt="2026-08-18T14:07:19.345" v="151426" actId="20577"/>
          <ac:spMkLst>
            <pc:docMk/>
            <pc:sldMk cId="3138993251" sldId="327"/>
            <ac:spMk id="8" creationId="{147EDBBF-F09B-D47C-73DF-F6744051629A}"/>
          </ac:spMkLst>
        </pc:spChg>
      </pc:sldChg>
      <pc:sldChg chg="modSp add del mod ord">
        <pc:chgData name="Alexandre Linck" userId="3e8679aa-ccdd-463f-8edf-0a911d703614" providerId="ADAL" clId="{C10DBD1C-CA6A-4357-AD1D-DD274190F00A}" dt="2026-08-18T14:02:16.262" v="151215" actId="20577"/>
        <pc:sldMkLst>
          <pc:docMk/>
          <pc:sldMk cId="120051231" sldId="343"/>
        </pc:sldMkLst>
        <pc:spChg chg="mod">
          <ac:chgData name="Alexandre Linck" userId="3e8679aa-ccdd-463f-8edf-0a911d703614" providerId="ADAL" clId="{C10DBD1C-CA6A-4357-AD1D-DD274190F00A}" dt="2026-08-17T12:45:33.434" v="144397" actId="790"/>
          <ac:spMkLst>
            <pc:docMk/>
            <pc:sldMk cId="120051231" sldId="343"/>
            <ac:spMk id="2" creationId="{7E91AE34-1DAF-7902-8893-D7AF5FEEFC40}"/>
          </ac:spMkLst>
        </pc:spChg>
        <pc:spChg chg="mod">
          <ac:chgData name="Alexandre Linck" userId="3e8679aa-ccdd-463f-8edf-0a911d703614" providerId="ADAL" clId="{C10DBD1C-CA6A-4357-AD1D-DD274190F00A}" dt="2026-08-18T14:02:16.262" v="151215" actId="20577"/>
          <ac:spMkLst>
            <pc:docMk/>
            <pc:sldMk cId="120051231" sldId="343"/>
            <ac:spMk id="5" creationId="{E24B08AB-5005-6943-704E-F782E91A57AA}"/>
          </ac:spMkLst>
        </pc:spChg>
      </pc:sldChg>
      <pc:sldChg chg="modSp add mod ord">
        <pc:chgData name="Alexandre Linck" userId="3e8679aa-ccdd-463f-8edf-0a911d703614" providerId="ADAL" clId="{C10DBD1C-CA6A-4357-AD1D-DD274190F00A}" dt="2026-08-28T13:32:54.094" v="168016" actId="20578"/>
        <pc:sldMkLst>
          <pc:docMk/>
          <pc:sldMk cId="3294312651" sldId="347"/>
        </pc:sldMkLst>
        <pc:spChg chg="mod">
          <ac:chgData name="Alexandre Linck" userId="3e8679aa-ccdd-463f-8edf-0a911d703614" providerId="ADAL" clId="{C10DBD1C-CA6A-4357-AD1D-DD274190F00A}" dt="2026-08-17T12:45:33.434" v="144397" actId="790"/>
          <ac:spMkLst>
            <pc:docMk/>
            <pc:sldMk cId="3294312651" sldId="347"/>
            <ac:spMk id="5" creationId="{C5C99643-66DA-9EE2-2123-B8B779337C92}"/>
          </ac:spMkLst>
        </pc:spChg>
        <pc:spChg chg="mod">
          <ac:chgData name="Alexandre Linck" userId="3e8679aa-ccdd-463f-8edf-0a911d703614" providerId="ADAL" clId="{C10DBD1C-CA6A-4357-AD1D-DD274190F00A}" dt="2026-08-17T12:45:33.434" v="144397" actId="790"/>
          <ac:spMkLst>
            <pc:docMk/>
            <pc:sldMk cId="3294312651" sldId="347"/>
            <ac:spMk id="8" creationId="{5FADFAD3-03F2-2B09-EA89-0A81A36410A8}"/>
          </ac:spMkLst>
        </pc:spChg>
      </pc:sldChg>
      <pc:sldChg chg="addSp delSp modSp add mod">
        <pc:chgData name="Alexandre Linck" userId="3e8679aa-ccdd-463f-8edf-0a911d703614" providerId="ADAL" clId="{C10DBD1C-CA6A-4357-AD1D-DD274190F00A}" dt="2026-08-21T12:59:40.019" v="161786" actId="20577"/>
        <pc:sldMkLst>
          <pc:docMk/>
          <pc:sldMk cId="3764508442" sldId="358"/>
        </pc:sldMkLst>
        <pc:spChg chg="add mod">
          <ac:chgData name="Alexandre Linck" userId="3e8679aa-ccdd-463f-8edf-0a911d703614" providerId="ADAL" clId="{C10DBD1C-CA6A-4357-AD1D-DD274190F00A}" dt="2026-08-20T08:18:40.458" v="159587" actId="20577"/>
          <ac:spMkLst>
            <pc:docMk/>
            <pc:sldMk cId="3764508442" sldId="358"/>
            <ac:spMk id="3" creationId="{0229975D-C9B6-E0A1-47CD-C5DB4726A429}"/>
          </ac:spMkLst>
        </pc:spChg>
        <pc:spChg chg="mod topLvl">
          <ac:chgData name="Alexandre Linck" userId="3e8679aa-ccdd-463f-8edf-0a911d703614" providerId="ADAL" clId="{C10DBD1C-CA6A-4357-AD1D-DD274190F00A}" dt="2026-08-17T13:33:40.711" v="146173" actId="1036"/>
          <ac:spMkLst>
            <pc:docMk/>
            <pc:sldMk cId="3764508442" sldId="358"/>
            <ac:spMk id="5" creationId="{5C6AA006-4DCC-51D9-3071-816FBBF57ED0}"/>
          </ac:spMkLst>
        </pc:spChg>
        <pc:spChg chg="add mod topLvl">
          <ac:chgData name="Alexandre Linck" userId="3e8679aa-ccdd-463f-8edf-0a911d703614" providerId="ADAL" clId="{C10DBD1C-CA6A-4357-AD1D-DD274190F00A}" dt="2026-08-17T13:33:40.711" v="146173" actId="1036"/>
          <ac:spMkLst>
            <pc:docMk/>
            <pc:sldMk cId="3764508442" sldId="358"/>
            <ac:spMk id="6" creationId="{FBA07481-CBCC-7F70-D95E-FBB9706DFC93}"/>
          </ac:spMkLst>
        </pc:spChg>
        <pc:spChg chg="mod ord topLvl">
          <ac:chgData name="Alexandre Linck" userId="3e8679aa-ccdd-463f-8edf-0a911d703614" providerId="ADAL" clId="{C10DBD1C-CA6A-4357-AD1D-DD274190F00A}" dt="2026-08-17T14:16:04.737" v="147418" actId="1076"/>
          <ac:spMkLst>
            <pc:docMk/>
            <pc:sldMk cId="3764508442" sldId="358"/>
            <ac:spMk id="7" creationId="{443920FB-5156-AA32-B1EC-249045605574}"/>
          </ac:spMkLst>
        </pc:spChg>
        <pc:spChg chg="add mod topLvl">
          <ac:chgData name="Alexandre Linck" userId="3e8679aa-ccdd-463f-8edf-0a911d703614" providerId="ADAL" clId="{C10DBD1C-CA6A-4357-AD1D-DD274190F00A}" dt="2026-08-21T12:58:41.406" v="161782" actId="313"/>
          <ac:spMkLst>
            <pc:docMk/>
            <pc:sldMk cId="3764508442" sldId="358"/>
            <ac:spMk id="30" creationId="{B485411D-858D-9D8A-2AD0-C26DC372AD7B}"/>
          </ac:spMkLst>
        </pc:spChg>
        <pc:spChg chg="mod topLvl">
          <ac:chgData name="Alexandre Linck" userId="3e8679aa-ccdd-463f-8edf-0a911d703614" providerId="ADAL" clId="{C10DBD1C-CA6A-4357-AD1D-DD274190F00A}" dt="2026-08-17T13:33:40.711" v="146173" actId="1036"/>
          <ac:spMkLst>
            <pc:docMk/>
            <pc:sldMk cId="3764508442" sldId="358"/>
            <ac:spMk id="41" creationId="{C215B910-B2D2-3D60-4C35-3515B04503DE}"/>
          </ac:spMkLst>
        </pc:spChg>
        <pc:spChg chg="mod topLvl">
          <ac:chgData name="Alexandre Linck" userId="3e8679aa-ccdd-463f-8edf-0a911d703614" providerId="ADAL" clId="{C10DBD1C-CA6A-4357-AD1D-DD274190F00A}" dt="2026-08-17T13:33:40.711" v="146173" actId="1036"/>
          <ac:spMkLst>
            <pc:docMk/>
            <pc:sldMk cId="3764508442" sldId="358"/>
            <ac:spMk id="42" creationId="{C5E784CD-B86D-CD96-9093-61D83FE0F41F}"/>
          </ac:spMkLst>
        </pc:spChg>
        <pc:spChg chg="mod topLvl">
          <ac:chgData name="Alexandre Linck" userId="3e8679aa-ccdd-463f-8edf-0a911d703614" providerId="ADAL" clId="{C10DBD1C-CA6A-4357-AD1D-DD274190F00A}" dt="2026-08-17T13:33:40.711" v="146173" actId="1036"/>
          <ac:spMkLst>
            <pc:docMk/>
            <pc:sldMk cId="3764508442" sldId="358"/>
            <ac:spMk id="43" creationId="{2314920D-6437-53EA-4C56-B75C3FFCA2D3}"/>
          </ac:spMkLst>
        </pc:spChg>
        <pc:spChg chg="add mod topLvl">
          <ac:chgData name="Alexandre Linck" userId="3e8679aa-ccdd-463f-8edf-0a911d703614" providerId="ADAL" clId="{C10DBD1C-CA6A-4357-AD1D-DD274190F00A}" dt="2026-08-21T12:59:38.397" v="161785" actId="20577"/>
          <ac:spMkLst>
            <pc:docMk/>
            <pc:sldMk cId="3764508442" sldId="358"/>
            <ac:spMk id="50" creationId="{DA131383-99EB-FBCE-09C5-BBC87AA372F8}"/>
          </ac:spMkLst>
        </pc:spChg>
        <pc:spChg chg="add mod ord topLvl">
          <ac:chgData name="Alexandre Linck" userId="3e8679aa-ccdd-463f-8edf-0a911d703614" providerId="ADAL" clId="{C10DBD1C-CA6A-4357-AD1D-DD274190F00A}" dt="2026-08-20T08:42:46.582" v="159943" actId="207"/>
          <ac:spMkLst>
            <pc:docMk/>
            <pc:sldMk cId="3764508442" sldId="358"/>
            <ac:spMk id="52" creationId="{4FE68C90-6CE2-0F06-12A4-24FABFA9FD14}"/>
          </ac:spMkLst>
        </pc:spChg>
        <pc:spChg chg="add mod topLvl">
          <ac:chgData name="Alexandre Linck" userId="3e8679aa-ccdd-463f-8edf-0a911d703614" providerId="ADAL" clId="{C10DBD1C-CA6A-4357-AD1D-DD274190F00A}" dt="2026-08-20T08:42:44.856" v="159942"/>
          <ac:spMkLst>
            <pc:docMk/>
            <pc:sldMk cId="3764508442" sldId="358"/>
            <ac:spMk id="58" creationId="{8C856B1B-CA41-4F7D-497F-C068B7343E8B}"/>
          </ac:spMkLst>
        </pc:spChg>
        <pc:spChg chg="add mod topLvl">
          <ac:chgData name="Alexandre Linck" userId="3e8679aa-ccdd-463f-8edf-0a911d703614" providerId="ADAL" clId="{C10DBD1C-CA6A-4357-AD1D-DD274190F00A}" dt="2026-08-20T08:42:44.856" v="159942"/>
          <ac:spMkLst>
            <pc:docMk/>
            <pc:sldMk cId="3764508442" sldId="358"/>
            <ac:spMk id="59" creationId="{F3927B39-0201-3C00-4143-2FF4351F4048}"/>
          </ac:spMkLst>
        </pc:spChg>
        <pc:spChg chg="add mod topLvl">
          <ac:chgData name="Alexandre Linck" userId="3e8679aa-ccdd-463f-8edf-0a911d703614" providerId="ADAL" clId="{C10DBD1C-CA6A-4357-AD1D-DD274190F00A}" dt="2026-08-20T08:42:44.856" v="159942"/>
          <ac:spMkLst>
            <pc:docMk/>
            <pc:sldMk cId="3764508442" sldId="358"/>
            <ac:spMk id="60" creationId="{795A34D4-44EC-1FCD-032C-FDA701EEC1B9}"/>
          </ac:spMkLst>
        </pc:spChg>
        <pc:spChg chg="mod topLvl">
          <ac:chgData name="Alexandre Linck" userId="3e8679aa-ccdd-463f-8edf-0a911d703614" providerId="ADAL" clId="{C10DBD1C-CA6A-4357-AD1D-DD274190F00A}" dt="2026-08-21T12:59:40.019" v="161786" actId="20577"/>
          <ac:spMkLst>
            <pc:docMk/>
            <pc:sldMk cId="3764508442" sldId="358"/>
            <ac:spMk id="260" creationId="{DC4318FE-76F5-A106-016F-A7E9673D7469}"/>
          </ac:spMkLst>
        </pc:spChg>
        <pc:spChg chg="mod topLvl">
          <ac:chgData name="Alexandre Linck" userId="3e8679aa-ccdd-463f-8edf-0a911d703614" providerId="ADAL" clId="{C10DBD1C-CA6A-4357-AD1D-DD274190F00A}" dt="2026-08-20T08:33:59.370" v="159715"/>
          <ac:spMkLst>
            <pc:docMk/>
            <pc:sldMk cId="3764508442" sldId="358"/>
            <ac:spMk id="261" creationId="{E0D5E705-A8ED-8121-CF8B-43219396C2E0}"/>
          </ac:spMkLst>
        </pc:spChg>
        <pc:spChg chg="mod topLvl">
          <ac:chgData name="Alexandre Linck" userId="3e8679aa-ccdd-463f-8edf-0a911d703614" providerId="ADAL" clId="{C10DBD1C-CA6A-4357-AD1D-DD274190F00A}" dt="2026-08-20T08:33:59.370" v="159715"/>
          <ac:spMkLst>
            <pc:docMk/>
            <pc:sldMk cId="3764508442" sldId="358"/>
            <ac:spMk id="262" creationId="{344DF10D-1E5C-1F73-4562-07D0FAC4432B}"/>
          </ac:spMkLst>
        </pc:spChg>
        <pc:spChg chg="add del mod topLvl">
          <ac:chgData name="Alexandre Linck" userId="3e8679aa-ccdd-463f-8edf-0a911d703614" providerId="ADAL" clId="{C10DBD1C-CA6A-4357-AD1D-DD274190F00A}" dt="2026-08-20T08:33:59.370" v="159715"/>
          <ac:spMkLst>
            <pc:docMk/>
            <pc:sldMk cId="3764508442" sldId="358"/>
            <ac:spMk id="263" creationId="{017996C0-0A6D-B7F3-B7ED-B5FAF5C61CB3}"/>
          </ac:spMkLst>
        </pc:spChg>
        <pc:spChg chg="add mod ord">
          <ac:chgData name="Alexandre Linck" userId="3e8679aa-ccdd-463f-8edf-0a911d703614" providerId="ADAL" clId="{C10DBD1C-CA6A-4357-AD1D-DD274190F00A}" dt="2026-08-18T14:23:41.557" v="152358" actId="14100"/>
          <ac:spMkLst>
            <pc:docMk/>
            <pc:sldMk cId="3764508442" sldId="358"/>
            <ac:spMk id="268" creationId="{C2B9CE7F-1699-95E7-84AD-1A46C060A4FA}"/>
          </ac:spMkLst>
        </pc:spChg>
        <pc:spChg chg="add del mod">
          <ac:chgData name="Alexandre Linck" userId="3e8679aa-ccdd-463f-8edf-0a911d703614" providerId="ADAL" clId="{C10DBD1C-CA6A-4357-AD1D-DD274190F00A}" dt="2026-08-18T12:14:45.845" v="147840" actId="20577"/>
          <ac:spMkLst>
            <pc:docMk/>
            <pc:sldMk cId="3764508442" sldId="358"/>
            <ac:spMk id="306" creationId="{65766E22-F0A8-5A53-1EFD-12230B83BC6F}"/>
          </ac:spMkLst>
        </pc:spChg>
        <pc:grpChg chg="add mod">
          <ac:chgData name="Alexandre Linck" userId="3e8679aa-ccdd-463f-8edf-0a911d703614" providerId="ADAL" clId="{C10DBD1C-CA6A-4357-AD1D-DD274190F00A}" dt="2026-08-20T08:37:12.600" v="159872" actId="1036"/>
          <ac:grpSpMkLst>
            <pc:docMk/>
            <pc:sldMk cId="3764508442" sldId="358"/>
            <ac:grpSpMk id="264" creationId="{3B6EA15A-D454-10D5-7DDB-3D8A3514694C}"/>
          </ac:grpSpMkLst>
        </pc:grpChg>
        <pc:grpChg chg="add mod">
          <ac:chgData name="Alexandre Linck" userId="3e8679aa-ccdd-463f-8edf-0a911d703614" providerId="ADAL" clId="{C10DBD1C-CA6A-4357-AD1D-DD274190F00A}" dt="2026-08-20T08:42:44.856" v="159942"/>
          <ac:grpSpMkLst>
            <pc:docMk/>
            <pc:sldMk cId="3764508442" sldId="358"/>
            <ac:grpSpMk id="266" creationId="{A87A8B7F-7570-D2A0-6EF5-115AE8638DF5}"/>
          </ac:grpSpMkLst>
        </pc:grpChg>
        <pc:picChg chg="add mod">
          <ac:chgData name="Alexandre Linck" userId="3e8679aa-ccdd-463f-8edf-0a911d703614" providerId="ADAL" clId="{C10DBD1C-CA6A-4357-AD1D-DD274190F00A}" dt="2026-08-17T13:33:40.711" v="146173" actId="1036"/>
          <ac:picMkLst>
            <pc:docMk/>
            <pc:sldMk cId="3764508442" sldId="358"/>
            <ac:picMk id="282" creationId="{77E4E732-7C3A-B72F-CBB1-944D801AFEE7}"/>
          </ac:picMkLst>
        </pc:picChg>
        <pc:picChg chg="add mod">
          <ac:chgData name="Alexandre Linck" userId="3e8679aa-ccdd-463f-8edf-0a911d703614" providerId="ADAL" clId="{C10DBD1C-CA6A-4357-AD1D-DD274190F00A}" dt="2026-08-17T13:30:15.246" v="146083" actId="12789"/>
          <ac:picMkLst>
            <pc:docMk/>
            <pc:sldMk cId="3764508442" sldId="358"/>
            <ac:picMk id="283" creationId="{A3AED569-74D7-B857-208D-067246B42B21}"/>
          </ac:picMkLst>
        </pc:picChg>
        <pc:cxnChg chg="add mod ord topLvl">
          <ac:chgData name="Alexandre Linck" userId="3e8679aa-ccdd-463f-8edf-0a911d703614" providerId="ADAL" clId="{C10DBD1C-CA6A-4357-AD1D-DD274190F00A}" dt="2026-08-17T13:29:59.789" v="146076" actId="165"/>
          <ac:cxnSpMkLst>
            <pc:docMk/>
            <pc:sldMk cId="3764508442" sldId="358"/>
            <ac:cxnSpMk id="32" creationId="{EB3B2A23-4550-8283-781D-FDFB0A2AF067}"/>
          </ac:cxnSpMkLst>
        </pc:cxnChg>
        <pc:cxnChg chg="add del mod topLvl">
          <ac:chgData name="Alexandre Linck" userId="3e8679aa-ccdd-463f-8edf-0a911d703614" providerId="ADAL" clId="{C10DBD1C-CA6A-4357-AD1D-DD274190F00A}" dt="2026-08-17T13:30:09.520" v="146081" actId="165"/>
          <ac:cxnSpMkLst>
            <pc:docMk/>
            <pc:sldMk cId="3764508442" sldId="358"/>
            <ac:cxnSpMk id="40" creationId="{E54B6DE4-5B38-3E42-AF4E-6FA84802CCCA}"/>
          </ac:cxnSpMkLst>
        </pc:cxnChg>
      </pc:sldChg>
      <pc:sldChg chg="addSp modSp add mod">
        <pc:chgData name="Alexandre Linck" userId="3e8679aa-ccdd-463f-8edf-0a911d703614" providerId="ADAL" clId="{C10DBD1C-CA6A-4357-AD1D-DD274190F00A}" dt="2026-08-28T14:38:43.967" v="169112" actId="114"/>
        <pc:sldMkLst>
          <pc:docMk/>
          <pc:sldMk cId="645497525" sldId="2147483647"/>
        </pc:sldMkLst>
        <pc:spChg chg="mod">
          <ac:chgData name="Alexandre Linck" userId="3e8679aa-ccdd-463f-8edf-0a911d703614" providerId="ADAL" clId="{C10DBD1C-CA6A-4357-AD1D-DD274190F00A}" dt="2026-08-19T21:09:19.284" v="159106" actId="20577"/>
          <ac:spMkLst>
            <pc:docMk/>
            <pc:sldMk cId="645497525" sldId="2147483647"/>
            <ac:spMk id="2" creationId="{5A4B42D5-CCE9-16D3-57A6-24FF737DA420}"/>
          </ac:spMkLst>
        </pc:spChg>
        <pc:spChg chg="mod">
          <ac:chgData name="Alexandre Linck" userId="3e8679aa-ccdd-463f-8edf-0a911d703614" providerId="ADAL" clId="{C10DBD1C-CA6A-4357-AD1D-DD274190F00A}" dt="2026-08-17T12:45:33.434" v="144397" actId="790"/>
          <ac:spMkLst>
            <pc:docMk/>
            <pc:sldMk cId="645497525" sldId="2147483647"/>
            <ac:spMk id="10" creationId="{B2C5DDB1-2540-4148-0CED-B852EF5BAAE8}"/>
          </ac:spMkLst>
        </pc:spChg>
        <pc:spChg chg="mod">
          <ac:chgData name="Alexandre Linck" userId="3e8679aa-ccdd-463f-8edf-0a911d703614" providerId="ADAL" clId="{C10DBD1C-CA6A-4357-AD1D-DD274190F00A}" dt="2026-08-17T12:45:33.434" v="144397" actId="790"/>
          <ac:spMkLst>
            <pc:docMk/>
            <pc:sldMk cId="645497525" sldId="2147483647"/>
            <ac:spMk id="12" creationId="{8787E86F-E199-C4AE-6D48-893BA1190997}"/>
          </ac:spMkLst>
        </pc:spChg>
        <pc:spChg chg="add mod">
          <ac:chgData name="Alexandre Linck" userId="3e8679aa-ccdd-463f-8edf-0a911d703614" providerId="ADAL" clId="{C10DBD1C-CA6A-4357-AD1D-DD274190F00A}" dt="2026-08-28T13:55:23.606" v="168459" actId="20577"/>
          <ac:spMkLst>
            <pc:docMk/>
            <pc:sldMk cId="645497525" sldId="2147483647"/>
            <ac:spMk id="13" creationId="{40C3EE6F-AA42-1941-4E8E-F89194E5F27A}"/>
          </ac:spMkLst>
        </pc:spChg>
        <pc:spChg chg="mod">
          <ac:chgData name="Alexandre Linck" userId="3e8679aa-ccdd-463f-8edf-0a911d703614" providerId="ADAL" clId="{C10DBD1C-CA6A-4357-AD1D-DD274190F00A}" dt="2026-08-17T12:45:33.434" v="144397" actId="790"/>
          <ac:spMkLst>
            <pc:docMk/>
            <pc:sldMk cId="645497525" sldId="2147483647"/>
            <ac:spMk id="15" creationId="{BCFAC4C5-260C-CE88-C31F-E4D3C28DEF81}"/>
          </ac:spMkLst>
        </pc:spChg>
        <pc:spChg chg="mod">
          <ac:chgData name="Alexandre Linck" userId="3e8679aa-ccdd-463f-8edf-0a911d703614" providerId="ADAL" clId="{C10DBD1C-CA6A-4357-AD1D-DD274190F00A}" dt="2026-08-17T12:45:33.434" v="144397" actId="790"/>
          <ac:spMkLst>
            <pc:docMk/>
            <pc:sldMk cId="645497525" sldId="2147483647"/>
            <ac:spMk id="17" creationId="{C5D9B220-B76D-28D3-CA44-9F0FC20A8440}"/>
          </ac:spMkLst>
        </pc:spChg>
        <pc:spChg chg="mod">
          <ac:chgData name="Alexandre Linck" userId="3e8679aa-ccdd-463f-8edf-0a911d703614" providerId="ADAL" clId="{C10DBD1C-CA6A-4357-AD1D-DD274190F00A}" dt="2026-08-17T12:45:33.434" v="144397" actId="790"/>
          <ac:spMkLst>
            <pc:docMk/>
            <pc:sldMk cId="645497525" sldId="2147483647"/>
            <ac:spMk id="18" creationId="{A2630567-3A16-09BB-620F-B629A9392256}"/>
          </ac:spMkLst>
        </pc:spChg>
        <pc:spChg chg="mod">
          <ac:chgData name="Alexandre Linck" userId="3e8679aa-ccdd-463f-8edf-0a911d703614" providerId="ADAL" clId="{C10DBD1C-CA6A-4357-AD1D-DD274190F00A}" dt="2026-08-17T12:45:33.434" v="144397" actId="790"/>
          <ac:spMkLst>
            <pc:docMk/>
            <pc:sldMk cId="645497525" sldId="2147483647"/>
            <ac:spMk id="19" creationId="{A177369B-68E5-B769-B5B8-FE3D95F25F8A}"/>
          </ac:spMkLst>
        </pc:spChg>
        <pc:spChg chg="mod">
          <ac:chgData name="Alexandre Linck" userId="3e8679aa-ccdd-463f-8edf-0a911d703614" providerId="ADAL" clId="{C10DBD1C-CA6A-4357-AD1D-DD274190F00A}" dt="2026-08-17T12:45:33.434" v="144397" actId="790"/>
          <ac:spMkLst>
            <pc:docMk/>
            <pc:sldMk cId="645497525" sldId="2147483647"/>
            <ac:spMk id="20" creationId="{785306F4-4EFE-1794-862B-54C5FC71515C}"/>
          </ac:spMkLst>
        </pc:spChg>
        <pc:spChg chg="mod">
          <ac:chgData name="Alexandre Linck" userId="3e8679aa-ccdd-463f-8edf-0a911d703614" providerId="ADAL" clId="{C10DBD1C-CA6A-4357-AD1D-DD274190F00A}" dt="2026-08-17T12:45:33.434" v="144397" actId="790"/>
          <ac:spMkLst>
            <pc:docMk/>
            <pc:sldMk cId="645497525" sldId="2147483647"/>
            <ac:spMk id="21" creationId="{0FCC184A-ADE3-C5C6-B1CE-EA1199DF7BFE}"/>
          </ac:spMkLst>
        </pc:spChg>
        <pc:spChg chg="mod">
          <ac:chgData name="Alexandre Linck" userId="3e8679aa-ccdd-463f-8edf-0a911d703614" providerId="ADAL" clId="{C10DBD1C-CA6A-4357-AD1D-DD274190F00A}" dt="2026-08-17T12:45:33.434" v="144397" actId="790"/>
          <ac:spMkLst>
            <pc:docMk/>
            <pc:sldMk cId="645497525" sldId="2147483647"/>
            <ac:spMk id="22" creationId="{2DDF88AE-8E2C-4A59-9B93-96237430BE7C}"/>
          </ac:spMkLst>
        </pc:spChg>
        <pc:spChg chg="mod">
          <ac:chgData name="Alexandre Linck" userId="3e8679aa-ccdd-463f-8edf-0a911d703614" providerId="ADAL" clId="{C10DBD1C-CA6A-4357-AD1D-DD274190F00A}" dt="2026-08-28T14:38:43.967" v="169112" actId="114"/>
          <ac:spMkLst>
            <pc:docMk/>
            <pc:sldMk cId="645497525" sldId="2147483647"/>
            <ac:spMk id="23" creationId="{4C79C591-4669-5F70-BA34-27F26C378877}"/>
          </ac:spMkLst>
        </pc:spChg>
        <pc:spChg chg="add mod">
          <ac:chgData name="Alexandre Linck" userId="3e8679aa-ccdd-463f-8edf-0a911d703614" providerId="ADAL" clId="{C10DBD1C-CA6A-4357-AD1D-DD274190F00A}" dt="2026-08-19T20:28:58.387" v="158193" actId="20577"/>
          <ac:spMkLst>
            <pc:docMk/>
            <pc:sldMk cId="645497525" sldId="2147483647"/>
            <ac:spMk id="26" creationId="{F430E4EE-18F1-C2F7-2498-C47DD88AA9C7}"/>
          </ac:spMkLst>
        </pc:spChg>
        <pc:spChg chg="add mod">
          <ac:chgData name="Alexandre Linck" userId="3e8679aa-ccdd-463f-8edf-0a911d703614" providerId="ADAL" clId="{C10DBD1C-CA6A-4357-AD1D-DD274190F00A}" dt="2026-08-19T21:11:49.927" v="159115" actId="20577"/>
          <ac:spMkLst>
            <pc:docMk/>
            <pc:sldMk cId="645497525" sldId="2147483647"/>
            <ac:spMk id="27" creationId="{3C41C49A-49EE-AC38-5525-09005CEF0000}"/>
          </ac:spMkLst>
        </pc:spChg>
        <pc:spChg chg="add mod">
          <ac:chgData name="Alexandre Linck" userId="3e8679aa-ccdd-463f-8edf-0a911d703614" providerId="ADAL" clId="{C10DBD1C-CA6A-4357-AD1D-DD274190F00A}" dt="2026-08-19T20:28:29.587" v="158187" actId="1035"/>
          <ac:spMkLst>
            <pc:docMk/>
            <pc:sldMk cId="645497525" sldId="2147483647"/>
            <ac:spMk id="28" creationId="{09947BE9-7AC0-4076-D912-8DB9A74DE6FE}"/>
          </ac:spMkLst>
        </pc:spChg>
        <pc:graphicFrameChg chg="modGraphic">
          <ac:chgData name="Alexandre Linck" userId="3e8679aa-ccdd-463f-8edf-0a911d703614" providerId="ADAL" clId="{C10DBD1C-CA6A-4357-AD1D-DD274190F00A}" dt="2026-08-19T20:30:15.431" v="158234" actId="207"/>
          <ac:graphicFrameMkLst>
            <pc:docMk/>
            <pc:sldMk cId="645497525" sldId="2147483647"/>
            <ac:graphicFrameMk id="3" creationId="{CA7440E3-6411-A976-68F1-6A988A66AF15}"/>
          </ac:graphicFrameMkLst>
        </pc:graphicFrameChg>
        <pc:graphicFrameChg chg="modGraphic">
          <ac:chgData name="Alexandre Linck" userId="3e8679aa-ccdd-463f-8edf-0a911d703614" providerId="ADAL" clId="{C10DBD1C-CA6A-4357-AD1D-DD274190F00A}" dt="2026-08-19T20:31:03.551" v="158240" actId="207"/>
          <ac:graphicFrameMkLst>
            <pc:docMk/>
            <pc:sldMk cId="645497525" sldId="2147483647"/>
            <ac:graphicFrameMk id="4" creationId="{6A235C22-46F9-AB12-FA69-DAE58B1098FB}"/>
          </ac:graphicFrameMkLst>
        </pc:graphicFrameChg>
        <pc:graphicFrameChg chg="modGraphic">
          <ac:chgData name="Alexandre Linck" userId="3e8679aa-ccdd-463f-8edf-0a911d703614" providerId="ADAL" clId="{C10DBD1C-CA6A-4357-AD1D-DD274190F00A}" dt="2026-08-19T21:38:13.021" v="159427" actId="207"/>
          <ac:graphicFrameMkLst>
            <pc:docMk/>
            <pc:sldMk cId="645497525" sldId="2147483647"/>
            <ac:graphicFrameMk id="5" creationId="{B814A02C-4DA8-EB1C-C0E2-911FA44FD969}"/>
          </ac:graphicFrameMkLst>
        </pc:graphicFrameChg>
        <pc:graphicFrameChg chg="modGraphic">
          <ac:chgData name="Alexandre Linck" userId="3e8679aa-ccdd-463f-8edf-0a911d703614" providerId="ADAL" clId="{C10DBD1C-CA6A-4357-AD1D-DD274190F00A}" dt="2026-08-19T20:32:01.074" v="158250" actId="207"/>
          <ac:graphicFrameMkLst>
            <pc:docMk/>
            <pc:sldMk cId="645497525" sldId="2147483647"/>
            <ac:graphicFrameMk id="6" creationId="{EDD7520B-39DB-CB21-47CC-12A06A2E3F1C}"/>
          </ac:graphicFrameMkLst>
        </pc:graphicFrameChg>
        <pc:graphicFrameChg chg="modGraphic">
          <ac:chgData name="Alexandre Linck" userId="3e8679aa-ccdd-463f-8edf-0a911d703614" providerId="ADAL" clId="{C10DBD1C-CA6A-4357-AD1D-DD274190F00A}" dt="2026-08-19T20:32:49.314" v="158257" actId="207"/>
          <ac:graphicFrameMkLst>
            <pc:docMk/>
            <pc:sldMk cId="645497525" sldId="2147483647"/>
            <ac:graphicFrameMk id="7" creationId="{C6DC15E9-7AA0-B5F8-1D10-702EF2A81E33}"/>
          </ac:graphicFrameMkLst>
        </pc:graphicFrameChg>
        <pc:graphicFrameChg chg="modGraphic">
          <ac:chgData name="Alexandre Linck" userId="3e8679aa-ccdd-463f-8edf-0a911d703614" providerId="ADAL" clId="{C10DBD1C-CA6A-4357-AD1D-DD274190F00A}" dt="2026-08-19T20:32:10.287" v="158252" actId="207"/>
          <ac:graphicFrameMkLst>
            <pc:docMk/>
            <pc:sldMk cId="645497525" sldId="2147483647"/>
            <ac:graphicFrameMk id="8" creationId="{297C0AE1-47F6-EEAA-1BF1-2DE7E69686C9}"/>
          </ac:graphicFrameMkLst>
        </pc:graphicFrameChg>
        <pc:cxnChg chg="add mod">
          <ac:chgData name="Alexandre Linck" userId="3e8679aa-ccdd-463f-8edf-0a911d703614" providerId="ADAL" clId="{C10DBD1C-CA6A-4357-AD1D-DD274190F00A}" dt="2026-08-19T20:28:29.587" v="158187" actId="1035"/>
          <ac:cxnSpMkLst>
            <pc:docMk/>
            <pc:sldMk cId="645497525" sldId="2147483647"/>
            <ac:cxnSpMk id="30" creationId="{3CC9879B-6793-AFB2-87A2-4F6E7708E8A8}"/>
          </ac:cxnSpMkLst>
        </pc:cxnChg>
      </pc:sldChg>
      <pc:sldMasterChg chg="addSp delSp modSp mod delSldLayout modSldLayout">
        <pc:chgData name="Alexandre Linck" userId="3e8679aa-ccdd-463f-8edf-0a911d703614" providerId="ADAL" clId="{C10DBD1C-CA6A-4357-AD1D-DD274190F00A}" dt="2026-08-28T09:45:13.307" v="165526" actId="21"/>
        <pc:sldMasterMkLst>
          <pc:docMk/>
          <pc:sldMasterMk cId="1691797462" sldId="2147483669"/>
        </pc:sldMasterMkLst>
        <pc:picChg chg="add del">
          <ac:chgData name="Alexandre Linck" userId="3e8679aa-ccdd-463f-8edf-0a911d703614" providerId="ADAL" clId="{C10DBD1C-CA6A-4357-AD1D-DD274190F00A}" dt="2026-08-17T12:28:25.060" v="144350" actId="22"/>
          <ac:picMkLst>
            <pc:docMk/>
            <pc:sldMasterMk cId="1691797462" sldId="2147483669"/>
            <ac:picMk id="5" creationId="{21A697CD-7044-C0CC-2AFC-D434190F8D32}"/>
          </ac:picMkLst>
        </pc:picChg>
        <pc:sldLayoutChg chg="addSp delSp mod">
          <pc:chgData name="Alexandre Linck" userId="3e8679aa-ccdd-463f-8edf-0a911d703614" providerId="ADAL" clId="{C10DBD1C-CA6A-4357-AD1D-DD274190F00A}" dt="2026-08-17T12:28:21.450" v="144344" actId="478"/>
          <pc:sldLayoutMkLst>
            <pc:docMk/>
            <pc:sldMasterMk cId="1691797462" sldId="2147483669"/>
            <pc:sldLayoutMk cId="3754857199" sldId="2147483670"/>
          </pc:sldLayoutMkLst>
          <pc:picChg chg="add del">
            <ac:chgData name="Alexandre Linck" userId="3e8679aa-ccdd-463f-8edf-0a911d703614" providerId="ADAL" clId="{C10DBD1C-CA6A-4357-AD1D-DD274190F00A}" dt="2026-08-17T12:28:21.035" v="144343" actId="478"/>
            <ac:picMkLst>
              <pc:docMk/>
              <pc:sldMasterMk cId="1691797462" sldId="2147483669"/>
              <pc:sldLayoutMk cId="3754857199" sldId="2147483670"/>
              <ac:picMk id="3" creationId="{C0781592-EA31-FDF0-C54B-7D88FE33CC24}"/>
            </ac:picMkLst>
          </pc:picChg>
          <pc:cxnChg chg="add del">
            <ac:chgData name="Alexandre Linck" userId="3e8679aa-ccdd-463f-8edf-0a911d703614" providerId="ADAL" clId="{C10DBD1C-CA6A-4357-AD1D-DD274190F00A}" dt="2026-08-17T12:28:21.450" v="144344" actId="478"/>
            <ac:cxnSpMkLst>
              <pc:docMk/>
              <pc:sldMasterMk cId="1691797462" sldId="2147483669"/>
              <pc:sldLayoutMk cId="3754857199" sldId="2147483670"/>
              <ac:cxnSpMk id="17" creationId="{88175086-68EB-4950-BC23-A9DFECDDDE2E}"/>
            </ac:cxnSpMkLst>
          </pc:cxnChg>
        </pc:sldLayoutChg>
        <pc:sldLayoutChg chg="delSp modSp mod">
          <pc:chgData name="Alexandre Linck" userId="3e8679aa-ccdd-463f-8edf-0a911d703614" providerId="ADAL" clId="{C10DBD1C-CA6A-4357-AD1D-DD274190F00A}" dt="2026-08-17T12:28:46.196" v="144358" actId="478"/>
          <pc:sldLayoutMkLst>
            <pc:docMk/>
            <pc:sldMasterMk cId="1691797462" sldId="2147483669"/>
            <pc:sldLayoutMk cId="3332330599" sldId="2147483673"/>
          </pc:sldLayoutMkLst>
        </pc:sldLayoutChg>
        <pc:sldLayoutChg chg="addSp delSp modSp mod">
          <pc:chgData name="Alexandre Linck" userId="3e8679aa-ccdd-463f-8edf-0a911d703614" providerId="ADAL" clId="{C10DBD1C-CA6A-4357-AD1D-DD274190F00A}" dt="2026-08-28T09:45:13.307" v="165526" actId="21"/>
          <pc:sldLayoutMkLst>
            <pc:docMk/>
            <pc:sldMasterMk cId="1691797462" sldId="2147483669"/>
            <pc:sldLayoutMk cId="4193357806" sldId="2147483679"/>
          </pc:sldLayoutMkLst>
          <pc:picChg chg="add del">
            <ac:chgData name="Alexandre Linck" userId="3e8679aa-ccdd-463f-8edf-0a911d703614" providerId="ADAL" clId="{C10DBD1C-CA6A-4357-AD1D-DD274190F00A}" dt="2026-08-28T09:45:13.307" v="165526" actId="21"/>
            <ac:picMkLst>
              <pc:docMk/>
              <pc:sldMasterMk cId="1691797462" sldId="2147483669"/>
              <pc:sldLayoutMk cId="4193357806" sldId="2147483679"/>
              <ac:picMk id="14" creationId="{A65289CA-BB76-4367-A6E8-586A4465D416}"/>
            </ac:picMkLst>
          </pc:picChg>
          <pc:cxnChg chg="mod">
            <ac:chgData name="Alexandre Linck" userId="3e8679aa-ccdd-463f-8edf-0a911d703614" providerId="ADAL" clId="{C10DBD1C-CA6A-4357-AD1D-DD274190F00A}" dt="2026-08-28T09:45:11.144" v="165524" actId="1076"/>
            <ac:cxnSpMkLst>
              <pc:docMk/>
              <pc:sldMasterMk cId="1691797462" sldId="2147483669"/>
              <pc:sldLayoutMk cId="4193357806" sldId="2147483679"/>
              <ac:cxnSpMk id="17" creationId="{88175086-68EB-4950-BC23-A9DFECDDDE2E}"/>
            </ac:cxnSpMkLst>
          </pc:cxnChg>
        </pc:sldLayoutChg>
        <pc:sldLayoutChg chg="delSp mod">
          <pc:chgData name="Alexandre Linck" userId="3e8679aa-ccdd-463f-8edf-0a911d703614" providerId="ADAL" clId="{C10DBD1C-CA6A-4357-AD1D-DD274190F00A}" dt="2026-08-17T12:29:07.462" v="144366" actId="478"/>
          <pc:sldLayoutMkLst>
            <pc:docMk/>
            <pc:sldMasterMk cId="1691797462" sldId="2147483669"/>
            <pc:sldLayoutMk cId="2427755458" sldId="214748368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BC02B8-5472-422C-97E7-59FFD59968E0}" type="datetimeFigureOut">
              <a:rPr lang="en-US" smtClean="0"/>
              <a:t>8/27/2026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27235E-BD19-4ECE-8B6B-35F24A8389E8}" type="slidenum">
              <a:rPr lang="en-US" smtClean="0"/>
              <a:t>‹N°›</a:t>
            </a:fld>
            <a:endParaRPr lang="en-US"/>
          </a:p>
        </p:txBody>
      </p:sp>
    </p:spTree>
    <p:extLst>
      <p:ext uri="{BB962C8B-B14F-4D97-AF65-F5344CB8AC3E}">
        <p14:creationId xmlns:p14="http://schemas.microsoft.com/office/powerpoint/2010/main" val="3384893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65E80-1282-AA70-3BCC-721F4A0F96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25927F-E057-E5DF-704A-6C49FD9832B4}"/>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19A7AC18-4328-890C-C4E9-D686D7C9DC67}"/>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01431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6307-34FD-0F7E-4D05-DDDDAED7FF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48F65E-D2D2-FC20-F234-A426BBCBF384}"/>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5DF72B2-BD2C-66F0-C404-99F0839E677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372168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D240-CEB6-6EF2-16CD-966FC6E1A8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779018-74C4-3D24-17B5-043A18E32DE7}"/>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6E54433C-EB7B-2FD6-48EE-C004D7CC19E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257814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12AF0-611B-3DAD-FE20-D1370E41AA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13BC35-EFE9-4CB2-3D5B-ADA5F783FB51}"/>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7C694F4-C2D7-4681-0913-D044A30A47CD}"/>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599283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F5A7-5072-D5D4-F5CB-BCF73FFC9E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137C7F-12B6-9563-3F69-45887DCA8048}"/>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79E72B60-5EC4-187D-D9EA-04827E5D3476}"/>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957582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0A118-7F30-A4D1-D53B-A0EC3BA262A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B61793B-A33F-4E98-F875-FC35B6D78F4E}"/>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112A527-9571-631C-9B09-E5E67B4E4C37}"/>
              </a:ext>
            </a:extLst>
          </p:cNvPr>
          <p:cNvSpPr>
            <a:spLocks noGrp="1"/>
          </p:cNvSpPr>
          <p:nvPr>
            <p:ph type="body" idx="1"/>
          </p:nvPr>
        </p:nvSpPr>
        <p:spPr/>
        <p:txBody>
          <a:bodyPr/>
          <a:lstStyle/>
          <a:p>
            <a:pPr lvl="0"/>
            <a:r>
              <a:rPr lang="en-US" dirty="0" err="1"/>
              <a:t>L'Art</a:t>
            </a:r>
            <a:r>
              <a:rPr lang="en-US" dirty="0"/>
              <a:t>. 59 pose quatre conditions </a:t>
            </a:r>
            <a:r>
              <a:rPr lang="en-US" dirty="0" err="1"/>
              <a:t>cumulatives</a:t>
            </a:r>
            <a:r>
              <a:rPr lang="en-US" dirty="0"/>
              <a:t> : le client est un </a:t>
            </a:r>
            <a:r>
              <a:rPr lang="en-US" dirty="0" err="1"/>
              <a:t>consommateur</a:t>
            </a:r>
            <a:r>
              <a:rPr lang="en-US" dirty="0"/>
              <a:t>, le </a:t>
            </a:r>
            <a:r>
              <a:rPr lang="en-US" dirty="0" err="1"/>
              <a:t>fraudeur</a:t>
            </a:r>
            <a:r>
              <a:rPr lang="en-US" dirty="0"/>
              <a:t> </a:t>
            </a:r>
            <a:r>
              <a:rPr lang="en-US" dirty="0" err="1"/>
              <a:t>s'est</a:t>
            </a:r>
            <a:r>
              <a:rPr lang="en-US" dirty="0"/>
              <a:t> fait passer pour le PSP </a:t>
            </a:r>
            <a:r>
              <a:rPr lang="en-US" dirty="0" err="1"/>
              <a:t>lui-même</a:t>
            </a:r>
            <a:r>
              <a:rPr lang="en-US" dirty="0"/>
              <a:t> via </a:t>
            </a:r>
            <a:r>
              <a:rPr lang="en-US" dirty="0" err="1"/>
              <a:t>ses</a:t>
            </a:r>
            <a:r>
              <a:rPr lang="en-US" dirty="0"/>
              <a:t> </a:t>
            </a:r>
            <a:r>
              <a:rPr lang="en-US" dirty="0" err="1"/>
              <a:t>canaux</a:t>
            </a:r>
            <a:r>
              <a:rPr lang="en-US" dirty="0"/>
              <a:t> de communication, la notification est </a:t>
            </a:r>
            <a:r>
              <a:rPr lang="en-US" dirty="0" err="1"/>
              <a:t>faite</a:t>
            </a:r>
            <a:r>
              <a:rPr lang="en-US" dirty="0"/>
              <a:t> sans </a:t>
            </a:r>
            <a:r>
              <a:rPr lang="en-US" dirty="0" err="1"/>
              <a:t>délai</a:t>
            </a:r>
            <a:r>
              <a:rPr lang="en-US" dirty="0"/>
              <a:t> </a:t>
            </a:r>
            <a:r>
              <a:rPr lang="en-US" dirty="0" err="1"/>
              <a:t>indu</a:t>
            </a:r>
            <a:r>
              <a:rPr lang="en-US" dirty="0"/>
              <a:t>, </a:t>
            </a:r>
            <a:r>
              <a:rPr lang="en-US" dirty="0" err="1"/>
              <a:t>une</a:t>
            </a:r>
            <a:r>
              <a:rPr lang="en-US" dirty="0"/>
              <a:t> </a:t>
            </a:r>
            <a:r>
              <a:rPr lang="en-US" dirty="0" err="1"/>
              <a:t>plainte</a:t>
            </a:r>
            <a:r>
              <a:rPr lang="en-US" dirty="0"/>
              <a:t> est </a:t>
            </a:r>
            <a:r>
              <a:rPr lang="en-US" dirty="0" err="1"/>
              <a:t>déposée</a:t>
            </a:r>
            <a:r>
              <a:rPr lang="en-US" dirty="0"/>
              <a:t> </a:t>
            </a:r>
            <a:r>
              <a:rPr lang="en-US" dirty="0" err="1"/>
              <a:t>auprès</a:t>
            </a:r>
            <a:r>
              <a:rPr lang="en-US" dirty="0"/>
              <a:t> de la police. La </a:t>
            </a:r>
            <a:r>
              <a:rPr lang="en-US" dirty="0" err="1"/>
              <a:t>banque</a:t>
            </a:r>
            <a:r>
              <a:rPr lang="en-US" dirty="0"/>
              <a:t> dispose de 15 </a:t>
            </a:r>
            <a:r>
              <a:rPr lang="en-US" dirty="0" err="1"/>
              <a:t>jours</a:t>
            </a:r>
            <a:r>
              <a:rPr lang="en-US" dirty="0"/>
              <a:t> </a:t>
            </a:r>
            <a:r>
              <a:rPr lang="en-US" dirty="0" err="1"/>
              <a:t>ouvrables</a:t>
            </a:r>
            <a:r>
              <a:rPr lang="en-US" dirty="0"/>
              <a:t> pour </a:t>
            </a:r>
            <a:r>
              <a:rPr lang="en-US" dirty="0" err="1"/>
              <a:t>rembourser</a:t>
            </a:r>
            <a:r>
              <a:rPr lang="en-US" dirty="0"/>
              <a:t> </a:t>
            </a:r>
            <a:r>
              <a:rPr lang="en-US" dirty="0" err="1"/>
              <a:t>ou</a:t>
            </a:r>
            <a:r>
              <a:rPr lang="en-US" dirty="0"/>
              <a:t> </a:t>
            </a:r>
            <a:r>
              <a:rPr lang="en-US" dirty="0" err="1"/>
              <a:t>motiver</a:t>
            </a:r>
            <a:r>
              <a:rPr lang="en-US" dirty="0"/>
              <a:t> son </a:t>
            </a:r>
            <a:r>
              <a:rPr lang="en-US" dirty="0" err="1"/>
              <a:t>refus</a:t>
            </a:r>
            <a:r>
              <a:rPr lang="en-US" dirty="0"/>
              <a:t>. La charge de la </a:t>
            </a:r>
            <a:r>
              <a:rPr lang="en-US" dirty="0" err="1"/>
              <a:t>preuve</a:t>
            </a:r>
            <a:r>
              <a:rPr lang="en-US" dirty="0"/>
              <a:t> de la </a:t>
            </a:r>
            <a:r>
              <a:rPr lang="en-US" dirty="0" err="1"/>
              <a:t>négligence</a:t>
            </a:r>
            <a:r>
              <a:rPr lang="en-US" dirty="0"/>
              <a:t> grave </a:t>
            </a:r>
            <a:r>
              <a:rPr lang="en-US" dirty="0" err="1"/>
              <a:t>lui</a:t>
            </a:r>
            <a:r>
              <a:rPr lang="en-US" dirty="0"/>
              <a:t> </a:t>
            </a:r>
            <a:r>
              <a:rPr lang="en-US" dirty="0" err="1"/>
              <a:t>incombe</a:t>
            </a:r>
            <a:r>
              <a:rPr lang="en-US" dirty="0"/>
              <a:t>.</a:t>
            </a:r>
          </a:p>
          <a:p>
            <a:pPr lvl="0"/>
            <a:endParaRPr lang="en-US" dirty="0"/>
          </a:p>
          <a:p>
            <a:pPr lvl="0"/>
            <a:r>
              <a:rPr lang="en-US" dirty="0"/>
              <a:t>Exclusions de la </a:t>
            </a:r>
            <a:r>
              <a:rPr lang="en-US" dirty="0" err="1"/>
              <a:t>VoP</a:t>
            </a:r>
            <a:r>
              <a:rPr lang="en-US" dirty="0"/>
              <a:t> : </a:t>
            </a:r>
            <a:r>
              <a:rPr lang="en-US" dirty="0" err="1"/>
              <a:t>opérations</a:t>
            </a:r>
            <a:r>
              <a:rPr lang="en-US" dirty="0"/>
              <a:t> </a:t>
            </a:r>
            <a:r>
              <a:rPr lang="en-US" dirty="0" err="1"/>
              <a:t>dites</a:t>
            </a:r>
            <a:r>
              <a:rPr lang="en-US" dirty="0"/>
              <a:t> </a:t>
            </a:r>
            <a:r>
              <a:rPr lang="en-US" i="1" dirty="0"/>
              <a:t>one-leg</a:t>
            </a:r>
            <a:r>
              <a:rPr lang="en-US" dirty="0"/>
              <a:t>, jetons de </a:t>
            </a:r>
            <a:r>
              <a:rPr lang="en-US" dirty="0" err="1"/>
              <a:t>monnaie</a:t>
            </a:r>
            <a:r>
              <a:rPr lang="en-US" dirty="0"/>
              <a:t> </a:t>
            </a:r>
            <a:r>
              <a:rPr lang="en-US" dirty="0" err="1"/>
              <a:t>électronique</a:t>
            </a:r>
            <a:r>
              <a:rPr lang="en-US" dirty="0"/>
              <a:t>, et option de </a:t>
            </a:r>
            <a:r>
              <a:rPr lang="en-US" dirty="0" err="1"/>
              <a:t>retrait</a:t>
            </a:r>
            <a:r>
              <a:rPr lang="en-US" dirty="0"/>
              <a:t> ouverte aux non-</a:t>
            </a:r>
            <a:r>
              <a:rPr lang="en-US" dirty="0" err="1"/>
              <a:t>consommateurs</a:t>
            </a:r>
            <a:r>
              <a:rPr lang="en-US" dirty="0"/>
              <a:t>.</a:t>
            </a:r>
          </a:p>
          <a:p>
            <a:pPr lvl="0"/>
            <a:endParaRPr lang="en-US" dirty="0"/>
          </a:p>
          <a:p>
            <a:pPr lvl="0"/>
            <a:r>
              <a:rPr lang="en-US" dirty="0" err="1"/>
              <a:t>L'écart</a:t>
            </a:r>
            <a:r>
              <a:rPr lang="en-US" dirty="0"/>
              <a:t> </a:t>
            </a:r>
            <a:r>
              <a:rPr lang="en-US" dirty="0" err="1"/>
              <a:t>d'échéance</a:t>
            </a:r>
            <a:r>
              <a:rPr lang="en-US" dirty="0"/>
              <a:t> entre les deux </a:t>
            </a:r>
            <a:r>
              <a:rPr lang="en-US" dirty="0" err="1"/>
              <a:t>chantiers</a:t>
            </a:r>
            <a:r>
              <a:rPr lang="en-US" dirty="0"/>
              <a:t> (+21 et +27 </a:t>
            </a:r>
            <a:r>
              <a:rPr lang="en-US" dirty="0" err="1"/>
              <a:t>mois</a:t>
            </a:r>
            <a:r>
              <a:rPr lang="en-US" dirty="0"/>
              <a:t>) laisse six </a:t>
            </a:r>
            <a:r>
              <a:rPr lang="en-US" dirty="0" err="1"/>
              <a:t>mois</a:t>
            </a:r>
            <a:r>
              <a:rPr lang="en-US" dirty="0"/>
              <a:t> de </a:t>
            </a:r>
            <a:r>
              <a:rPr lang="en-US" dirty="0" err="1"/>
              <a:t>décalage</a:t>
            </a:r>
            <a:r>
              <a:rPr lang="en-US" dirty="0"/>
              <a:t>, exploitable dans le </a:t>
            </a:r>
            <a:r>
              <a:rPr lang="en-US" dirty="0" err="1"/>
              <a:t>séquencement</a:t>
            </a:r>
            <a:r>
              <a:rPr lang="en-US" dirty="0"/>
              <a:t> des travaux.</a:t>
            </a:r>
          </a:p>
          <a:p>
            <a:pPr lvl="0"/>
            <a:endParaRPr lang="en-US" dirty="0"/>
          </a:p>
          <a:p>
            <a:pPr lvl="0"/>
            <a:r>
              <a:rPr lang="en-US" dirty="0"/>
              <a:t>La surveillance </a:t>
            </a:r>
            <a:r>
              <a:rPr lang="en-US" dirty="0" err="1"/>
              <a:t>devient</a:t>
            </a:r>
            <a:r>
              <a:rPr lang="en-US" dirty="0"/>
              <a:t> </a:t>
            </a:r>
            <a:r>
              <a:rPr lang="en-US" dirty="0" err="1"/>
              <a:t>obligatoire</a:t>
            </a:r>
            <a:r>
              <a:rPr lang="en-US" dirty="0"/>
              <a:t> des deux </a:t>
            </a:r>
            <a:r>
              <a:rPr lang="en-US" dirty="0" err="1"/>
              <a:t>côtés</a:t>
            </a:r>
            <a:r>
              <a:rPr lang="en-US" dirty="0"/>
              <a:t> de </a:t>
            </a:r>
            <a:r>
              <a:rPr lang="en-US" dirty="0" err="1"/>
              <a:t>l'opération</a:t>
            </a:r>
            <a:r>
              <a:rPr lang="en-US" dirty="0"/>
              <a:t> : le PSP du </a:t>
            </a:r>
            <a:r>
              <a:rPr lang="en-US" dirty="0" err="1"/>
              <a:t>bénéficiaire</a:t>
            </a:r>
            <a:r>
              <a:rPr lang="en-US" dirty="0"/>
              <a:t> </a:t>
            </a:r>
            <a:r>
              <a:rPr lang="en-US" dirty="0" err="1"/>
              <a:t>peut</a:t>
            </a:r>
            <a:r>
              <a:rPr lang="en-US" dirty="0"/>
              <a:t>, et doit </a:t>
            </a:r>
            <a:r>
              <a:rPr lang="en-US" dirty="0" err="1"/>
              <a:t>si</a:t>
            </a:r>
            <a:r>
              <a:rPr lang="en-US" dirty="0"/>
              <a:t> les motifs </a:t>
            </a:r>
            <a:r>
              <a:rPr lang="en-US" dirty="0" err="1"/>
              <a:t>sont</a:t>
            </a:r>
            <a:r>
              <a:rPr lang="en-US" dirty="0"/>
              <a:t> </a:t>
            </a:r>
            <a:r>
              <a:rPr lang="en-US" dirty="0" err="1"/>
              <a:t>incontestables</a:t>
            </a:r>
            <a:r>
              <a:rPr lang="en-US" dirty="0"/>
              <a:t>, ne pas </a:t>
            </a:r>
            <a:r>
              <a:rPr lang="en-US" dirty="0" err="1"/>
              <a:t>mettre</a:t>
            </a:r>
            <a:r>
              <a:rPr lang="en-US" dirty="0"/>
              <a:t> les fonds à disposition et les </a:t>
            </a:r>
            <a:r>
              <a:rPr lang="en-US" dirty="0" err="1"/>
              <a:t>retourner</a:t>
            </a:r>
            <a:r>
              <a:rPr lang="en-US" dirty="0"/>
              <a:t> (Art. 69(2a) et 83(1a)). Impact SI </a:t>
            </a:r>
            <a:r>
              <a:rPr lang="en-US" dirty="0" err="1"/>
              <a:t>significatif</a:t>
            </a:r>
            <a:r>
              <a:rPr lang="en-US" dirty="0"/>
              <a:t>, non </a:t>
            </a:r>
            <a:r>
              <a:rPr lang="en-US" dirty="0" err="1"/>
              <a:t>traité</a:t>
            </a:r>
            <a:r>
              <a:rPr lang="en-US" dirty="0"/>
              <a:t> sur </a:t>
            </a:r>
            <a:r>
              <a:rPr lang="en-US" dirty="0" err="1"/>
              <a:t>cette</a:t>
            </a:r>
            <a:r>
              <a:rPr lang="en-US" dirty="0"/>
              <a:t> slide.</a:t>
            </a:r>
          </a:p>
          <a:p>
            <a:endParaRPr lang="fr-FR" dirty="0"/>
          </a:p>
        </p:txBody>
      </p:sp>
    </p:spTree>
    <p:extLst>
      <p:ext uri="{BB962C8B-B14F-4D97-AF65-F5344CB8AC3E}">
        <p14:creationId xmlns:p14="http://schemas.microsoft.com/office/powerpoint/2010/main" val="788728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D315-09CF-51E7-8EE4-AF9912383D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D49BA6-9AC1-2172-023A-59BC3878FB09}"/>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CF319562-7DEB-591E-E07C-A75CA53BF4B9}"/>
              </a:ext>
            </a:extLst>
          </p:cNvPr>
          <p:cNvSpPr>
            <a:spLocks noGrp="1"/>
          </p:cNvSpPr>
          <p:nvPr>
            <p:ph type="body" idx="1"/>
          </p:nvPr>
        </p:nvSpPr>
        <p:spPr/>
        <p:txBody>
          <a:bodyPr/>
          <a:lstStyle/>
          <a:p>
            <a:pPr lvl="0"/>
            <a:r>
              <a:rPr lang="en-US" dirty="0" err="1"/>
              <a:t>L'Art</a:t>
            </a:r>
            <a:r>
              <a:rPr lang="en-US" dirty="0"/>
              <a:t>. 59 pose quatre conditions </a:t>
            </a:r>
            <a:r>
              <a:rPr lang="en-US" dirty="0" err="1"/>
              <a:t>cumulatives</a:t>
            </a:r>
            <a:r>
              <a:rPr lang="en-US" dirty="0"/>
              <a:t> : le client est un </a:t>
            </a:r>
            <a:r>
              <a:rPr lang="en-US" dirty="0" err="1"/>
              <a:t>consommateur</a:t>
            </a:r>
            <a:r>
              <a:rPr lang="en-US" dirty="0"/>
              <a:t>, le </a:t>
            </a:r>
            <a:r>
              <a:rPr lang="en-US" dirty="0" err="1"/>
              <a:t>fraudeur</a:t>
            </a:r>
            <a:r>
              <a:rPr lang="en-US" dirty="0"/>
              <a:t> </a:t>
            </a:r>
            <a:r>
              <a:rPr lang="en-US" dirty="0" err="1"/>
              <a:t>s'est</a:t>
            </a:r>
            <a:r>
              <a:rPr lang="en-US" dirty="0"/>
              <a:t> fait passer pour le PSP </a:t>
            </a:r>
            <a:r>
              <a:rPr lang="en-US" dirty="0" err="1"/>
              <a:t>lui-même</a:t>
            </a:r>
            <a:r>
              <a:rPr lang="en-US" dirty="0"/>
              <a:t> via </a:t>
            </a:r>
            <a:r>
              <a:rPr lang="en-US" dirty="0" err="1"/>
              <a:t>ses</a:t>
            </a:r>
            <a:r>
              <a:rPr lang="en-US" dirty="0"/>
              <a:t> </a:t>
            </a:r>
            <a:r>
              <a:rPr lang="en-US" dirty="0" err="1"/>
              <a:t>canaux</a:t>
            </a:r>
            <a:r>
              <a:rPr lang="en-US" dirty="0"/>
              <a:t> de communication, la notification est </a:t>
            </a:r>
            <a:r>
              <a:rPr lang="en-US" dirty="0" err="1"/>
              <a:t>faite</a:t>
            </a:r>
            <a:r>
              <a:rPr lang="en-US" dirty="0"/>
              <a:t> sans </a:t>
            </a:r>
            <a:r>
              <a:rPr lang="en-US" dirty="0" err="1"/>
              <a:t>délai</a:t>
            </a:r>
            <a:r>
              <a:rPr lang="en-US" dirty="0"/>
              <a:t> </a:t>
            </a:r>
            <a:r>
              <a:rPr lang="en-US" dirty="0" err="1"/>
              <a:t>indu</a:t>
            </a:r>
            <a:r>
              <a:rPr lang="en-US" dirty="0"/>
              <a:t>, </a:t>
            </a:r>
            <a:r>
              <a:rPr lang="en-US" dirty="0" err="1"/>
              <a:t>une</a:t>
            </a:r>
            <a:r>
              <a:rPr lang="en-US" dirty="0"/>
              <a:t> </a:t>
            </a:r>
            <a:r>
              <a:rPr lang="en-US" dirty="0" err="1"/>
              <a:t>plainte</a:t>
            </a:r>
            <a:r>
              <a:rPr lang="en-US" dirty="0"/>
              <a:t> est </a:t>
            </a:r>
            <a:r>
              <a:rPr lang="en-US" dirty="0" err="1"/>
              <a:t>déposée</a:t>
            </a:r>
            <a:r>
              <a:rPr lang="en-US" dirty="0"/>
              <a:t> </a:t>
            </a:r>
            <a:r>
              <a:rPr lang="en-US" dirty="0" err="1"/>
              <a:t>auprès</a:t>
            </a:r>
            <a:r>
              <a:rPr lang="en-US" dirty="0"/>
              <a:t> de la police. La </a:t>
            </a:r>
            <a:r>
              <a:rPr lang="en-US" dirty="0" err="1"/>
              <a:t>banque</a:t>
            </a:r>
            <a:r>
              <a:rPr lang="en-US" dirty="0"/>
              <a:t> dispose de 15 </a:t>
            </a:r>
            <a:r>
              <a:rPr lang="en-US" dirty="0" err="1"/>
              <a:t>jours</a:t>
            </a:r>
            <a:r>
              <a:rPr lang="en-US" dirty="0"/>
              <a:t> </a:t>
            </a:r>
            <a:r>
              <a:rPr lang="en-US" dirty="0" err="1"/>
              <a:t>ouvrables</a:t>
            </a:r>
            <a:r>
              <a:rPr lang="en-US" dirty="0"/>
              <a:t> pour </a:t>
            </a:r>
            <a:r>
              <a:rPr lang="en-US" dirty="0" err="1"/>
              <a:t>rembourser</a:t>
            </a:r>
            <a:r>
              <a:rPr lang="en-US" dirty="0"/>
              <a:t> </a:t>
            </a:r>
            <a:r>
              <a:rPr lang="en-US" dirty="0" err="1"/>
              <a:t>ou</a:t>
            </a:r>
            <a:r>
              <a:rPr lang="en-US" dirty="0"/>
              <a:t> </a:t>
            </a:r>
            <a:r>
              <a:rPr lang="en-US" dirty="0" err="1"/>
              <a:t>motiver</a:t>
            </a:r>
            <a:r>
              <a:rPr lang="en-US" dirty="0"/>
              <a:t> son </a:t>
            </a:r>
            <a:r>
              <a:rPr lang="en-US" dirty="0" err="1"/>
              <a:t>refus</a:t>
            </a:r>
            <a:r>
              <a:rPr lang="en-US" dirty="0"/>
              <a:t>. La charge de la </a:t>
            </a:r>
            <a:r>
              <a:rPr lang="en-US" dirty="0" err="1"/>
              <a:t>preuve</a:t>
            </a:r>
            <a:r>
              <a:rPr lang="en-US" dirty="0"/>
              <a:t> de la </a:t>
            </a:r>
            <a:r>
              <a:rPr lang="en-US" dirty="0" err="1"/>
              <a:t>négligence</a:t>
            </a:r>
            <a:r>
              <a:rPr lang="en-US" dirty="0"/>
              <a:t> grave </a:t>
            </a:r>
            <a:r>
              <a:rPr lang="en-US" dirty="0" err="1"/>
              <a:t>lui</a:t>
            </a:r>
            <a:r>
              <a:rPr lang="en-US" dirty="0"/>
              <a:t> </a:t>
            </a:r>
            <a:r>
              <a:rPr lang="en-US" dirty="0" err="1"/>
              <a:t>incombe</a:t>
            </a:r>
            <a:r>
              <a:rPr lang="en-US" dirty="0"/>
              <a:t>.</a:t>
            </a:r>
          </a:p>
          <a:p>
            <a:pPr lvl="0"/>
            <a:endParaRPr lang="en-US" dirty="0"/>
          </a:p>
          <a:p>
            <a:pPr lvl="0"/>
            <a:r>
              <a:rPr lang="en-US" dirty="0"/>
              <a:t>Exclusions de la </a:t>
            </a:r>
            <a:r>
              <a:rPr lang="en-US" dirty="0" err="1"/>
              <a:t>VoP</a:t>
            </a:r>
            <a:r>
              <a:rPr lang="en-US" dirty="0"/>
              <a:t> : </a:t>
            </a:r>
            <a:r>
              <a:rPr lang="en-US" dirty="0" err="1"/>
              <a:t>opérations</a:t>
            </a:r>
            <a:r>
              <a:rPr lang="en-US" dirty="0"/>
              <a:t> </a:t>
            </a:r>
            <a:r>
              <a:rPr lang="en-US" dirty="0" err="1"/>
              <a:t>dites</a:t>
            </a:r>
            <a:r>
              <a:rPr lang="en-US" dirty="0"/>
              <a:t> </a:t>
            </a:r>
            <a:r>
              <a:rPr lang="en-US" i="1" dirty="0"/>
              <a:t>one-leg</a:t>
            </a:r>
            <a:r>
              <a:rPr lang="en-US" dirty="0"/>
              <a:t>, jetons de </a:t>
            </a:r>
            <a:r>
              <a:rPr lang="en-US" dirty="0" err="1"/>
              <a:t>monnaie</a:t>
            </a:r>
            <a:r>
              <a:rPr lang="en-US" dirty="0"/>
              <a:t> </a:t>
            </a:r>
            <a:r>
              <a:rPr lang="en-US" dirty="0" err="1"/>
              <a:t>électronique</a:t>
            </a:r>
            <a:r>
              <a:rPr lang="en-US" dirty="0"/>
              <a:t>, et option de </a:t>
            </a:r>
            <a:r>
              <a:rPr lang="en-US" dirty="0" err="1"/>
              <a:t>retrait</a:t>
            </a:r>
            <a:r>
              <a:rPr lang="en-US" dirty="0"/>
              <a:t> ouverte aux non-</a:t>
            </a:r>
            <a:r>
              <a:rPr lang="en-US" dirty="0" err="1"/>
              <a:t>consommateurs</a:t>
            </a:r>
            <a:r>
              <a:rPr lang="en-US" dirty="0"/>
              <a:t>.</a:t>
            </a:r>
          </a:p>
          <a:p>
            <a:pPr lvl="0"/>
            <a:endParaRPr lang="en-US" dirty="0"/>
          </a:p>
          <a:p>
            <a:pPr lvl="0"/>
            <a:r>
              <a:rPr lang="en-US" dirty="0" err="1"/>
              <a:t>L'écart</a:t>
            </a:r>
            <a:r>
              <a:rPr lang="en-US" dirty="0"/>
              <a:t> </a:t>
            </a:r>
            <a:r>
              <a:rPr lang="en-US" dirty="0" err="1"/>
              <a:t>d'échéance</a:t>
            </a:r>
            <a:r>
              <a:rPr lang="en-US" dirty="0"/>
              <a:t> entre les deux </a:t>
            </a:r>
            <a:r>
              <a:rPr lang="en-US" dirty="0" err="1"/>
              <a:t>chantiers</a:t>
            </a:r>
            <a:r>
              <a:rPr lang="en-US" dirty="0"/>
              <a:t> (+21 et +27 </a:t>
            </a:r>
            <a:r>
              <a:rPr lang="en-US" dirty="0" err="1"/>
              <a:t>mois</a:t>
            </a:r>
            <a:r>
              <a:rPr lang="en-US" dirty="0"/>
              <a:t>) laisse six </a:t>
            </a:r>
            <a:r>
              <a:rPr lang="en-US" dirty="0" err="1"/>
              <a:t>mois</a:t>
            </a:r>
            <a:r>
              <a:rPr lang="en-US" dirty="0"/>
              <a:t> de </a:t>
            </a:r>
            <a:r>
              <a:rPr lang="en-US" dirty="0" err="1"/>
              <a:t>décalage</a:t>
            </a:r>
            <a:r>
              <a:rPr lang="en-US" dirty="0"/>
              <a:t>, exploitable dans le </a:t>
            </a:r>
            <a:r>
              <a:rPr lang="en-US" dirty="0" err="1"/>
              <a:t>séquencement</a:t>
            </a:r>
            <a:r>
              <a:rPr lang="en-US" dirty="0"/>
              <a:t> des travaux.</a:t>
            </a:r>
          </a:p>
          <a:p>
            <a:pPr lvl="0"/>
            <a:endParaRPr lang="en-US" dirty="0"/>
          </a:p>
          <a:p>
            <a:pPr lvl="0"/>
            <a:r>
              <a:rPr lang="en-US" dirty="0"/>
              <a:t>La surveillance </a:t>
            </a:r>
            <a:r>
              <a:rPr lang="en-US" dirty="0" err="1"/>
              <a:t>devient</a:t>
            </a:r>
            <a:r>
              <a:rPr lang="en-US" dirty="0"/>
              <a:t> </a:t>
            </a:r>
            <a:r>
              <a:rPr lang="en-US" dirty="0" err="1"/>
              <a:t>obligatoire</a:t>
            </a:r>
            <a:r>
              <a:rPr lang="en-US" dirty="0"/>
              <a:t> des deux </a:t>
            </a:r>
            <a:r>
              <a:rPr lang="en-US" dirty="0" err="1"/>
              <a:t>côtés</a:t>
            </a:r>
            <a:r>
              <a:rPr lang="en-US" dirty="0"/>
              <a:t> de </a:t>
            </a:r>
            <a:r>
              <a:rPr lang="en-US" dirty="0" err="1"/>
              <a:t>l'opération</a:t>
            </a:r>
            <a:r>
              <a:rPr lang="en-US" dirty="0"/>
              <a:t> : le PSP du </a:t>
            </a:r>
            <a:r>
              <a:rPr lang="en-US" dirty="0" err="1"/>
              <a:t>bénéficiaire</a:t>
            </a:r>
            <a:r>
              <a:rPr lang="en-US" dirty="0"/>
              <a:t> </a:t>
            </a:r>
            <a:r>
              <a:rPr lang="en-US" dirty="0" err="1"/>
              <a:t>peut</a:t>
            </a:r>
            <a:r>
              <a:rPr lang="en-US" dirty="0"/>
              <a:t>, et doit </a:t>
            </a:r>
            <a:r>
              <a:rPr lang="en-US" dirty="0" err="1"/>
              <a:t>si</a:t>
            </a:r>
            <a:r>
              <a:rPr lang="en-US" dirty="0"/>
              <a:t> les motifs </a:t>
            </a:r>
            <a:r>
              <a:rPr lang="en-US" dirty="0" err="1"/>
              <a:t>sont</a:t>
            </a:r>
            <a:r>
              <a:rPr lang="en-US" dirty="0"/>
              <a:t> </a:t>
            </a:r>
            <a:r>
              <a:rPr lang="en-US" dirty="0" err="1"/>
              <a:t>incontestables</a:t>
            </a:r>
            <a:r>
              <a:rPr lang="en-US" dirty="0"/>
              <a:t>, ne pas </a:t>
            </a:r>
            <a:r>
              <a:rPr lang="en-US" dirty="0" err="1"/>
              <a:t>mettre</a:t>
            </a:r>
            <a:r>
              <a:rPr lang="en-US" dirty="0"/>
              <a:t> les fonds à disposition et les </a:t>
            </a:r>
            <a:r>
              <a:rPr lang="en-US" dirty="0" err="1"/>
              <a:t>retourner</a:t>
            </a:r>
            <a:r>
              <a:rPr lang="en-US" dirty="0"/>
              <a:t> (Art. 69(2a) et 83(1a)). Impact SI </a:t>
            </a:r>
            <a:r>
              <a:rPr lang="en-US" dirty="0" err="1"/>
              <a:t>significatif</a:t>
            </a:r>
            <a:r>
              <a:rPr lang="en-US" dirty="0"/>
              <a:t>, non </a:t>
            </a:r>
            <a:r>
              <a:rPr lang="en-US" dirty="0" err="1"/>
              <a:t>traité</a:t>
            </a:r>
            <a:r>
              <a:rPr lang="en-US" dirty="0"/>
              <a:t> sur </a:t>
            </a:r>
            <a:r>
              <a:rPr lang="en-US" dirty="0" err="1"/>
              <a:t>cette</a:t>
            </a:r>
            <a:r>
              <a:rPr lang="en-US" dirty="0"/>
              <a:t> slide.</a:t>
            </a:r>
          </a:p>
          <a:p>
            <a:endParaRPr lang="fr-FR" dirty="0"/>
          </a:p>
        </p:txBody>
      </p:sp>
    </p:spTree>
    <p:extLst>
      <p:ext uri="{BB962C8B-B14F-4D97-AF65-F5344CB8AC3E}">
        <p14:creationId xmlns:p14="http://schemas.microsoft.com/office/powerpoint/2010/main" val="3444683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C9FBD-3E5E-54BD-9857-0312A7BEA6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BBFE0F-D161-3429-B91C-D6DD0A621FE6}"/>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BF9044B-D12E-7A37-56A3-32773B7D0535}"/>
              </a:ext>
            </a:extLst>
          </p:cNvPr>
          <p:cNvSpPr>
            <a:spLocks noGrp="1"/>
          </p:cNvSpPr>
          <p:nvPr>
            <p:ph type="body" idx="1"/>
          </p:nvPr>
        </p:nvSpPr>
        <p:spPr/>
        <p:txBody>
          <a:bodyPr/>
          <a:lstStyle/>
          <a:p>
            <a:pPr lvl="0"/>
            <a:r>
              <a:rPr lang="en-US" dirty="0" err="1"/>
              <a:t>L'Art</a:t>
            </a:r>
            <a:r>
              <a:rPr lang="en-US" dirty="0"/>
              <a:t>. 59 pose quatre conditions </a:t>
            </a:r>
            <a:r>
              <a:rPr lang="en-US" dirty="0" err="1"/>
              <a:t>cumulatives</a:t>
            </a:r>
            <a:r>
              <a:rPr lang="en-US" dirty="0"/>
              <a:t> : le client est un </a:t>
            </a:r>
            <a:r>
              <a:rPr lang="en-US" dirty="0" err="1"/>
              <a:t>consommateur</a:t>
            </a:r>
            <a:r>
              <a:rPr lang="en-US" dirty="0"/>
              <a:t>, le </a:t>
            </a:r>
            <a:r>
              <a:rPr lang="en-US" dirty="0" err="1"/>
              <a:t>fraudeur</a:t>
            </a:r>
            <a:r>
              <a:rPr lang="en-US" dirty="0"/>
              <a:t> </a:t>
            </a:r>
            <a:r>
              <a:rPr lang="en-US" dirty="0" err="1"/>
              <a:t>s'est</a:t>
            </a:r>
            <a:r>
              <a:rPr lang="en-US" dirty="0"/>
              <a:t> fait passer pour le PSP </a:t>
            </a:r>
            <a:r>
              <a:rPr lang="en-US" dirty="0" err="1"/>
              <a:t>lui-même</a:t>
            </a:r>
            <a:r>
              <a:rPr lang="en-US" dirty="0"/>
              <a:t> via </a:t>
            </a:r>
            <a:r>
              <a:rPr lang="en-US" dirty="0" err="1"/>
              <a:t>ses</a:t>
            </a:r>
            <a:r>
              <a:rPr lang="en-US" dirty="0"/>
              <a:t> </a:t>
            </a:r>
            <a:r>
              <a:rPr lang="en-US" dirty="0" err="1"/>
              <a:t>canaux</a:t>
            </a:r>
            <a:r>
              <a:rPr lang="en-US" dirty="0"/>
              <a:t> de communication, la notification est </a:t>
            </a:r>
            <a:r>
              <a:rPr lang="en-US" dirty="0" err="1"/>
              <a:t>faite</a:t>
            </a:r>
            <a:r>
              <a:rPr lang="en-US" dirty="0"/>
              <a:t> sans </a:t>
            </a:r>
            <a:r>
              <a:rPr lang="en-US" dirty="0" err="1"/>
              <a:t>délai</a:t>
            </a:r>
            <a:r>
              <a:rPr lang="en-US" dirty="0"/>
              <a:t> </a:t>
            </a:r>
            <a:r>
              <a:rPr lang="en-US" dirty="0" err="1"/>
              <a:t>indu</a:t>
            </a:r>
            <a:r>
              <a:rPr lang="en-US" dirty="0"/>
              <a:t>, </a:t>
            </a:r>
            <a:r>
              <a:rPr lang="en-US" dirty="0" err="1"/>
              <a:t>une</a:t>
            </a:r>
            <a:r>
              <a:rPr lang="en-US" dirty="0"/>
              <a:t> </a:t>
            </a:r>
            <a:r>
              <a:rPr lang="en-US" dirty="0" err="1"/>
              <a:t>plainte</a:t>
            </a:r>
            <a:r>
              <a:rPr lang="en-US" dirty="0"/>
              <a:t> est </a:t>
            </a:r>
            <a:r>
              <a:rPr lang="en-US" dirty="0" err="1"/>
              <a:t>déposée</a:t>
            </a:r>
            <a:r>
              <a:rPr lang="en-US" dirty="0"/>
              <a:t> </a:t>
            </a:r>
            <a:r>
              <a:rPr lang="en-US" dirty="0" err="1"/>
              <a:t>auprès</a:t>
            </a:r>
            <a:r>
              <a:rPr lang="en-US" dirty="0"/>
              <a:t> de la police. La </a:t>
            </a:r>
            <a:r>
              <a:rPr lang="en-US" dirty="0" err="1"/>
              <a:t>banque</a:t>
            </a:r>
            <a:r>
              <a:rPr lang="en-US" dirty="0"/>
              <a:t> dispose de 15 </a:t>
            </a:r>
            <a:r>
              <a:rPr lang="en-US" dirty="0" err="1"/>
              <a:t>jours</a:t>
            </a:r>
            <a:r>
              <a:rPr lang="en-US" dirty="0"/>
              <a:t> </a:t>
            </a:r>
            <a:r>
              <a:rPr lang="en-US" dirty="0" err="1"/>
              <a:t>ouvrables</a:t>
            </a:r>
            <a:r>
              <a:rPr lang="en-US" dirty="0"/>
              <a:t> pour </a:t>
            </a:r>
            <a:r>
              <a:rPr lang="en-US" dirty="0" err="1"/>
              <a:t>rembourser</a:t>
            </a:r>
            <a:r>
              <a:rPr lang="en-US" dirty="0"/>
              <a:t> </a:t>
            </a:r>
            <a:r>
              <a:rPr lang="en-US" dirty="0" err="1"/>
              <a:t>ou</a:t>
            </a:r>
            <a:r>
              <a:rPr lang="en-US" dirty="0"/>
              <a:t> </a:t>
            </a:r>
            <a:r>
              <a:rPr lang="en-US" dirty="0" err="1"/>
              <a:t>motiver</a:t>
            </a:r>
            <a:r>
              <a:rPr lang="en-US" dirty="0"/>
              <a:t> son </a:t>
            </a:r>
            <a:r>
              <a:rPr lang="en-US" dirty="0" err="1"/>
              <a:t>refus</a:t>
            </a:r>
            <a:r>
              <a:rPr lang="en-US" dirty="0"/>
              <a:t>. La charge de la </a:t>
            </a:r>
            <a:r>
              <a:rPr lang="en-US" dirty="0" err="1"/>
              <a:t>preuve</a:t>
            </a:r>
            <a:r>
              <a:rPr lang="en-US" dirty="0"/>
              <a:t> de la </a:t>
            </a:r>
            <a:r>
              <a:rPr lang="en-US" dirty="0" err="1"/>
              <a:t>négligence</a:t>
            </a:r>
            <a:r>
              <a:rPr lang="en-US" dirty="0"/>
              <a:t> grave </a:t>
            </a:r>
            <a:r>
              <a:rPr lang="en-US" dirty="0" err="1"/>
              <a:t>lui</a:t>
            </a:r>
            <a:r>
              <a:rPr lang="en-US" dirty="0"/>
              <a:t> </a:t>
            </a:r>
            <a:r>
              <a:rPr lang="en-US" dirty="0" err="1"/>
              <a:t>incombe</a:t>
            </a:r>
            <a:r>
              <a:rPr lang="en-US" dirty="0"/>
              <a:t>.</a:t>
            </a:r>
          </a:p>
          <a:p>
            <a:pPr lvl="0"/>
            <a:endParaRPr lang="en-US" dirty="0"/>
          </a:p>
          <a:p>
            <a:pPr lvl="0"/>
            <a:r>
              <a:rPr lang="en-US" dirty="0"/>
              <a:t>Exclusions de la </a:t>
            </a:r>
            <a:r>
              <a:rPr lang="en-US" dirty="0" err="1"/>
              <a:t>VoP</a:t>
            </a:r>
            <a:r>
              <a:rPr lang="en-US" dirty="0"/>
              <a:t> : </a:t>
            </a:r>
            <a:r>
              <a:rPr lang="en-US" dirty="0" err="1"/>
              <a:t>opérations</a:t>
            </a:r>
            <a:r>
              <a:rPr lang="en-US" dirty="0"/>
              <a:t> </a:t>
            </a:r>
            <a:r>
              <a:rPr lang="en-US" dirty="0" err="1"/>
              <a:t>dites</a:t>
            </a:r>
            <a:r>
              <a:rPr lang="en-US" dirty="0"/>
              <a:t> </a:t>
            </a:r>
            <a:r>
              <a:rPr lang="en-US" i="1" dirty="0"/>
              <a:t>one-leg</a:t>
            </a:r>
            <a:r>
              <a:rPr lang="en-US" dirty="0"/>
              <a:t>, jetons de </a:t>
            </a:r>
            <a:r>
              <a:rPr lang="en-US" dirty="0" err="1"/>
              <a:t>monnaie</a:t>
            </a:r>
            <a:r>
              <a:rPr lang="en-US" dirty="0"/>
              <a:t> </a:t>
            </a:r>
            <a:r>
              <a:rPr lang="en-US" dirty="0" err="1"/>
              <a:t>électronique</a:t>
            </a:r>
            <a:r>
              <a:rPr lang="en-US" dirty="0"/>
              <a:t>, et option de </a:t>
            </a:r>
            <a:r>
              <a:rPr lang="en-US" dirty="0" err="1"/>
              <a:t>retrait</a:t>
            </a:r>
            <a:r>
              <a:rPr lang="en-US" dirty="0"/>
              <a:t> ouverte aux non-</a:t>
            </a:r>
            <a:r>
              <a:rPr lang="en-US" dirty="0" err="1"/>
              <a:t>consommateurs</a:t>
            </a:r>
            <a:r>
              <a:rPr lang="en-US" dirty="0"/>
              <a:t>.</a:t>
            </a:r>
          </a:p>
          <a:p>
            <a:pPr lvl="0"/>
            <a:endParaRPr lang="en-US" dirty="0"/>
          </a:p>
          <a:p>
            <a:pPr lvl="0"/>
            <a:r>
              <a:rPr lang="en-US" dirty="0" err="1"/>
              <a:t>L'écart</a:t>
            </a:r>
            <a:r>
              <a:rPr lang="en-US" dirty="0"/>
              <a:t> </a:t>
            </a:r>
            <a:r>
              <a:rPr lang="en-US" dirty="0" err="1"/>
              <a:t>d'échéance</a:t>
            </a:r>
            <a:r>
              <a:rPr lang="en-US" dirty="0"/>
              <a:t> entre les deux </a:t>
            </a:r>
            <a:r>
              <a:rPr lang="en-US" dirty="0" err="1"/>
              <a:t>chantiers</a:t>
            </a:r>
            <a:r>
              <a:rPr lang="en-US" dirty="0"/>
              <a:t> (+21 et +27 </a:t>
            </a:r>
            <a:r>
              <a:rPr lang="en-US" dirty="0" err="1"/>
              <a:t>mois</a:t>
            </a:r>
            <a:r>
              <a:rPr lang="en-US" dirty="0"/>
              <a:t>) laisse six </a:t>
            </a:r>
            <a:r>
              <a:rPr lang="en-US" dirty="0" err="1"/>
              <a:t>mois</a:t>
            </a:r>
            <a:r>
              <a:rPr lang="en-US" dirty="0"/>
              <a:t> de </a:t>
            </a:r>
            <a:r>
              <a:rPr lang="en-US" dirty="0" err="1"/>
              <a:t>décalage</a:t>
            </a:r>
            <a:r>
              <a:rPr lang="en-US" dirty="0"/>
              <a:t>, exploitable dans le </a:t>
            </a:r>
            <a:r>
              <a:rPr lang="en-US" dirty="0" err="1"/>
              <a:t>séquencement</a:t>
            </a:r>
            <a:r>
              <a:rPr lang="en-US" dirty="0"/>
              <a:t> des travaux.</a:t>
            </a:r>
          </a:p>
          <a:p>
            <a:pPr lvl="0"/>
            <a:endParaRPr lang="en-US" dirty="0"/>
          </a:p>
          <a:p>
            <a:pPr lvl="0"/>
            <a:r>
              <a:rPr lang="en-US" dirty="0"/>
              <a:t>La surveillance </a:t>
            </a:r>
            <a:r>
              <a:rPr lang="en-US" dirty="0" err="1"/>
              <a:t>devient</a:t>
            </a:r>
            <a:r>
              <a:rPr lang="en-US" dirty="0"/>
              <a:t> </a:t>
            </a:r>
            <a:r>
              <a:rPr lang="en-US" dirty="0" err="1"/>
              <a:t>obligatoire</a:t>
            </a:r>
            <a:r>
              <a:rPr lang="en-US" dirty="0"/>
              <a:t> des deux </a:t>
            </a:r>
            <a:r>
              <a:rPr lang="en-US" dirty="0" err="1"/>
              <a:t>côtés</a:t>
            </a:r>
            <a:r>
              <a:rPr lang="en-US" dirty="0"/>
              <a:t> de </a:t>
            </a:r>
            <a:r>
              <a:rPr lang="en-US" dirty="0" err="1"/>
              <a:t>l'opération</a:t>
            </a:r>
            <a:r>
              <a:rPr lang="en-US" dirty="0"/>
              <a:t> : le PSP du </a:t>
            </a:r>
            <a:r>
              <a:rPr lang="en-US" dirty="0" err="1"/>
              <a:t>bénéficiaire</a:t>
            </a:r>
            <a:r>
              <a:rPr lang="en-US" dirty="0"/>
              <a:t> </a:t>
            </a:r>
            <a:r>
              <a:rPr lang="en-US" dirty="0" err="1"/>
              <a:t>peut</a:t>
            </a:r>
            <a:r>
              <a:rPr lang="en-US" dirty="0"/>
              <a:t>, et doit </a:t>
            </a:r>
            <a:r>
              <a:rPr lang="en-US" dirty="0" err="1"/>
              <a:t>si</a:t>
            </a:r>
            <a:r>
              <a:rPr lang="en-US" dirty="0"/>
              <a:t> les motifs </a:t>
            </a:r>
            <a:r>
              <a:rPr lang="en-US" dirty="0" err="1"/>
              <a:t>sont</a:t>
            </a:r>
            <a:r>
              <a:rPr lang="en-US" dirty="0"/>
              <a:t> </a:t>
            </a:r>
            <a:r>
              <a:rPr lang="en-US" dirty="0" err="1"/>
              <a:t>incontestables</a:t>
            </a:r>
            <a:r>
              <a:rPr lang="en-US" dirty="0"/>
              <a:t>, ne pas </a:t>
            </a:r>
            <a:r>
              <a:rPr lang="en-US" dirty="0" err="1"/>
              <a:t>mettre</a:t>
            </a:r>
            <a:r>
              <a:rPr lang="en-US" dirty="0"/>
              <a:t> les fonds à disposition et les </a:t>
            </a:r>
            <a:r>
              <a:rPr lang="en-US" dirty="0" err="1"/>
              <a:t>retourner</a:t>
            </a:r>
            <a:r>
              <a:rPr lang="en-US" dirty="0"/>
              <a:t> (Art. 69(2a) et 83(1a)). Impact SI </a:t>
            </a:r>
            <a:r>
              <a:rPr lang="en-US" dirty="0" err="1"/>
              <a:t>significatif</a:t>
            </a:r>
            <a:r>
              <a:rPr lang="en-US" dirty="0"/>
              <a:t>, non </a:t>
            </a:r>
            <a:r>
              <a:rPr lang="en-US" dirty="0" err="1"/>
              <a:t>traité</a:t>
            </a:r>
            <a:r>
              <a:rPr lang="en-US" dirty="0"/>
              <a:t> sur </a:t>
            </a:r>
            <a:r>
              <a:rPr lang="en-US" dirty="0" err="1"/>
              <a:t>cette</a:t>
            </a:r>
            <a:r>
              <a:rPr lang="en-US" dirty="0"/>
              <a:t> slide.</a:t>
            </a:r>
          </a:p>
          <a:p>
            <a:endParaRPr lang="fr-FR" dirty="0"/>
          </a:p>
        </p:txBody>
      </p:sp>
    </p:spTree>
    <p:extLst>
      <p:ext uri="{BB962C8B-B14F-4D97-AF65-F5344CB8AC3E}">
        <p14:creationId xmlns:p14="http://schemas.microsoft.com/office/powerpoint/2010/main" val="3474574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C557-7AA7-21CE-DD5B-50D6523978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BDBF27-1598-BC73-73C6-AC49565908EE}"/>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F4AD313D-01D1-F9D3-E1E5-FF28FC00E426}"/>
              </a:ext>
            </a:extLst>
          </p:cNvPr>
          <p:cNvSpPr>
            <a:spLocks noGrp="1"/>
          </p:cNvSpPr>
          <p:nvPr>
            <p:ph type="body" idx="1"/>
          </p:nvPr>
        </p:nvSpPr>
        <p:spPr/>
        <p:txBody>
          <a:bodyPr/>
          <a:lstStyle/>
          <a:p>
            <a:pPr lvl="0"/>
            <a:r>
              <a:rPr lang="en-US" dirty="0" err="1"/>
              <a:t>L'Art</a:t>
            </a:r>
            <a:r>
              <a:rPr lang="en-US" dirty="0"/>
              <a:t>. 88 </a:t>
            </a:r>
            <a:r>
              <a:rPr lang="en-US" dirty="0" err="1"/>
              <a:t>va</a:t>
            </a:r>
            <a:r>
              <a:rPr lang="en-US" dirty="0"/>
              <a:t> au-</a:t>
            </a:r>
            <a:r>
              <a:rPr lang="en-US" dirty="0" err="1"/>
              <a:t>delà</a:t>
            </a:r>
            <a:r>
              <a:rPr lang="en-US" dirty="0"/>
              <a:t> du smartphone : il </a:t>
            </a:r>
            <a:r>
              <a:rPr lang="en-US" dirty="0" err="1"/>
              <a:t>interdit</a:t>
            </a:r>
            <a:r>
              <a:rPr lang="en-US" dirty="0"/>
              <a:t> de faire </a:t>
            </a:r>
            <a:r>
              <a:rPr lang="en-US" dirty="0" err="1"/>
              <a:t>dépendre</a:t>
            </a:r>
            <a:r>
              <a:rPr lang="en-US" dirty="0"/>
              <a:t> la SCA d'un moyen unique, </a:t>
            </a:r>
            <a:r>
              <a:rPr lang="en-US" dirty="0" err="1"/>
              <a:t>sauf</a:t>
            </a:r>
            <a:r>
              <a:rPr lang="en-US" dirty="0"/>
              <a:t> accord </a:t>
            </a:r>
            <a:r>
              <a:rPr lang="en-US" dirty="0" err="1"/>
              <a:t>explicite</a:t>
            </a:r>
            <a:r>
              <a:rPr lang="en-US" dirty="0"/>
              <a:t> du client pour un service </a:t>
            </a:r>
            <a:r>
              <a:rPr lang="en-US" dirty="0" err="1"/>
              <a:t>exclusivement</a:t>
            </a:r>
            <a:r>
              <a:rPr lang="en-US" dirty="0"/>
              <a:t> mobile, et impose de </a:t>
            </a:r>
            <a:r>
              <a:rPr lang="en-US" dirty="0" err="1"/>
              <a:t>développer</a:t>
            </a:r>
            <a:r>
              <a:rPr lang="en-US" dirty="0"/>
              <a:t> </a:t>
            </a:r>
            <a:r>
              <a:rPr lang="en-US" dirty="0" err="1"/>
              <a:t>plusieurs</a:t>
            </a:r>
            <a:r>
              <a:rPr lang="en-US" dirty="0"/>
              <a:t> moyens </a:t>
            </a:r>
            <a:r>
              <a:rPr lang="en-US" dirty="0" err="1"/>
              <a:t>d'authentification</a:t>
            </a:r>
            <a:r>
              <a:rPr lang="en-US" dirty="0"/>
              <a:t>.</a:t>
            </a:r>
          </a:p>
          <a:p>
            <a:pPr lvl="0"/>
            <a:endParaRPr lang="en-US" dirty="0"/>
          </a:p>
          <a:p>
            <a:pPr lvl="0"/>
            <a:r>
              <a:rPr lang="en-US" dirty="0"/>
              <a:t>Les exemptions </a:t>
            </a:r>
            <a:r>
              <a:rPr lang="en-US" dirty="0" err="1"/>
              <a:t>actuelles</a:t>
            </a:r>
            <a:r>
              <a:rPr lang="en-US" dirty="0"/>
              <a:t> (</a:t>
            </a:r>
            <a:r>
              <a:rPr lang="en-US" dirty="0" err="1"/>
              <a:t>faible</a:t>
            </a:r>
            <a:r>
              <a:rPr lang="en-US" dirty="0"/>
              <a:t> </a:t>
            </a:r>
            <a:r>
              <a:rPr lang="en-US" dirty="0" err="1"/>
              <a:t>montant</a:t>
            </a:r>
            <a:r>
              <a:rPr lang="en-US" dirty="0"/>
              <a:t>, </a:t>
            </a:r>
            <a:r>
              <a:rPr lang="en-US" dirty="0" err="1"/>
              <a:t>bénéficiaires</a:t>
            </a:r>
            <a:r>
              <a:rPr lang="en-US" dirty="0"/>
              <a:t> de </a:t>
            </a:r>
            <a:r>
              <a:rPr lang="en-US" dirty="0" err="1"/>
              <a:t>confiance</a:t>
            </a:r>
            <a:r>
              <a:rPr lang="en-US" dirty="0"/>
              <a:t>, </a:t>
            </a:r>
            <a:r>
              <a:rPr lang="en-US" dirty="0" err="1"/>
              <a:t>analyse</a:t>
            </a:r>
            <a:r>
              <a:rPr lang="en-US" dirty="0"/>
              <a:t> de </a:t>
            </a:r>
            <a:r>
              <a:rPr lang="en-US" dirty="0" err="1"/>
              <a:t>risque</a:t>
            </a:r>
            <a:r>
              <a:rPr lang="en-US" dirty="0"/>
              <a:t> </a:t>
            </a:r>
            <a:r>
              <a:rPr lang="en-US" dirty="0" err="1"/>
              <a:t>transactionnel</a:t>
            </a:r>
            <a:r>
              <a:rPr lang="en-US" dirty="0"/>
              <a:t>) ne </a:t>
            </a:r>
            <a:r>
              <a:rPr lang="en-US" dirty="0" err="1"/>
              <a:t>sont</a:t>
            </a:r>
            <a:r>
              <a:rPr lang="en-US" dirty="0"/>
              <a:t> pas </a:t>
            </a:r>
            <a:r>
              <a:rPr lang="en-US" dirty="0" err="1"/>
              <a:t>reconduites</a:t>
            </a:r>
            <a:r>
              <a:rPr lang="en-US" dirty="0"/>
              <a:t> </a:t>
            </a:r>
            <a:r>
              <a:rPr lang="en-US" dirty="0" err="1"/>
              <a:t>en</a:t>
            </a:r>
            <a:r>
              <a:rPr lang="en-US" dirty="0"/>
              <a:t> </a:t>
            </a:r>
            <a:r>
              <a:rPr lang="en-US" dirty="0" err="1"/>
              <a:t>l'état</a:t>
            </a:r>
            <a:r>
              <a:rPr lang="en-US" dirty="0"/>
              <a:t> : </a:t>
            </a:r>
            <a:r>
              <a:rPr lang="en-US" dirty="0" err="1"/>
              <a:t>l'Art</a:t>
            </a:r>
            <a:r>
              <a:rPr lang="en-US" dirty="0"/>
              <a:t>. 85(11) fixe </a:t>
            </a:r>
            <a:r>
              <a:rPr lang="en-US" dirty="0" err="1"/>
              <a:t>seulement</a:t>
            </a:r>
            <a:r>
              <a:rPr lang="en-US" dirty="0"/>
              <a:t> les </a:t>
            </a:r>
            <a:r>
              <a:rPr lang="en-US" dirty="0" err="1"/>
              <a:t>critères</a:t>
            </a:r>
            <a:r>
              <a:rPr lang="en-US" dirty="0"/>
              <a:t> </a:t>
            </a:r>
            <a:r>
              <a:rPr lang="en-US" dirty="0" err="1"/>
              <a:t>que</a:t>
            </a:r>
            <a:r>
              <a:rPr lang="en-US" dirty="0"/>
              <a:t> </a:t>
            </a:r>
            <a:r>
              <a:rPr lang="en-US" dirty="0" err="1"/>
              <a:t>l'EBA</a:t>
            </a:r>
            <a:r>
              <a:rPr lang="en-US" dirty="0"/>
              <a:t> </a:t>
            </a:r>
            <a:r>
              <a:rPr lang="en-US" dirty="0" err="1"/>
              <a:t>devra</a:t>
            </a:r>
            <a:r>
              <a:rPr lang="en-US" dirty="0"/>
              <a:t> respecter. Le point de vigilance pour les </a:t>
            </a:r>
            <a:r>
              <a:rPr lang="en-US" dirty="0" err="1"/>
              <a:t>entités</a:t>
            </a:r>
            <a:r>
              <a:rPr lang="en-US" dirty="0"/>
              <a:t> est </a:t>
            </a:r>
            <a:r>
              <a:rPr lang="en-US" dirty="0" err="1"/>
              <a:t>que</a:t>
            </a:r>
            <a:r>
              <a:rPr lang="en-US" dirty="0"/>
              <a:t> tout </a:t>
            </a:r>
            <a:r>
              <a:rPr lang="en-US" dirty="0" err="1"/>
              <a:t>parcours</a:t>
            </a:r>
            <a:r>
              <a:rPr lang="en-US" dirty="0"/>
              <a:t> </a:t>
            </a:r>
            <a:r>
              <a:rPr lang="en-US" dirty="0" err="1"/>
              <a:t>optimisé</a:t>
            </a:r>
            <a:r>
              <a:rPr lang="en-US" dirty="0"/>
              <a:t> sur </a:t>
            </a:r>
            <a:r>
              <a:rPr lang="en-US" dirty="0" err="1"/>
              <a:t>ces</a:t>
            </a:r>
            <a:r>
              <a:rPr lang="en-US" dirty="0"/>
              <a:t> exemptions </a:t>
            </a:r>
            <a:r>
              <a:rPr lang="en-US" dirty="0" err="1"/>
              <a:t>devra</a:t>
            </a:r>
            <a:r>
              <a:rPr lang="en-US" dirty="0"/>
              <a:t> </a:t>
            </a:r>
            <a:r>
              <a:rPr lang="en-US" dirty="0" err="1"/>
              <a:t>être</a:t>
            </a:r>
            <a:r>
              <a:rPr lang="en-US" dirty="0"/>
              <a:t> </a:t>
            </a:r>
            <a:r>
              <a:rPr lang="en-US" dirty="0" err="1"/>
              <a:t>réinstruit</a:t>
            </a:r>
            <a:r>
              <a:rPr lang="en-US" dirty="0"/>
              <a:t> à la publication des RTS.</a:t>
            </a:r>
          </a:p>
          <a:p>
            <a:pPr lvl="0"/>
            <a:endParaRPr lang="en-US" dirty="0"/>
          </a:p>
          <a:p>
            <a:pPr lvl="0"/>
            <a:r>
              <a:rPr lang="en-US" dirty="0" err="1"/>
              <a:t>L'Art</a:t>
            </a:r>
            <a:r>
              <a:rPr lang="en-US" dirty="0"/>
              <a:t>. 88a </a:t>
            </a:r>
            <a:r>
              <a:rPr lang="en-US" dirty="0" err="1"/>
              <a:t>s'applique</a:t>
            </a:r>
            <a:r>
              <a:rPr lang="en-US" dirty="0"/>
              <a:t> sans </a:t>
            </a:r>
            <a:r>
              <a:rPr lang="en-US" dirty="0" err="1"/>
              <a:t>préjudice</a:t>
            </a:r>
            <a:r>
              <a:rPr lang="en-US" dirty="0"/>
              <a:t> du DMA : les deux </a:t>
            </a:r>
            <a:r>
              <a:rPr lang="en-US" dirty="0" err="1"/>
              <a:t>textes</a:t>
            </a:r>
            <a:r>
              <a:rPr lang="en-US" dirty="0"/>
              <a:t> se </a:t>
            </a:r>
            <a:r>
              <a:rPr lang="en-US" dirty="0" err="1"/>
              <a:t>recoupent</a:t>
            </a:r>
            <a:r>
              <a:rPr lang="en-US" dirty="0"/>
              <a:t> sur </a:t>
            </a:r>
            <a:r>
              <a:rPr lang="en-US" dirty="0" err="1"/>
              <a:t>l'accès</a:t>
            </a:r>
            <a:r>
              <a:rPr lang="en-US" dirty="0"/>
              <a:t> aux </a:t>
            </a:r>
            <a:r>
              <a:rPr lang="en-US" dirty="0" err="1"/>
              <a:t>fonctions</a:t>
            </a:r>
            <a:r>
              <a:rPr lang="en-US" dirty="0"/>
              <a:t> des </a:t>
            </a:r>
            <a:r>
              <a:rPr lang="en-US" dirty="0" err="1"/>
              <a:t>terminaux</a:t>
            </a:r>
            <a:r>
              <a:rPr lang="en-US" dirty="0"/>
              <a:t>, </a:t>
            </a:r>
            <a:r>
              <a:rPr lang="en-US" dirty="0" err="1"/>
              <a:t>sujet</a:t>
            </a:r>
            <a:r>
              <a:rPr lang="en-US" dirty="0"/>
              <a:t> à </a:t>
            </a:r>
            <a:r>
              <a:rPr lang="en-US" dirty="0" err="1"/>
              <a:t>instruire</a:t>
            </a:r>
            <a:r>
              <a:rPr lang="en-US" dirty="0"/>
              <a:t>.</a:t>
            </a:r>
          </a:p>
          <a:p>
            <a:pPr lvl="0"/>
            <a:endParaRPr lang="en-US" dirty="0"/>
          </a:p>
          <a:p>
            <a:pPr lvl="0"/>
            <a:r>
              <a:rPr lang="en-US" dirty="0" err="1"/>
              <a:t>L'Art</a:t>
            </a:r>
            <a:r>
              <a:rPr lang="en-US" dirty="0"/>
              <a:t>. 87 </a:t>
            </a:r>
            <a:r>
              <a:rPr lang="en-US" dirty="0" err="1"/>
              <a:t>encadre</a:t>
            </a:r>
            <a:r>
              <a:rPr lang="en-US" dirty="0"/>
              <a:t> </a:t>
            </a:r>
            <a:r>
              <a:rPr lang="en-US" dirty="0" err="1"/>
              <a:t>l'externalisation</a:t>
            </a:r>
            <a:r>
              <a:rPr lang="en-US" dirty="0"/>
              <a:t> de la SCA, point à examiner pour les </a:t>
            </a:r>
            <a:r>
              <a:rPr lang="en-US" dirty="0" err="1"/>
              <a:t>entités</a:t>
            </a:r>
            <a:r>
              <a:rPr lang="en-US" dirty="0"/>
              <a:t> qui </a:t>
            </a:r>
            <a:r>
              <a:rPr lang="en-US" dirty="0" err="1"/>
              <a:t>s'appuient</a:t>
            </a:r>
            <a:r>
              <a:rPr lang="en-US" dirty="0"/>
              <a:t> sur un </a:t>
            </a:r>
            <a:r>
              <a:rPr lang="en-US" dirty="0" err="1"/>
              <a:t>prestataire</a:t>
            </a:r>
            <a:r>
              <a:rPr lang="en-US" dirty="0"/>
              <a:t>.</a:t>
            </a:r>
          </a:p>
        </p:txBody>
      </p:sp>
    </p:spTree>
    <p:extLst>
      <p:ext uri="{BB962C8B-B14F-4D97-AF65-F5344CB8AC3E}">
        <p14:creationId xmlns:p14="http://schemas.microsoft.com/office/powerpoint/2010/main" val="2720415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A28B-AE78-2ABF-3560-7DC9FD09C4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C278EA-F2A5-933E-BB6C-F26C407E0EE5}"/>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ACFA2D87-56A2-905E-21DB-21C743DE071B}"/>
              </a:ext>
            </a:extLst>
          </p:cNvPr>
          <p:cNvSpPr>
            <a:spLocks noGrp="1"/>
          </p:cNvSpPr>
          <p:nvPr>
            <p:ph type="body" idx="1"/>
          </p:nvPr>
        </p:nvSpPr>
        <p:spPr/>
        <p:txBody>
          <a:bodyPr/>
          <a:lstStyle/>
          <a:p>
            <a:pPr lvl="0"/>
            <a:r>
              <a:rPr lang="en-US" dirty="0"/>
              <a:t>Sur le scraping, formulation </a:t>
            </a:r>
            <a:r>
              <a:rPr lang="en-US" dirty="0" err="1"/>
              <a:t>exacte</a:t>
            </a:r>
            <a:r>
              <a:rPr lang="en-US" dirty="0"/>
              <a:t> : le PSR </a:t>
            </a:r>
            <a:r>
              <a:rPr lang="en-US" dirty="0" err="1"/>
              <a:t>interdit</a:t>
            </a:r>
            <a:r>
              <a:rPr lang="en-US" dirty="0"/>
              <a:t> le scraping </a:t>
            </a:r>
            <a:r>
              <a:rPr lang="en-US" b="1" dirty="0"/>
              <a:t>anonyme</a:t>
            </a:r>
            <a:r>
              <a:rPr lang="en-US" dirty="0"/>
              <a:t>, sans identification du </a:t>
            </a:r>
            <a:r>
              <a:rPr lang="en-US" dirty="0" err="1"/>
              <a:t>prestataire</a:t>
            </a:r>
            <a:r>
              <a:rPr lang="en-US" dirty="0"/>
              <a:t>, et par le </a:t>
            </a:r>
            <a:r>
              <a:rPr lang="en-US" dirty="0" err="1"/>
              <a:t>considérant</a:t>
            </a:r>
            <a:r>
              <a:rPr lang="en-US" dirty="0"/>
              <a:t> 61 qui </a:t>
            </a:r>
            <a:r>
              <a:rPr lang="en-US" dirty="0" err="1"/>
              <a:t>n'est</a:t>
            </a:r>
            <a:r>
              <a:rPr lang="en-US" dirty="0"/>
              <a:t> pas </a:t>
            </a:r>
            <a:r>
              <a:rPr lang="en-US" dirty="0" err="1"/>
              <a:t>contraignant</a:t>
            </a:r>
            <a:r>
              <a:rPr lang="en-US" dirty="0"/>
              <a:t>. </a:t>
            </a:r>
            <a:r>
              <a:rPr lang="en-US" dirty="0" err="1"/>
              <a:t>L'accès</a:t>
            </a:r>
            <a:r>
              <a:rPr lang="en-US" dirty="0"/>
              <a:t> par </a:t>
            </a:r>
            <a:r>
              <a:rPr lang="en-US" dirty="0" err="1"/>
              <a:t>l'interface</a:t>
            </a:r>
            <a:r>
              <a:rPr lang="en-US" dirty="0"/>
              <a:t> client </a:t>
            </a:r>
            <a:r>
              <a:rPr lang="en-US" dirty="0" err="1"/>
              <a:t>reste</a:t>
            </a:r>
            <a:r>
              <a:rPr lang="en-US" dirty="0"/>
              <a:t> possible dans les </a:t>
            </a:r>
            <a:r>
              <a:rPr lang="en-US" dirty="0" err="1"/>
              <a:t>cas</a:t>
            </a:r>
            <a:r>
              <a:rPr lang="en-US" dirty="0"/>
              <a:t> de </a:t>
            </a:r>
            <a:r>
              <a:rPr lang="en-US" dirty="0" err="1"/>
              <a:t>dérogation</a:t>
            </a:r>
            <a:r>
              <a:rPr lang="en-US" dirty="0"/>
              <a:t> de </a:t>
            </a:r>
            <a:r>
              <a:rPr lang="en-US" dirty="0" err="1"/>
              <a:t>l'Art</a:t>
            </a:r>
            <a:r>
              <a:rPr lang="en-US" dirty="0"/>
              <a:t>. 39, sous conditions </a:t>
            </a:r>
            <a:r>
              <a:rPr lang="en-US" dirty="0" err="1"/>
              <a:t>d'identification</a:t>
            </a:r>
            <a:r>
              <a:rPr lang="en-US" dirty="0"/>
              <a:t>, </a:t>
            </a:r>
            <a:r>
              <a:rPr lang="en-US" dirty="0" err="1"/>
              <a:t>d'authentification</a:t>
            </a:r>
            <a:r>
              <a:rPr lang="en-US" dirty="0"/>
              <a:t> et de </a:t>
            </a:r>
            <a:r>
              <a:rPr lang="en-US" dirty="0" err="1"/>
              <a:t>journalisation</a:t>
            </a:r>
            <a:r>
              <a:rPr lang="en-US" dirty="0"/>
              <a:t> (Art. 45(2)). Le </a:t>
            </a:r>
            <a:r>
              <a:rPr lang="en-US" dirty="0" err="1"/>
              <a:t>vrai</a:t>
            </a:r>
            <a:r>
              <a:rPr lang="en-US" dirty="0"/>
              <a:t> changement est </a:t>
            </a:r>
            <a:r>
              <a:rPr lang="en-US" dirty="0" err="1"/>
              <a:t>ailleurs</a:t>
            </a:r>
            <a:r>
              <a:rPr lang="en-US" dirty="0"/>
              <a:t> : le </a:t>
            </a:r>
            <a:r>
              <a:rPr lang="en-US" dirty="0" err="1"/>
              <a:t>mécanisme</a:t>
            </a:r>
            <a:r>
              <a:rPr lang="en-US" dirty="0"/>
              <a:t> de secours </a:t>
            </a:r>
            <a:r>
              <a:rPr lang="en-US" dirty="0" err="1"/>
              <a:t>prévu</a:t>
            </a:r>
            <a:r>
              <a:rPr lang="en-US" dirty="0"/>
              <a:t> par les RTS 2018/389 </a:t>
            </a:r>
            <a:r>
              <a:rPr lang="en-US" dirty="0" err="1"/>
              <a:t>disparaît</a:t>
            </a:r>
            <a:r>
              <a:rPr lang="en-US" dirty="0"/>
              <a:t> du </a:t>
            </a:r>
            <a:r>
              <a:rPr lang="en-US" dirty="0" err="1"/>
              <a:t>dispositif</a:t>
            </a:r>
            <a:r>
              <a:rPr lang="en-US" dirty="0"/>
              <a:t>.</a:t>
            </a:r>
          </a:p>
          <a:p>
            <a:pPr lvl="0"/>
            <a:endParaRPr lang="en-US" dirty="0"/>
          </a:p>
          <a:p>
            <a:pPr lvl="0"/>
            <a:r>
              <a:rPr lang="en-US" dirty="0" err="1"/>
              <a:t>Contenu</a:t>
            </a:r>
            <a:r>
              <a:rPr lang="en-US" dirty="0"/>
              <a:t> </a:t>
            </a:r>
            <a:r>
              <a:rPr lang="en-US" dirty="0" err="1"/>
              <a:t>obligatoire</a:t>
            </a:r>
            <a:r>
              <a:rPr lang="en-US" dirty="0"/>
              <a:t> du tableau de bord (Art. 43) : nom du </a:t>
            </a:r>
            <a:r>
              <a:rPr lang="en-US" dirty="0" err="1"/>
              <a:t>prestataire</a:t>
            </a:r>
            <a:r>
              <a:rPr lang="en-US" dirty="0"/>
              <a:t>, compte </a:t>
            </a:r>
            <a:r>
              <a:rPr lang="en-US" dirty="0" err="1"/>
              <a:t>concerné</a:t>
            </a:r>
            <a:r>
              <a:rPr lang="en-US" dirty="0"/>
              <a:t>, </a:t>
            </a:r>
            <a:r>
              <a:rPr lang="en-US" dirty="0" err="1"/>
              <a:t>finalité</a:t>
            </a:r>
            <a:r>
              <a:rPr lang="en-US" dirty="0"/>
              <a:t>, </a:t>
            </a:r>
            <a:r>
              <a:rPr lang="en-US" dirty="0" err="1"/>
              <a:t>période</a:t>
            </a:r>
            <a:r>
              <a:rPr lang="en-US" dirty="0"/>
              <a:t> de </a:t>
            </a:r>
            <a:r>
              <a:rPr lang="en-US" dirty="0" err="1"/>
              <a:t>validité</a:t>
            </a:r>
            <a:r>
              <a:rPr lang="en-US" dirty="0"/>
              <a:t>, </a:t>
            </a:r>
            <a:r>
              <a:rPr lang="en-US" dirty="0" err="1"/>
              <a:t>catégories</a:t>
            </a:r>
            <a:r>
              <a:rPr lang="en-US" dirty="0"/>
              <a:t> de données, dates de consultation, </a:t>
            </a:r>
            <a:r>
              <a:rPr lang="en-US" dirty="0" err="1"/>
              <a:t>retrait</a:t>
            </a:r>
            <a:r>
              <a:rPr lang="en-US" dirty="0"/>
              <a:t> </a:t>
            </a:r>
            <a:r>
              <a:rPr lang="en-US" dirty="0" err="1"/>
              <a:t>gratuit</a:t>
            </a:r>
            <a:r>
              <a:rPr lang="en-US" dirty="0"/>
              <a:t> à tout moment, </a:t>
            </a:r>
            <a:r>
              <a:rPr lang="en-US" dirty="0" err="1"/>
              <a:t>rétablissement</a:t>
            </a:r>
            <a:r>
              <a:rPr lang="en-US" dirty="0"/>
              <a:t> possible sous 48 </a:t>
            </a:r>
            <a:r>
              <a:rPr lang="en-US" dirty="0" err="1"/>
              <a:t>heures</a:t>
            </a:r>
            <a:r>
              <a:rPr lang="en-US" dirty="0"/>
              <a:t>, </a:t>
            </a:r>
            <a:r>
              <a:rPr lang="en-US" dirty="0" err="1"/>
              <a:t>historique</a:t>
            </a:r>
            <a:r>
              <a:rPr lang="en-US" dirty="0"/>
              <a:t> </a:t>
            </a:r>
            <a:r>
              <a:rPr lang="en-US" dirty="0" err="1"/>
              <a:t>conservé</a:t>
            </a:r>
            <a:r>
              <a:rPr lang="en-US" dirty="0"/>
              <a:t> deux </a:t>
            </a:r>
            <a:r>
              <a:rPr lang="en-US" dirty="0" err="1"/>
              <a:t>ans</a:t>
            </a:r>
            <a:r>
              <a:rPr lang="en-US" dirty="0"/>
              <a:t>, interdiction des interfaces </a:t>
            </a:r>
            <a:r>
              <a:rPr lang="en-US" dirty="0" err="1"/>
              <a:t>trompeuses</a:t>
            </a:r>
            <a:r>
              <a:rPr lang="en-US" dirty="0"/>
              <a:t>.</a:t>
            </a:r>
          </a:p>
          <a:p>
            <a:pPr lvl="0"/>
            <a:endParaRPr lang="en-US" dirty="0"/>
          </a:p>
          <a:p>
            <a:pPr lvl="0"/>
            <a:r>
              <a:rPr lang="en-US" dirty="0" err="1"/>
              <a:t>Seuils</a:t>
            </a:r>
            <a:r>
              <a:rPr lang="en-US" dirty="0"/>
              <a:t> </a:t>
            </a:r>
            <a:r>
              <a:rPr lang="en-US" dirty="0" err="1"/>
              <a:t>d'indisponibilité</a:t>
            </a:r>
            <a:r>
              <a:rPr lang="en-US" dirty="0"/>
              <a:t> (Art. 38) : </a:t>
            </a:r>
            <a:r>
              <a:rPr lang="en-US" dirty="0" err="1"/>
              <a:t>présomption</a:t>
            </a:r>
            <a:r>
              <a:rPr lang="en-US" dirty="0"/>
              <a:t> </a:t>
            </a:r>
            <a:r>
              <a:rPr lang="en-US" dirty="0" err="1"/>
              <a:t>d'indisponibilité</a:t>
            </a:r>
            <a:r>
              <a:rPr lang="en-US" dirty="0"/>
              <a:t> après cinq </a:t>
            </a:r>
            <a:r>
              <a:rPr lang="en-US" dirty="0" err="1"/>
              <a:t>requêtes</a:t>
            </a:r>
            <a:r>
              <a:rPr lang="en-US" dirty="0"/>
              <a:t> </a:t>
            </a:r>
            <a:r>
              <a:rPr lang="en-US" dirty="0" err="1"/>
              <a:t>en</a:t>
            </a:r>
            <a:r>
              <a:rPr lang="en-US" dirty="0"/>
              <a:t> </a:t>
            </a:r>
            <a:r>
              <a:rPr lang="en-US" dirty="0" err="1"/>
              <a:t>échec</a:t>
            </a:r>
            <a:r>
              <a:rPr lang="en-US" dirty="0"/>
              <a:t> </a:t>
            </a:r>
            <a:r>
              <a:rPr lang="en-US" dirty="0" err="1"/>
              <a:t>ou</a:t>
            </a:r>
            <a:r>
              <a:rPr lang="en-US" dirty="0"/>
              <a:t> sans </a:t>
            </a:r>
            <a:r>
              <a:rPr lang="en-US" dirty="0" err="1"/>
              <a:t>réponse</a:t>
            </a:r>
            <a:r>
              <a:rPr lang="en-US" dirty="0"/>
              <a:t> sous </a:t>
            </a:r>
            <a:r>
              <a:rPr lang="en-US" dirty="0" err="1"/>
              <a:t>trente</a:t>
            </a:r>
            <a:r>
              <a:rPr lang="en-US" dirty="0"/>
              <a:t> </a:t>
            </a:r>
            <a:r>
              <a:rPr lang="en-US" dirty="0" err="1"/>
              <a:t>secondes</a:t>
            </a:r>
            <a:r>
              <a:rPr lang="en-US" dirty="0"/>
              <a:t> ; </a:t>
            </a:r>
            <a:r>
              <a:rPr lang="en-US" dirty="0" err="1"/>
              <a:t>préavis</a:t>
            </a:r>
            <a:r>
              <a:rPr lang="en-US" dirty="0"/>
              <a:t> d'un </a:t>
            </a:r>
            <a:r>
              <a:rPr lang="en-US" dirty="0" err="1"/>
              <a:t>mois</a:t>
            </a:r>
            <a:r>
              <a:rPr lang="en-US" dirty="0"/>
              <a:t> pour toute </a:t>
            </a:r>
            <a:r>
              <a:rPr lang="en-US" dirty="0" err="1"/>
              <a:t>indisponibilité</a:t>
            </a:r>
            <a:r>
              <a:rPr lang="en-US" dirty="0"/>
              <a:t> </a:t>
            </a:r>
            <a:r>
              <a:rPr lang="en-US" dirty="0" err="1"/>
              <a:t>planifiée</a:t>
            </a:r>
            <a:r>
              <a:rPr lang="en-US" dirty="0"/>
              <a:t>.</a:t>
            </a:r>
          </a:p>
          <a:p>
            <a:pPr lvl="0"/>
            <a:r>
              <a:rPr lang="en-US" dirty="0" err="1"/>
              <a:t>L'Art</a:t>
            </a:r>
            <a:r>
              <a:rPr lang="en-US" dirty="0"/>
              <a:t>. 44 </a:t>
            </a:r>
            <a:r>
              <a:rPr lang="en-US" dirty="0" err="1"/>
              <a:t>liste</a:t>
            </a:r>
            <a:r>
              <a:rPr lang="en-US" dirty="0"/>
              <a:t> </a:t>
            </a:r>
            <a:r>
              <a:rPr lang="en-US" dirty="0" err="1"/>
              <a:t>douze</a:t>
            </a:r>
            <a:r>
              <a:rPr lang="en-US" dirty="0"/>
              <a:t> obstacles </a:t>
            </a:r>
            <a:r>
              <a:rPr lang="en-US" dirty="0" err="1"/>
              <a:t>interdits</a:t>
            </a:r>
            <a:r>
              <a:rPr lang="en-US" dirty="0"/>
              <a:t>, de façon non exhaustive.</a:t>
            </a:r>
          </a:p>
        </p:txBody>
      </p:sp>
    </p:spTree>
    <p:extLst>
      <p:ext uri="{BB962C8B-B14F-4D97-AF65-F5344CB8AC3E}">
        <p14:creationId xmlns:p14="http://schemas.microsoft.com/office/powerpoint/2010/main" val="2416559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A682D-E2B1-00EE-9DB7-497058AA08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820D806-5578-0ED0-A7D0-2EDE31C7986B}"/>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60002D7-8281-3FF8-B067-412983220F1C}"/>
              </a:ext>
            </a:extLst>
          </p:cNvPr>
          <p:cNvSpPr>
            <a:spLocks noGrp="1"/>
          </p:cNvSpPr>
          <p:nvPr>
            <p:ph type="body" idx="1"/>
          </p:nvPr>
        </p:nvSpPr>
        <p:spPr/>
        <p:txBody>
          <a:bodyPr/>
          <a:lstStyle/>
          <a:p>
            <a:pPr lvl="0"/>
            <a:r>
              <a:rPr lang="en-US" dirty="0" err="1"/>
              <a:t>C'est</a:t>
            </a:r>
            <a:r>
              <a:rPr lang="en-US" dirty="0"/>
              <a:t> le seul axe </a:t>
            </a:r>
            <a:r>
              <a:rPr lang="en-US" dirty="0" err="1"/>
              <a:t>où</a:t>
            </a:r>
            <a:r>
              <a:rPr lang="en-US" dirty="0"/>
              <a:t> le Groupe </a:t>
            </a:r>
            <a:r>
              <a:rPr lang="en-US" dirty="0" err="1"/>
              <a:t>subit</a:t>
            </a:r>
            <a:r>
              <a:rPr lang="en-US" dirty="0"/>
              <a:t> </a:t>
            </a:r>
            <a:r>
              <a:rPr lang="en-US" dirty="0" err="1"/>
              <a:t>une</a:t>
            </a:r>
            <a:r>
              <a:rPr lang="en-US" dirty="0"/>
              <a:t> </a:t>
            </a:r>
            <a:r>
              <a:rPr lang="en-US" dirty="0" err="1"/>
              <a:t>contrainte</a:t>
            </a:r>
            <a:r>
              <a:rPr lang="en-US" dirty="0"/>
              <a:t> de process interne </a:t>
            </a:r>
            <a:r>
              <a:rPr lang="en-US" dirty="0" err="1"/>
              <a:t>plutôt</a:t>
            </a:r>
            <a:r>
              <a:rPr lang="en-US" dirty="0"/>
              <a:t> </a:t>
            </a:r>
            <a:r>
              <a:rPr lang="en-US" dirty="0" err="1"/>
              <a:t>qu'une</a:t>
            </a:r>
            <a:r>
              <a:rPr lang="en-US" dirty="0"/>
              <a:t> </a:t>
            </a:r>
            <a:r>
              <a:rPr lang="en-US" dirty="0" err="1"/>
              <a:t>contrainte</a:t>
            </a:r>
            <a:r>
              <a:rPr lang="en-US" dirty="0"/>
              <a:t> de </a:t>
            </a:r>
            <a:r>
              <a:rPr lang="en-US" dirty="0" err="1"/>
              <a:t>parcours</a:t>
            </a:r>
            <a:r>
              <a:rPr lang="en-US" dirty="0"/>
              <a:t> client. La charge </a:t>
            </a:r>
            <a:r>
              <a:rPr lang="en-US" dirty="0" err="1"/>
              <a:t>porte</a:t>
            </a:r>
            <a:r>
              <a:rPr lang="en-US" dirty="0"/>
              <a:t> sur les équipes </a:t>
            </a:r>
            <a:r>
              <a:rPr lang="en-US" dirty="0" err="1"/>
              <a:t>conformité</a:t>
            </a:r>
            <a:r>
              <a:rPr lang="en-US" dirty="0"/>
              <a:t> et sur </a:t>
            </a:r>
            <a:r>
              <a:rPr lang="en-US" dirty="0" err="1"/>
              <a:t>l'outillage</a:t>
            </a:r>
            <a:r>
              <a:rPr lang="en-US" dirty="0"/>
              <a:t> de </a:t>
            </a:r>
            <a:r>
              <a:rPr lang="en-US" dirty="0" err="1"/>
              <a:t>décision</a:t>
            </a:r>
            <a:r>
              <a:rPr lang="en-US" dirty="0"/>
              <a:t>, pas sur les </a:t>
            </a:r>
            <a:r>
              <a:rPr lang="en-US" dirty="0" err="1"/>
              <a:t>canaux</a:t>
            </a:r>
            <a:r>
              <a:rPr lang="en-US" dirty="0"/>
              <a:t>.</a:t>
            </a:r>
          </a:p>
          <a:p>
            <a:pPr lvl="0"/>
            <a:endParaRPr lang="en-US" dirty="0"/>
          </a:p>
          <a:p>
            <a:pPr lvl="0"/>
            <a:r>
              <a:rPr lang="en-US" dirty="0" err="1"/>
              <a:t>L'Art</a:t>
            </a:r>
            <a:r>
              <a:rPr lang="en-US" dirty="0"/>
              <a:t>. 31a </a:t>
            </a:r>
            <a:r>
              <a:rPr lang="en-US" dirty="0" err="1"/>
              <a:t>relève</a:t>
            </a:r>
            <a:r>
              <a:rPr lang="en-US" dirty="0"/>
              <a:t> de la </a:t>
            </a:r>
            <a:r>
              <a:rPr lang="en-US" dirty="0" err="1"/>
              <a:t>tarification</a:t>
            </a:r>
            <a:r>
              <a:rPr lang="en-US" dirty="0"/>
              <a:t> </a:t>
            </a:r>
            <a:r>
              <a:rPr lang="en-US" dirty="0" err="1"/>
              <a:t>monétique</a:t>
            </a:r>
            <a:r>
              <a:rPr lang="en-US" dirty="0"/>
              <a:t> plus </a:t>
            </a:r>
            <a:r>
              <a:rPr lang="en-US" dirty="0" err="1"/>
              <a:t>que</a:t>
            </a:r>
            <a:r>
              <a:rPr lang="en-US" dirty="0"/>
              <a:t> du de-risking au </a:t>
            </a:r>
            <a:r>
              <a:rPr lang="en-US" dirty="0" err="1"/>
              <a:t>sens</a:t>
            </a:r>
            <a:r>
              <a:rPr lang="en-US" dirty="0"/>
              <a:t> strict. Il est </a:t>
            </a:r>
            <a:r>
              <a:rPr lang="en-US" dirty="0" err="1"/>
              <a:t>présenté</a:t>
            </a:r>
            <a:r>
              <a:rPr lang="en-US" dirty="0"/>
              <a:t> </a:t>
            </a:r>
            <a:r>
              <a:rPr lang="en-US" dirty="0" err="1"/>
              <a:t>ici</a:t>
            </a:r>
            <a:r>
              <a:rPr lang="en-US" dirty="0"/>
              <a:t> </a:t>
            </a:r>
            <a:r>
              <a:rPr lang="en-US" dirty="0" err="1"/>
              <a:t>parce</a:t>
            </a:r>
            <a:r>
              <a:rPr lang="en-US" dirty="0"/>
              <a:t> </a:t>
            </a:r>
            <a:r>
              <a:rPr lang="en-US" dirty="0" err="1"/>
              <a:t>qu'il</a:t>
            </a:r>
            <a:r>
              <a:rPr lang="en-US" dirty="0"/>
              <a:t> </a:t>
            </a:r>
            <a:r>
              <a:rPr lang="en-US" dirty="0" err="1"/>
              <a:t>complète</a:t>
            </a:r>
            <a:r>
              <a:rPr lang="en-US" dirty="0"/>
              <a:t> le tableau de </a:t>
            </a:r>
            <a:r>
              <a:rPr lang="en-US" dirty="0" err="1"/>
              <a:t>l'accès</a:t>
            </a:r>
            <a:r>
              <a:rPr lang="en-US" dirty="0"/>
              <a:t> </a:t>
            </a:r>
            <a:r>
              <a:rPr lang="en-US" dirty="0" err="1"/>
              <a:t>équitable</a:t>
            </a:r>
            <a:r>
              <a:rPr lang="en-US" dirty="0"/>
              <a:t>, </a:t>
            </a:r>
            <a:r>
              <a:rPr lang="en-US" dirty="0" err="1"/>
              <a:t>mais</a:t>
            </a:r>
            <a:r>
              <a:rPr lang="en-US" dirty="0"/>
              <a:t> il </a:t>
            </a:r>
            <a:r>
              <a:rPr lang="en-US" dirty="0" err="1"/>
              <a:t>pourra</a:t>
            </a:r>
            <a:r>
              <a:rPr lang="en-US" dirty="0"/>
              <a:t> </a:t>
            </a:r>
            <a:r>
              <a:rPr lang="en-US" dirty="0" err="1"/>
              <a:t>rejoindre</a:t>
            </a:r>
            <a:r>
              <a:rPr lang="en-US" dirty="0"/>
              <a:t> un axe </a:t>
            </a:r>
            <a:r>
              <a:rPr lang="en-US" dirty="0" err="1"/>
              <a:t>monétique</a:t>
            </a:r>
            <a:r>
              <a:rPr lang="en-US" dirty="0"/>
              <a:t> </a:t>
            </a:r>
            <a:r>
              <a:rPr lang="en-US" dirty="0" err="1"/>
              <a:t>dédié</a:t>
            </a:r>
            <a:r>
              <a:rPr lang="en-US" dirty="0"/>
              <a:t> </a:t>
            </a:r>
            <a:r>
              <a:rPr lang="en-US" dirty="0" err="1"/>
              <a:t>si</a:t>
            </a:r>
            <a:r>
              <a:rPr lang="en-US" dirty="0"/>
              <a:t> le GT </a:t>
            </a:r>
            <a:r>
              <a:rPr lang="en-US" dirty="0" err="1"/>
              <a:t>en</a:t>
            </a:r>
            <a:r>
              <a:rPr lang="en-US" dirty="0"/>
              <a:t> </a:t>
            </a:r>
            <a:r>
              <a:rPr lang="en-US" dirty="0" err="1"/>
              <a:t>ouvre</a:t>
            </a:r>
            <a:r>
              <a:rPr lang="en-US" dirty="0"/>
              <a:t> un.</a:t>
            </a:r>
          </a:p>
          <a:p>
            <a:pPr lvl="0"/>
            <a:endParaRPr lang="en-US" dirty="0"/>
          </a:p>
          <a:p>
            <a:pPr lvl="0"/>
            <a:r>
              <a:rPr lang="en-US" dirty="0" err="1"/>
              <a:t>Certaines</a:t>
            </a:r>
            <a:r>
              <a:rPr lang="en-US" dirty="0"/>
              <a:t> </a:t>
            </a:r>
            <a:r>
              <a:rPr lang="en-US" dirty="0" err="1"/>
              <a:t>filiales</a:t>
            </a:r>
            <a:r>
              <a:rPr lang="en-US" dirty="0"/>
              <a:t> du Groupe </a:t>
            </a:r>
            <a:r>
              <a:rPr lang="en-US" dirty="0" err="1"/>
              <a:t>sont</a:t>
            </a:r>
            <a:r>
              <a:rPr lang="en-US" dirty="0"/>
              <a:t> </a:t>
            </a:r>
            <a:r>
              <a:rPr lang="en-US" dirty="0" err="1"/>
              <a:t>agréées</a:t>
            </a:r>
            <a:r>
              <a:rPr lang="en-US" dirty="0"/>
              <a:t> </a:t>
            </a:r>
            <a:r>
              <a:rPr lang="en-US" dirty="0" err="1"/>
              <a:t>établissement</a:t>
            </a:r>
            <a:r>
              <a:rPr lang="en-US" dirty="0"/>
              <a:t> de </a:t>
            </a:r>
            <a:r>
              <a:rPr lang="en-US" dirty="0" err="1"/>
              <a:t>paiement</a:t>
            </a:r>
            <a:r>
              <a:rPr lang="en-US" dirty="0"/>
              <a:t> : </a:t>
            </a:r>
            <a:r>
              <a:rPr lang="en-US" dirty="0" err="1"/>
              <a:t>elles</a:t>
            </a:r>
            <a:r>
              <a:rPr lang="en-US" dirty="0"/>
              <a:t> </a:t>
            </a:r>
            <a:r>
              <a:rPr lang="en-US" dirty="0" err="1"/>
              <a:t>sont</a:t>
            </a:r>
            <a:r>
              <a:rPr lang="en-US" dirty="0"/>
              <a:t> </a:t>
            </a:r>
            <a:r>
              <a:rPr lang="en-US" dirty="0" err="1"/>
              <a:t>donc</a:t>
            </a:r>
            <a:r>
              <a:rPr lang="en-US" dirty="0"/>
              <a:t> </a:t>
            </a:r>
            <a:r>
              <a:rPr lang="en-US" dirty="0" err="1"/>
              <a:t>aussi</a:t>
            </a:r>
            <a:r>
              <a:rPr lang="en-US" dirty="0"/>
              <a:t> </a:t>
            </a:r>
            <a:r>
              <a:rPr lang="en-US" dirty="0" err="1"/>
              <a:t>bénéficiaires</a:t>
            </a:r>
            <a:r>
              <a:rPr lang="en-US" dirty="0"/>
              <a:t> de </a:t>
            </a:r>
            <a:r>
              <a:rPr lang="en-US" dirty="0" err="1"/>
              <a:t>ces</a:t>
            </a:r>
            <a:r>
              <a:rPr lang="en-US" dirty="0"/>
              <a:t> dispositions, pas </a:t>
            </a:r>
            <a:r>
              <a:rPr lang="en-US" dirty="0" err="1"/>
              <a:t>seulement</a:t>
            </a:r>
            <a:r>
              <a:rPr lang="en-US" dirty="0"/>
              <a:t> </a:t>
            </a:r>
            <a:r>
              <a:rPr lang="en-US" dirty="0" err="1"/>
              <a:t>débitrices</a:t>
            </a:r>
            <a:r>
              <a:rPr lang="en-US" dirty="0"/>
              <a:t>. Le </a:t>
            </a:r>
            <a:r>
              <a:rPr lang="en-US" dirty="0" err="1"/>
              <a:t>recensement</a:t>
            </a:r>
            <a:r>
              <a:rPr lang="en-US" dirty="0"/>
              <a:t> des </a:t>
            </a:r>
            <a:r>
              <a:rPr lang="en-US" dirty="0" err="1"/>
              <a:t>statuts</a:t>
            </a:r>
            <a:r>
              <a:rPr lang="en-US" dirty="0"/>
              <a:t> </a:t>
            </a:r>
            <a:r>
              <a:rPr lang="en-US" dirty="0" err="1"/>
              <a:t>d'agrément</a:t>
            </a:r>
            <a:r>
              <a:rPr lang="en-US" dirty="0"/>
              <a:t> est un </a:t>
            </a:r>
            <a:r>
              <a:rPr lang="en-US" dirty="0" err="1"/>
              <a:t>livrable</a:t>
            </a:r>
            <a:r>
              <a:rPr lang="en-US" dirty="0"/>
              <a:t> de la Phase 0.</a:t>
            </a:r>
          </a:p>
        </p:txBody>
      </p:sp>
    </p:spTree>
    <p:extLst>
      <p:ext uri="{BB962C8B-B14F-4D97-AF65-F5344CB8AC3E}">
        <p14:creationId xmlns:p14="http://schemas.microsoft.com/office/powerpoint/2010/main" val="1853590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0633-DAA8-15FF-0749-137C212BCF5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F6A8EE-74C9-EEC0-6921-4AEB8515C506}"/>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6C8E6798-0000-788D-DB66-43780D055FA6}"/>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120249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457FC-1922-C4FD-68E4-F19C99B661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A0F635E-08D7-F878-A804-C18E9EA3528E}"/>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59207360-D25C-DA5B-E683-22B36EE408F4}"/>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3536148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B02AC-1BBC-2925-49CE-F8EEE65701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75A298-22B4-E53B-9E10-65119D9F5BDF}"/>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35CD247D-7334-AFEC-6F5B-4812B5198A53}"/>
              </a:ext>
            </a:extLst>
          </p:cNvPr>
          <p:cNvSpPr>
            <a:spLocks noGrp="1"/>
          </p:cNvSpPr>
          <p:nvPr>
            <p:ph type="body" idx="1"/>
          </p:nvPr>
        </p:nvSpPr>
        <p:spPr/>
        <p:txBody>
          <a:bodyPr/>
          <a:lstStyle/>
          <a:p>
            <a:pPr lvl="0"/>
            <a:endParaRPr lang="en-US" dirty="0"/>
          </a:p>
        </p:txBody>
      </p:sp>
    </p:spTree>
    <p:extLst>
      <p:ext uri="{BB962C8B-B14F-4D97-AF65-F5344CB8AC3E}">
        <p14:creationId xmlns:p14="http://schemas.microsoft.com/office/powerpoint/2010/main" val="319320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ECF87-9755-465B-66B3-A8A89A3F29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498298-8B73-439C-245E-4838CA927497}"/>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1F121B2-69D0-8D4D-792F-F1255F652DC5}"/>
              </a:ext>
            </a:extLst>
          </p:cNvPr>
          <p:cNvSpPr>
            <a:spLocks noGrp="1"/>
          </p:cNvSpPr>
          <p:nvPr>
            <p:ph type="body" idx="1"/>
          </p:nvPr>
        </p:nvSpPr>
        <p:spPr/>
        <p:txBody>
          <a:bodyPr/>
          <a:lstStyle/>
          <a:p>
            <a:pPr lvl="0"/>
            <a:endParaRPr lang="en-US" dirty="0"/>
          </a:p>
        </p:txBody>
      </p:sp>
    </p:spTree>
    <p:extLst>
      <p:ext uri="{BB962C8B-B14F-4D97-AF65-F5344CB8AC3E}">
        <p14:creationId xmlns:p14="http://schemas.microsoft.com/office/powerpoint/2010/main" val="3082339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193F-AB6A-FD86-7AD7-0C8AC43082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3532C0-05CA-1617-08D9-4CF67E5AADFF}"/>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35EECD45-26D6-676C-70C9-5D500EF3FBF5}"/>
              </a:ext>
            </a:extLst>
          </p:cNvPr>
          <p:cNvSpPr>
            <a:spLocks noGrp="1"/>
          </p:cNvSpPr>
          <p:nvPr>
            <p:ph type="body" idx="1"/>
          </p:nvPr>
        </p:nvSpPr>
        <p:spPr/>
        <p:txBody>
          <a:bodyPr/>
          <a:lstStyle/>
          <a:p>
            <a:pPr lvl="0"/>
            <a:endParaRPr lang="en-US" dirty="0"/>
          </a:p>
        </p:txBody>
      </p:sp>
    </p:spTree>
    <p:extLst>
      <p:ext uri="{BB962C8B-B14F-4D97-AF65-F5344CB8AC3E}">
        <p14:creationId xmlns:p14="http://schemas.microsoft.com/office/powerpoint/2010/main" val="826945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94909-AB78-AD0F-00E6-C77F2FEA44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CF7CCE-F19C-AA2A-9DC3-DB5A1C656AB0}"/>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B919CB8-1881-BF42-3B60-BE35B97D462C}"/>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684242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44B9E-D4C1-A087-335B-17854438FD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BB6FD27-D64D-7195-C47A-C04A463EA10A}"/>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71A7C7A6-234A-100F-BA19-F2DE19303C1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6204406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4FBB4-7EB5-26F0-E20D-228B47D3FA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0935EB-65A0-3D6F-76C2-67522941CE10}"/>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07BA422D-8A54-4C5E-FE05-4E51482C16C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119824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A836F-738E-FD7A-65D3-71BEE9464C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3574DC-F483-7A8E-54A4-2F0AA77D20EC}"/>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A41AAAF4-9001-F8A3-433A-7D6BBBD73EA6}"/>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2799892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D80DD-299C-AD00-DBAB-239046F9FF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A2EDF6-0C37-F502-AD40-99C889C2B18E}"/>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BE9E132B-11E1-4277-968F-4DFD46886076}"/>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1909401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F792-E3E1-1D13-2F3F-5A724D7E03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F00613-F924-1782-362B-9BF76FCAEA24}"/>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368D4CD3-4F69-8504-DA0B-D1E9BE912998}"/>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1273323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63C3-BB35-BC3D-D023-961A485877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BB424DE-52D9-28D6-32BA-8121A0D84D7F}"/>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EE8A4829-8C95-C7A4-BED5-C87302A8ABC4}"/>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3598180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67239-8671-B5D6-E836-5F34EBD342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EFDF65-A0CF-2A1C-CFDA-DF711E816871}"/>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8814DCAF-D379-8339-5BF5-50F096C73C96}"/>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3137008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0F932-91BA-E072-5F9E-9CB7B421A8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BB5401-AD29-2279-0B17-F74FA2120866}"/>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900FC60A-A9AB-7B85-2492-B61BE57F0497}"/>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2846373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F54E-266A-8459-1288-733934F753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A14D60-0D13-9ABD-7BFA-6BBD04B47423}"/>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4E4DA09E-D49A-029F-EAEE-3BC9E821A678}"/>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1725653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2DFA-3EF4-B348-153B-3E59144E18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7C01601-F3AD-DFFA-44E0-B31688CAD7A5}"/>
              </a:ext>
            </a:extLst>
          </p:cNvPr>
          <p:cNvSpPr>
            <a:spLocks noGrp="1" noRot="1" noChangeAspect="1"/>
          </p:cNvSpPr>
          <p:nvPr>
            <p:ph type="sldImg"/>
          </p:nvPr>
        </p:nvSpPr>
        <p:spPr/>
        <p:txBody>
          <a:bodyPr/>
          <a:lstStyle/>
          <a:p>
            <a:endParaRPr lang="en-US"/>
          </a:p>
        </p:txBody>
      </p:sp>
      <p:sp>
        <p:nvSpPr>
          <p:cNvPr id="3" name="Espace réservé des notes 2">
            <a:extLst>
              <a:ext uri="{FF2B5EF4-FFF2-40B4-BE49-F238E27FC236}">
                <a16:creationId xmlns:a16="http://schemas.microsoft.com/office/drawing/2014/main" id="{05400284-55C7-B83F-F31C-92BAB4A91249}"/>
              </a:ext>
            </a:extLst>
          </p:cNvPr>
          <p:cNvSpPr>
            <a:spLocks noGrp="1"/>
          </p:cNvSpPr>
          <p:nvPr>
            <p:ph type="body" idx="1"/>
          </p:nvPr>
        </p:nvSpPr>
        <p:spPr/>
        <p:txBody>
          <a:bodyPr/>
          <a:lstStyle/>
          <a:p>
            <a:r>
              <a:rPr lang="fr-FR" dirty="0"/>
              <a:t>Vue synthétique des impacts par domaine SI. C'est une première analyse, à approfondir ensemble. En </a:t>
            </a:r>
            <a:r>
              <a:rPr lang="fr-FR" b="1" dirty="0"/>
              <a:t>rose/rouge</a:t>
            </a:r>
            <a:r>
              <a:rPr lang="fr-FR" dirty="0"/>
              <a:t>, les domaines avec effort significatif :</a:t>
            </a:r>
          </a:p>
          <a:p>
            <a:r>
              <a:rPr lang="fr-FR" b="1" dirty="0"/>
              <a:t>Intégration / Interopérabilité</a:t>
            </a:r>
            <a:r>
              <a:rPr lang="fr-FR" dirty="0"/>
              <a:t> : c'est le cœur du sujet. Nouvelle connectivité DESP, nouveaux flux temps réel, nouvelles APIs à intégrer.</a:t>
            </a:r>
          </a:p>
          <a:p>
            <a:r>
              <a:rPr lang="fr-FR" b="1" dirty="0"/>
              <a:t>Applications Métiers</a:t>
            </a:r>
            <a:r>
              <a:rPr lang="fr-FR" dirty="0"/>
              <a:t> : </a:t>
            </a:r>
            <a:r>
              <a:rPr lang="fr-FR" dirty="0" err="1"/>
              <a:t>core</a:t>
            </a:r>
            <a:r>
              <a:rPr lang="fr-FR" dirty="0"/>
              <a:t> </a:t>
            </a:r>
            <a:r>
              <a:rPr lang="fr-FR" dirty="0" err="1"/>
              <a:t>banking</a:t>
            </a:r>
            <a:r>
              <a:rPr lang="fr-FR" dirty="0"/>
              <a:t> (nouveau compte), paiements/transactions (nouveau rail), front-office (nouveaux parcours).</a:t>
            </a:r>
          </a:p>
          <a:p>
            <a:r>
              <a:rPr lang="fr-FR" b="1" dirty="0"/>
              <a:t>Monitoring et </a:t>
            </a:r>
            <a:r>
              <a:rPr lang="fr-FR" b="1" dirty="0" err="1"/>
              <a:t>Reporting</a:t>
            </a:r>
            <a:r>
              <a:rPr lang="fr-FR" dirty="0"/>
              <a:t> : nouvelles exigences de </a:t>
            </a:r>
            <a:r>
              <a:rPr lang="fr-FR" dirty="0" err="1"/>
              <a:t>reporting</a:t>
            </a:r>
            <a:r>
              <a:rPr lang="fr-FR" dirty="0"/>
              <a:t> réglementaire vers la BCE.</a:t>
            </a:r>
          </a:p>
          <a:p>
            <a:r>
              <a:rPr lang="fr-FR" dirty="0"/>
              <a:t>L'analyse suggère que l'effort se concentre sur deux axes : l'intégration avec l'infrastructure BCE d'une part, et l'adaptation des briques métiers paiements d'autre part. Le reste est plutôt de l'extension incrémentale.</a:t>
            </a:r>
          </a:p>
          <a:p>
            <a:r>
              <a:rPr lang="fr-FR" dirty="0"/>
              <a:t>Disclaimer : c'est une vue macro initiale. On va l'affiner avec vous dans les ateliers, entité par entité.</a:t>
            </a:r>
          </a:p>
        </p:txBody>
      </p:sp>
    </p:spTree>
    <p:extLst>
      <p:ext uri="{BB962C8B-B14F-4D97-AF65-F5344CB8AC3E}">
        <p14:creationId xmlns:p14="http://schemas.microsoft.com/office/powerpoint/2010/main" val="12673595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avec photo">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A65289CA-BB76-4367-A6E8-586A4465D416}"/>
              </a:ext>
            </a:extLst>
          </p:cNvPr>
          <p:cNvPicPr>
            <a:picLocks noChangeAspect="1"/>
          </p:cNvPicPr>
          <p:nvPr userDrawn="1"/>
        </p:nvPicPr>
        <p:blipFill>
          <a:blip r:embed="rId2"/>
          <a:srcRect/>
          <a:stretch/>
        </p:blipFill>
        <p:spPr>
          <a:xfrm>
            <a:off x="6637595" y="4822825"/>
            <a:ext cx="4907826" cy="1188114"/>
          </a:xfrm>
          <a:prstGeom prst="rect">
            <a:avLst/>
          </a:prstGeom>
        </p:spPr>
      </p:pic>
      <p:sp>
        <p:nvSpPr>
          <p:cNvPr id="12" name="Titre 1">
            <a:extLst>
              <a:ext uri="{FF2B5EF4-FFF2-40B4-BE49-F238E27FC236}">
                <a16:creationId xmlns:a16="http://schemas.microsoft.com/office/drawing/2014/main" id="{2930B45F-AEDD-411B-9BBC-1B13EFEDC0E7}"/>
              </a:ext>
            </a:extLst>
          </p:cNvPr>
          <p:cNvSpPr>
            <a:spLocks noGrp="1"/>
          </p:cNvSpPr>
          <p:nvPr>
            <p:ph type="ctrTitle"/>
          </p:nvPr>
        </p:nvSpPr>
        <p:spPr>
          <a:xfrm>
            <a:off x="6230470" y="731743"/>
            <a:ext cx="5580000" cy="2414623"/>
          </a:xfrm>
        </p:spPr>
        <p:txBody>
          <a:bodyPr anchor="b">
            <a:normAutofit/>
          </a:bodyPr>
          <a:lstStyle>
            <a:lvl1pPr algn="l" defTabSz="360000">
              <a:lnSpc>
                <a:spcPct val="85000"/>
              </a:lnSpc>
              <a:tabLst/>
              <a:defRPr sz="4400"/>
            </a:lvl1pPr>
          </a:lstStyle>
          <a:p>
            <a:r>
              <a:rPr lang="fr-FR"/>
              <a:t>Modifiez le style du titre</a:t>
            </a:r>
          </a:p>
        </p:txBody>
      </p:sp>
      <p:sp>
        <p:nvSpPr>
          <p:cNvPr id="13" name="Sous-titre 2">
            <a:extLst>
              <a:ext uri="{FF2B5EF4-FFF2-40B4-BE49-F238E27FC236}">
                <a16:creationId xmlns:a16="http://schemas.microsoft.com/office/drawing/2014/main" id="{9B55D30E-725C-43C0-B80E-301FBBB3B6E0}"/>
              </a:ext>
            </a:extLst>
          </p:cNvPr>
          <p:cNvSpPr>
            <a:spLocks noGrp="1"/>
          </p:cNvSpPr>
          <p:nvPr>
            <p:ph type="subTitle" idx="1"/>
          </p:nvPr>
        </p:nvSpPr>
        <p:spPr>
          <a:xfrm>
            <a:off x="6230470" y="3056037"/>
            <a:ext cx="5580000" cy="2340000"/>
          </a:xfrm>
        </p:spPr>
        <p:txBody>
          <a:bodyPr anchor="t"/>
          <a:lstStyle>
            <a:lvl1pPr marL="0" indent="0" algn="l" defTabSz="360000">
              <a:lnSpc>
                <a:spcPct val="85000"/>
              </a:lnSpc>
              <a:buNone/>
              <a:tabLst/>
              <a:defRPr sz="44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cxnSp>
        <p:nvCxnSpPr>
          <p:cNvPr id="17" name="Connecteur droit 16">
            <a:extLst>
              <a:ext uri="{FF2B5EF4-FFF2-40B4-BE49-F238E27FC236}">
                <a16:creationId xmlns:a16="http://schemas.microsoft.com/office/drawing/2014/main" id="{88175086-68EB-4950-BC23-A9DFECDDDE2E}"/>
              </a:ext>
            </a:extLst>
          </p:cNvPr>
          <p:cNvCxnSpPr/>
          <p:nvPr userDrawn="1"/>
        </p:nvCxnSpPr>
        <p:spPr>
          <a:xfrm>
            <a:off x="804000" y="6120000"/>
            <a:ext cx="105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Image 2" descr="Une image contenant Police, Graphique, capture d’écran, graphisme&#10;&#10;Le contenu généré par l’IA peut être incorrect.">
            <a:extLst>
              <a:ext uri="{FF2B5EF4-FFF2-40B4-BE49-F238E27FC236}">
                <a16:creationId xmlns:a16="http://schemas.microsoft.com/office/drawing/2014/main" id="{C0781592-EA31-FDF0-C54B-7D88FE33CC24}"/>
              </a:ext>
            </a:extLst>
          </p:cNvPr>
          <p:cNvPicPr>
            <a:picLocks noChangeAspect="1"/>
          </p:cNvPicPr>
          <p:nvPr userDrawn="1"/>
        </p:nvPicPr>
        <p:blipFill>
          <a:blip r:embed="rId3"/>
          <a:stretch>
            <a:fillRect/>
          </a:stretch>
        </p:blipFill>
        <p:spPr>
          <a:xfrm>
            <a:off x="9912590" y="6130440"/>
            <a:ext cx="1598408" cy="592743"/>
          </a:xfrm>
          <a:prstGeom prst="rect">
            <a:avLst/>
          </a:prstGeom>
        </p:spPr>
      </p:pic>
      <p:sp>
        <p:nvSpPr>
          <p:cNvPr id="7" name="Espace réservé pour une image  5">
            <a:extLst>
              <a:ext uri="{FF2B5EF4-FFF2-40B4-BE49-F238E27FC236}">
                <a16:creationId xmlns:a16="http://schemas.microsoft.com/office/drawing/2014/main" id="{894D1DED-1B2D-7DAD-1827-9D51D1FEDE8C}"/>
              </a:ext>
            </a:extLst>
          </p:cNvPr>
          <p:cNvSpPr>
            <a:spLocks noGrp="1"/>
          </p:cNvSpPr>
          <p:nvPr>
            <p:ph type="pic" sz="quarter" idx="10"/>
          </p:nvPr>
        </p:nvSpPr>
        <p:spPr>
          <a:xfrm>
            <a:off x="798513" y="731838"/>
            <a:ext cx="5162550" cy="5162550"/>
          </a:xfrm>
          <a:solidFill>
            <a:schemeClr val="bg1">
              <a:lumMod val="95000"/>
            </a:schemeClr>
          </a:solidFill>
        </p:spPr>
        <p:txBody>
          <a:bodyPr anchor="ctr"/>
          <a:lstStyle>
            <a:lvl1pPr algn="ctr">
              <a:defRPr/>
            </a:lvl1pPr>
          </a:lstStyle>
          <a:p>
            <a:endParaRPr lang="fr-FR"/>
          </a:p>
        </p:txBody>
      </p:sp>
      <p:sp>
        <p:nvSpPr>
          <p:cNvPr id="8" name="Rectangle 16">
            <a:extLst>
              <a:ext uri="{FF2B5EF4-FFF2-40B4-BE49-F238E27FC236}">
                <a16:creationId xmlns:a16="http://schemas.microsoft.com/office/drawing/2014/main" id="{16339F17-3A2A-4FE1-05B8-66AB566A204C}"/>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754857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906575B-2AA7-42C0-AEF2-D9AD31526C93}"/>
              </a:ext>
            </a:extLst>
          </p:cNvPr>
          <p:cNvPicPr>
            <a:picLocks noChangeAspect="1"/>
          </p:cNvPicPr>
          <p:nvPr userDrawn="1"/>
        </p:nvPicPr>
        <p:blipFill>
          <a:blip r:embed="rId2"/>
          <a:srcRect/>
          <a:stretch/>
        </p:blipFill>
        <p:spPr>
          <a:xfrm>
            <a:off x="6637595" y="4822825"/>
            <a:ext cx="4907826" cy="1188114"/>
          </a:xfrm>
          <a:prstGeom prst="rect">
            <a:avLst/>
          </a:prstGeom>
        </p:spPr>
      </p:pic>
      <p:sp>
        <p:nvSpPr>
          <p:cNvPr id="12" name="Titre 1">
            <a:extLst>
              <a:ext uri="{FF2B5EF4-FFF2-40B4-BE49-F238E27FC236}">
                <a16:creationId xmlns:a16="http://schemas.microsoft.com/office/drawing/2014/main" id="{2930B45F-AEDD-411B-9BBC-1B13EFEDC0E7}"/>
              </a:ext>
            </a:extLst>
          </p:cNvPr>
          <p:cNvSpPr>
            <a:spLocks noGrp="1"/>
          </p:cNvSpPr>
          <p:nvPr>
            <p:ph type="ctrTitle"/>
          </p:nvPr>
        </p:nvSpPr>
        <p:spPr>
          <a:xfrm>
            <a:off x="720000" y="460800"/>
            <a:ext cx="10980000" cy="2520000"/>
          </a:xfrm>
        </p:spPr>
        <p:txBody>
          <a:bodyPr anchor="b">
            <a:normAutofit/>
          </a:bodyPr>
          <a:lstStyle>
            <a:lvl1pPr algn="l" defTabSz="360000">
              <a:lnSpc>
                <a:spcPct val="85000"/>
              </a:lnSpc>
              <a:tabLst/>
              <a:defRPr sz="5400"/>
            </a:lvl1pPr>
          </a:lstStyle>
          <a:p>
            <a:r>
              <a:rPr lang="fr-FR"/>
              <a:t>Modifiez le style du titre</a:t>
            </a:r>
          </a:p>
        </p:txBody>
      </p:sp>
      <p:sp>
        <p:nvSpPr>
          <p:cNvPr id="13" name="Sous-titre 2">
            <a:extLst>
              <a:ext uri="{FF2B5EF4-FFF2-40B4-BE49-F238E27FC236}">
                <a16:creationId xmlns:a16="http://schemas.microsoft.com/office/drawing/2014/main" id="{9B55D30E-725C-43C0-B80E-301FBBB3B6E0}"/>
              </a:ext>
            </a:extLst>
          </p:cNvPr>
          <p:cNvSpPr>
            <a:spLocks noGrp="1"/>
          </p:cNvSpPr>
          <p:nvPr>
            <p:ph type="subTitle" idx="1"/>
          </p:nvPr>
        </p:nvSpPr>
        <p:spPr>
          <a:xfrm>
            <a:off x="720000" y="2890800"/>
            <a:ext cx="10980000" cy="2340000"/>
          </a:xfrm>
        </p:spPr>
        <p:txBody>
          <a:bodyPr anchor="t">
            <a:normAutofit/>
          </a:bodyPr>
          <a:lstStyle>
            <a:lvl1pPr marL="0" indent="0" algn="l" defTabSz="360000">
              <a:lnSpc>
                <a:spcPct val="85000"/>
              </a:lnSpc>
              <a:buNone/>
              <a:tabLst/>
              <a:defRPr sz="54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cxnSp>
        <p:nvCxnSpPr>
          <p:cNvPr id="7" name="Connecteur droit 6">
            <a:extLst>
              <a:ext uri="{FF2B5EF4-FFF2-40B4-BE49-F238E27FC236}">
                <a16:creationId xmlns:a16="http://schemas.microsoft.com/office/drawing/2014/main" id="{35F25D88-16F6-4D3B-8C17-BA11C25DC62C}"/>
              </a:ext>
            </a:extLst>
          </p:cNvPr>
          <p:cNvCxnSpPr/>
          <p:nvPr userDrawn="1"/>
        </p:nvCxnSpPr>
        <p:spPr>
          <a:xfrm>
            <a:off x="804000" y="6120000"/>
            <a:ext cx="105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Image 1" descr="Une image contenant Police, Graphique, capture d’écran, graphisme&#10;&#10;Le contenu généré par l’IA peut être incorrect.">
            <a:extLst>
              <a:ext uri="{FF2B5EF4-FFF2-40B4-BE49-F238E27FC236}">
                <a16:creationId xmlns:a16="http://schemas.microsoft.com/office/drawing/2014/main" id="{4C52DD1D-323C-286F-D957-42294A6A4DB0}"/>
              </a:ext>
            </a:extLst>
          </p:cNvPr>
          <p:cNvPicPr>
            <a:picLocks noChangeAspect="1"/>
          </p:cNvPicPr>
          <p:nvPr userDrawn="1"/>
        </p:nvPicPr>
        <p:blipFill>
          <a:blip r:embed="rId3"/>
          <a:stretch>
            <a:fillRect/>
          </a:stretch>
        </p:blipFill>
        <p:spPr>
          <a:xfrm>
            <a:off x="9912590" y="6130440"/>
            <a:ext cx="1598408" cy="592743"/>
          </a:xfrm>
          <a:prstGeom prst="rect">
            <a:avLst/>
          </a:prstGeom>
        </p:spPr>
      </p:pic>
      <p:sp>
        <p:nvSpPr>
          <p:cNvPr id="3" name="Rectangle 16">
            <a:extLst>
              <a:ext uri="{FF2B5EF4-FFF2-40B4-BE49-F238E27FC236}">
                <a16:creationId xmlns:a16="http://schemas.microsoft.com/office/drawing/2014/main" id="{B26E710F-D8AB-6677-616B-6409E391EC97}"/>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40351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verture de chapitre">
    <p:spTree>
      <p:nvGrpSpPr>
        <p:cNvPr id="1" name=""/>
        <p:cNvGrpSpPr/>
        <p:nvPr/>
      </p:nvGrpSpPr>
      <p:grpSpPr>
        <a:xfrm>
          <a:off x="0" y="0"/>
          <a:ext cx="0" cy="0"/>
          <a:chOff x="0" y="0"/>
          <a:chExt cx="0" cy="0"/>
        </a:xfrm>
      </p:grpSpPr>
      <p:sp>
        <p:nvSpPr>
          <p:cNvPr id="13" name="Titre 1">
            <a:extLst>
              <a:ext uri="{FF2B5EF4-FFF2-40B4-BE49-F238E27FC236}">
                <a16:creationId xmlns:a16="http://schemas.microsoft.com/office/drawing/2014/main" id="{EB846008-EFE2-47B0-B7F8-92425D08C318}"/>
              </a:ext>
            </a:extLst>
          </p:cNvPr>
          <p:cNvSpPr>
            <a:spLocks noGrp="1"/>
          </p:cNvSpPr>
          <p:nvPr>
            <p:ph type="ctrTitle"/>
          </p:nvPr>
        </p:nvSpPr>
        <p:spPr>
          <a:xfrm>
            <a:off x="720000" y="462061"/>
            <a:ext cx="10980000" cy="2520000"/>
          </a:xfrm>
        </p:spPr>
        <p:txBody>
          <a:bodyPr anchor="b">
            <a:normAutofit/>
          </a:bodyPr>
          <a:lstStyle>
            <a:lvl1pPr algn="l" defTabSz="360000">
              <a:lnSpc>
                <a:spcPct val="85000"/>
              </a:lnSpc>
              <a:tabLst/>
              <a:defRPr sz="5400"/>
            </a:lvl1pPr>
          </a:lstStyle>
          <a:p>
            <a:r>
              <a:rPr lang="fr-FR"/>
              <a:t>Modifiez le style du titre</a:t>
            </a:r>
          </a:p>
        </p:txBody>
      </p:sp>
      <p:sp>
        <p:nvSpPr>
          <p:cNvPr id="14" name="Sous-titre 2">
            <a:extLst>
              <a:ext uri="{FF2B5EF4-FFF2-40B4-BE49-F238E27FC236}">
                <a16:creationId xmlns:a16="http://schemas.microsoft.com/office/drawing/2014/main" id="{21BC1F89-C2D8-4D79-A074-D1E96076541C}"/>
              </a:ext>
            </a:extLst>
          </p:cNvPr>
          <p:cNvSpPr>
            <a:spLocks noGrp="1"/>
          </p:cNvSpPr>
          <p:nvPr>
            <p:ph type="subTitle" idx="1"/>
          </p:nvPr>
        </p:nvSpPr>
        <p:spPr>
          <a:xfrm>
            <a:off x="720000" y="2891731"/>
            <a:ext cx="10980000" cy="2340000"/>
          </a:xfrm>
        </p:spPr>
        <p:txBody>
          <a:bodyPr anchor="t">
            <a:noAutofit/>
          </a:bodyPr>
          <a:lstStyle>
            <a:lvl1pPr marL="0" indent="0" algn="l" defTabSz="360000">
              <a:lnSpc>
                <a:spcPct val="85000"/>
              </a:lnSpc>
              <a:buNone/>
              <a:tabLst/>
              <a:defRPr sz="54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pic>
        <p:nvPicPr>
          <p:cNvPr id="11" name="Image 10" descr="Une image contenant Police, Graphique, capture d’écran, graphisme&#10;&#10;Le contenu généré par l’IA peut être incorrect.">
            <a:extLst>
              <a:ext uri="{FF2B5EF4-FFF2-40B4-BE49-F238E27FC236}">
                <a16:creationId xmlns:a16="http://schemas.microsoft.com/office/drawing/2014/main" id="{4DD1DA28-0110-EAAA-97F6-D31918E3C4EF}"/>
              </a:ext>
            </a:extLst>
          </p:cNvPr>
          <p:cNvPicPr>
            <a:picLocks noChangeAspect="1"/>
          </p:cNvPicPr>
          <p:nvPr userDrawn="1"/>
        </p:nvPicPr>
        <p:blipFill>
          <a:blip r:embed="rId2"/>
          <a:stretch>
            <a:fillRect/>
          </a:stretch>
        </p:blipFill>
        <p:spPr>
          <a:xfrm>
            <a:off x="9064208" y="6130440"/>
            <a:ext cx="1598408" cy="592743"/>
          </a:xfrm>
          <a:prstGeom prst="rect">
            <a:avLst/>
          </a:prstGeom>
        </p:spPr>
      </p:pic>
      <p:cxnSp>
        <p:nvCxnSpPr>
          <p:cNvPr id="12" name="Connecteur droit 11">
            <a:extLst>
              <a:ext uri="{FF2B5EF4-FFF2-40B4-BE49-F238E27FC236}">
                <a16:creationId xmlns:a16="http://schemas.microsoft.com/office/drawing/2014/main" id="{DE895216-4C5A-B28C-8843-F89EA297663F}"/>
              </a:ext>
            </a:extLst>
          </p:cNvPr>
          <p:cNvCxnSpPr>
            <a:cxnSpLocks/>
          </p:cNvCxnSpPr>
          <p:nvPr userDrawn="1"/>
        </p:nvCxnSpPr>
        <p:spPr>
          <a:xfrm>
            <a:off x="10746580" y="6250183"/>
            <a:ext cx="0" cy="226817"/>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6">
            <a:extLst>
              <a:ext uri="{FF2B5EF4-FFF2-40B4-BE49-F238E27FC236}">
                <a16:creationId xmlns:a16="http://schemas.microsoft.com/office/drawing/2014/main" id="{EC93356E-A64C-F262-E4C0-FDDE3C15EF0E}"/>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99995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719997" y="2124916"/>
            <a:ext cx="10800000"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719999" y="2657475"/>
            <a:ext cx="10800000"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a:extLst>
              <a:ext uri="{FF2B5EF4-FFF2-40B4-BE49-F238E27FC236}">
                <a16:creationId xmlns:a16="http://schemas.microsoft.com/office/drawing/2014/main" id="{D4E7EC6F-59D9-4EE7-89BA-68CAF6A316B2}"/>
              </a:ext>
            </a:extLst>
          </p:cNvPr>
          <p:cNvSpPr>
            <a:spLocks noGrp="1"/>
          </p:cNvSpPr>
          <p:nvPr>
            <p:ph type="title"/>
          </p:nvPr>
        </p:nvSpPr>
        <p:spPr>
          <a:xfrm>
            <a:off x="719999" y="624956"/>
            <a:ext cx="10800000" cy="900000"/>
          </a:xfrm>
        </p:spPr>
        <p:txBody>
          <a:bodyPr/>
          <a:lstStyle/>
          <a:p>
            <a:r>
              <a:rPr lang="fr-FR"/>
              <a:t>Modifiez le style du titre</a:t>
            </a:r>
          </a:p>
        </p:txBody>
      </p:sp>
      <p:sp>
        <p:nvSpPr>
          <p:cNvPr id="13" name="Rectangle 16">
            <a:extLst>
              <a:ext uri="{FF2B5EF4-FFF2-40B4-BE49-F238E27FC236}">
                <a16:creationId xmlns:a16="http://schemas.microsoft.com/office/drawing/2014/main" id="{358FDCED-EBA4-3A69-BC75-F496E4EFCA58}"/>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32330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719997" y="2124916"/>
            <a:ext cx="5113242"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719999" y="2657475"/>
            <a:ext cx="5113242"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a:extLst>
              <a:ext uri="{FF2B5EF4-FFF2-40B4-BE49-F238E27FC236}">
                <a16:creationId xmlns:a16="http://schemas.microsoft.com/office/drawing/2014/main" id="{D4E7EC6F-59D9-4EE7-89BA-68CAF6A316B2}"/>
              </a:ext>
            </a:extLst>
          </p:cNvPr>
          <p:cNvSpPr>
            <a:spLocks noGrp="1"/>
          </p:cNvSpPr>
          <p:nvPr>
            <p:ph type="title"/>
          </p:nvPr>
        </p:nvSpPr>
        <p:spPr>
          <a:xfrm>
            <a:off x="719999" y="624956"/>
            <a:ext cx="10800000" cy="900000"/>
          </a:xfrm>
        </p:spPr>
        <p:txBody>
          <a:bodyPr/>
          <a:lstStyle/>
          <a:p>
            <a:r>
              <a:rPr lang="fr-FR"/>
              <a:t>Modifiez le style du titre</a:t>
            </a:r>
          </a:p>
        </p:txBody>
      </p:sp>
      <p:pic>
        <p:nvPicPr>
          <p:cNvPr id="10" name="Image 9" descr="Une image contenant Police, Graphique, capture d’écran, graphisme&#10;&#10;Le contenu généré par l’IA peut être incorrect.">
            <a:extLst>
              <a:ext uri="{FF2B5EF4-FFF2-40B4-BE49-F238E27FC236}">
                <a16:creationId xmlns:a16="http://schemas.microsoft.com/office/drawing/2014/main" id="{F7220CC8-7879-92F5-A9A7-DB75288737DE}"/>
              </a:ext>
            </a:extLst>
          </p:cNvPr>
          <p:cNvPicPr>
            <a:picLocks noChangeAspect="1"/>
          </p:cNvPicPr>
          <p:nvPr userDrawn="1"/>
        </p:nvPicPr>
        <p:blipFill>
          <a:blip r:embed="rId2"/>
          <a:stretch>
            <a:fillRect/>
          </a:stretch>
        </p:blipFill>
        <p:spPr>
          <a:xfrm>
            <a:off x="9064208" y="6130440"/>
            <a:ext cx="1598408" cy="592743"/>
          </a:xfrm>
          <a:prstGeom prst="rect">
            <a:avLst/>
          </a:prstGeom>
        </p:spPr>
      </p:pic>
      <p:cxnSp>
        <p:nvCxnSpPr>
          <p:cNvPr id="12" name="Connecteur droit 11">
            <a:extLst>
              <a:ext uri="{FF2B5EF4-FFF2-40B4-BE49-F238E27FC236}">
                <a16:creationId xmlns:a16="http://schemas.microsoft.com/office/drawing/2014/main" id="{48CDF694-E6CF-4537-C9B1-5D38F7C3F4A5}"/>
              </a:ext>
            </a:extLst>
          </p:cNvPr>
          <p:cNvCxnSpPr>
            <a:cxnSpLocks/>
          </p:cNvCxnSpPr>
          <p:nvPr userDrawn="1"/>
        </p:nvCxnSpPr>
        <p:spPr>
          <a:xfrm>
            <a:off x="10746580" y="6250183"/>
            <a:ext cx="0" cy="226817"/>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2" name="Espace réservé du texte 2">
            <a:extLst>
              <a:ext uri="{FF2B5EF4-FFF2-40B4-BE49-F238E27FC236}">
                <a16:creationId xmlns:a16="http://schemas.microsoft.com/office/drawing/2014/main" id="{87C9BE22-9A5C-C021-0E1A-F09DEC6C962D}"/>
              </a:ext>
            </a:extLst>
          </p:cNvPr>
          <p:cNvSpPr>
            <a:spLocks noGrp="1"/>
          </p:cNvSpPr>
          <p:nvPr>
            <p:ph type="body" idx="14" hasCustomPrompt="1"/>
          </p:nvPr>
        </p:nvSpPr>
        <p:spPr>
          <a:xfrm>
            <a:off x="6358757" y="2124916"/>
            <a:ext cx="5113242"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5" name="Espace réservé du texte 10">
            <a:extLst>
              <a:ext uri="{FF2B5EF4-FFF2-40B4-BE49-F238E27FC236}">
                <a16:creationId xmlns:a16="http://schemas.microsoft.com/office/drawing/2014/main" id="{F737F463-C002-E21F-1F84-C4357E3AD885}"/>
              </a:ext>
            </a:extLst>
          </p:cNvPr>
          <p:cNvSpPr>
            <a:spLocks noGrp="1"/>
          </p:cNvSpPr>
          <p:nvPr>
            <p:ph type="body" sz="quarter" idx="15"/>
          </p:nvPr>
        </p:nvSpPr>
        <p:spPr>
          <a:xfrm>
            <a:off x="6358759" y="2657475"/>
            <a:ext cx="5113242"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6" name="Connecteur droit 5">
            <a:extLst>
              <a:ext uri="{FF2B5EF4-FFF2-40B4-BE49-F238E27FC236}">
                <a16:creationId xmlns:a16="http://schemas.microsoft.com/office/drawing/2014/main" id="{DEC61ACF-C2EC-FF37-83C3-AA8BCD397DAA}"/>
              </a:ext>
            </a:extLst>
          </p:cNvPr>
          <p:cNvCxnSpPr>
            <a:cxnSpLocks/>
          </p:cNvCxnSpPr>
          <p:nvPr userDrawn="1"/>
        </p:nvCxnSpPr>
        <p:spPr>
          <a:xfrm>
            <a:off x="6096000" y="2124916"/>
            <a:ext cx="0" cy="3713909"/>
          </a:xfrm>
          <a:prstGeom prst="line">
            <a:avLst/>
          </a:prstGeom>
          <a:ln w="28575" cap="rnd">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Rectangle 16">
            <a:extLst>
              <a:ext uri="{FF2B5EF4-FFF2-40B4-BE49-F238E27FC236}">
                <a16:creationId xmlns:a16="http://schemas.microsoft.com/office/drawing/2014/main" id="{BD55171D-13AE-2A4D-D5BD-C468EB697404}"/>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7" name="Espace réservé de la date 3">
            <a:extLst>
              <a:ext uri="{FF2B5EF4-FFF2-40B4-BE49-F238E27FC236}">
                <a16:creationId xmlns:a16="http://schemas.microsoft.com/office/drawing/2014/main" id="{26161B9A-6DBB-B28E-C78A-6CF5421B3BE9}"/>
              </a:ext>
            </a:extLst>
          </p:cNvPr>
          <p:cNvSpPr>
            <a:spLocks noGrp="1"/>
          </p:cNvSpPr>
          <p:nvPr>
            <p:ph type="dt" sz="half" idx="2"/>
          </p:nvPr>
        </p:nvSpPr>
        <p:spPr>
          <a:xfrm>
            <a:off x="1138238" y="6174395"/>
            <a:ext cx="875833" cy="252000"/>
          </a:xfrm>
          <a:prstGeom prst="rect">
            <a:avLst/>
          </a:prstGeom>
        </p:spPr>
        <p:txBody>
          <a:bodyPr vert="horz" lIns="91440" tIns="45720" rIns="91440" bIns="45720" rtlCol="0" anchor="ctr">
            <a:normAutofit/>
          </a:bodyPr>
          <a:lstStyle>
            <a:lvl1pPr algn="r">
              <a:defRPr sz="1000" b="1">
                <a:solidFill>
                  <a:schemeClr val="bg2"/>
                </a:solidFill>
              </a:defRPr>
            </a:lvl1pPr>
          </a:lstStyle>
          <a:p>
            <a:r>
              <a:rPr lang="fr-FR"/>
              <a:t>18/02/2026</a:t>
            </a:r>
          </a:p>
        </p:txBody>
      </p:sp>
      <p:sp>
        <p:nvSpPr>
          <p:cNvPr id="8" name="Espace réservé du pied de page 4">
            <a:extLst>
              <a:ext uri="{FF2B5EF4-FFF2-40B4-BE49-F238E27FC236}">
                <a16:creationId xmlns:a16="http://schemas.microsoft.com/office/drawing/2014/main" id="{544B70C8-7913-E6F7-24D5-9E8D04C64C94}"/>
              </a:ext>
            </a:extLst>
          </p:cNvPr>
          <p:cNvSpPr>
            <a:spLocks noGrp="1"/>
          </p:cNvSpPr>
          <p:nvPr>
            <p:ph type="ftr" sz="quarter" idx="3"/>
          </p:nvPr>
        </p:nvSpPr>
        <p:spPr>
          <a:xfrm>
            <a:off x="2025926" y="6174395"/>
            <a:ext cx="4320000" cy="252000"/>
          </a:xfrm>
          <a:prstGeom prst="rect">
            <a:avLst/>
          </a:prstGeom>
        </p:spPr>
        <p:txBody>
          <a:bodyPr vert="horz" lIns="91440" tIns="45720" rIns="91440" bIns="45720" rtlCol="0" anchor="ctr">
            <a:normAutofit/>
          </a:bodyPr>
          <a:lstStyle>
            <a:lvl1pPr algn="l">
              <a:defRPr sz="1000" b="1" cap="all" baseline="0">
                <a:solidFill>
                  <a:schemeClr val="accent1"/>
                </a:solidFill>
              </a:defRPr>
            </a:lvl1pPr>
          </a:lstStyle>
          <a:p>
            <a:r>
              <a:rPr lang="fr-FR"/>
              <a:t>ATELIER 05 – GT ARCHITECTURES Réglementaires</a:t>
            </a:r>
          </a:p>
        </p:txBody>
      </p:sp>
      <p:sp>
        <p:nvSpPr>
          <p:cNvPr id="9" name="Espace réservé du numéro de diapositive 5">
            <a:extLst>
              <a:ext uri="{FF2B5EF4-FFF2-40B4-BE49-F238E27FC236}">
                <a16:creationId xmlns:a16="http://schemas.microsoft.com/office/drawing/2014/main" id="{87659174-4ED5-8BCF-EC19-70D0B92D523B}"/>
              </a:ext>
            </a:extLst>
          </p:cNvPr>
          <p:cNvSpPr>
            <a:spLocks noGrp="1"/>
          </p:cNvSpPr>
          <p:nvPr>
            <p:ph type="sldNum" sz="quarter" idx="4"/>
          </p:nvPr>
        </p:nvSpPr>
        <p:spPr>
          <a:xfrm>
            <a:off x="705996" y="6174395"/>
            <a:ext cx="540000" cy="252000"/>
          </a:xfrm>
          <a:prstGeom prst="rect">
            <a:avLst/>
          </a:prstGeom>
        </p:spPr>
        <p:txBody>
          <a:bodyPr vert="horz" lIns="91440" tIns="45720" rIns="91440" bIns="45720" rtlCol="0" anchor="ctr">
            <a:normAutofit/>
          </a:bodyPr>
          <a:lstStyle>
            <a:lvl1pPr algn="l">
              <a:defRPr sz="1000" b="1">
                <a:solidFill>
                  <a:schemeClr val="bg2"/>
                </a:solidFill>
              </a:defRPr>
            </a:lvl1pPr>
          </a:lstStyle>
          <a:p>
            <a:fld id="{975A587B-5814-4D9B-9598-FE9CB954CB01}" type="slidenum">
              <a:rPr lang="fr-FR" smtClean="0"/>
              <a:pPr/>
              <a:t>‹N°›</a:t>
            </a:fld>
            <a:endParaRPr lang="fr-FR"/>
          </a:p>
        </p:txBody>
      </p:sp>
    </p:spTree>
    <p:extLst>
      <p:ext uri="{BB962C8B-B14F-4D97-AF65-F5344CB8AC3E}">
        <p14:creationId xmlns:p14="http://schemas.microsoft.com/office/powerpoint/2010/main" val="303758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ext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719998" y="2124916"/>
            <a:ext cx="3234144"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720000" y="2657475"/>
            <a:ext cx="3234144"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a:extLst>
              <a:ext uri="{FF2B5EF4-FFF2-40B4-BE49-F238E27FC236}">
                <a16:creationId xmlns:a16="http://schemas.microsoft.com/office/drawing/2014/main" id="{D4E7EC6F-59D9-4EE7-89BA-68CAF6A316B2}"/>
              </a:ext>
            </a:extLst>
          </p:cNvPr>
          <p:cNvSpPr>
            <a:spLocks noGrp="1"/>
          </p:cNvSpPr>
          <p:nvPr>
            <p:ph type="title"/>
          </p:nvPr>
        </p:nvSpPr>
        <p:spPr>
          <a:xfrm>
            <a:off x="719999" y="624956"/>
            <a:ext cx="10800000" cy="900000"/>
          </a:xfrm>
        </p:spPr>
        <p:txBody>
          <a:bodyPr/>
          <a:lstStyle/>
          <a:p>
            <a:r>
              <a:rPr lang="fr-FR"/>
              <a:t>Modifiez le style du titre</a:t>
            </a:r>
          </a:p>
        </p:txBody>
      </p:sp>
      <p:pic>
        <p:nvPicPr>
          <p:cNvPr id="10" name="Image 9" descr="Une image contenant Police, Graphique, capture d’écran, graphisme&#10;&#10;Le contenu généré par l’IA peut être incorrect.">
            <a:extLst>
              <a:ext uri="{FF2B5EF4-FFF2-40B4-BE49-F238E27FC236}">
                <a16:creationId xmlns:a16="http://schemas.microsoft.com/office/drawing/2014/main" id="{F7220CC8-7879-92F5-A9A7-DB75288737DE}"/>
              </a:ext>
            </a:extLst>
          </p:cNvPr>
          <p:cNvPicPr>
            <a:picLocks noChangeAspect="1"/>
          </p:cNvPicPr>
          <p:nvPr userDrawn="1"/>
        </p:nvPicPr>
        <p:blipFill>
          <a:blip r:embed="rId2"/>
          <a:stretch>
            <a:fillRect/>
          </a:stretch>
        </p:blipFill>
        <p:spPr>
          <a:xfrm>
            <a:off x="9064208" y="6130440"/>
            <a:ext cx="1598408" cy="592743"/>
          </a:xfrm>
          <a:prstGeom prst="rect">
            <a:avLst/>
          </a:prstGeom>
        </p:spPr>
      </p:pic>
      <p:cxnSp>
        <p:nvCxnSpPr>
          <p:cNvPr id="12" name="Connecteur droit 11">
            <a:extLst>
              <a:ext uri="{FF2B5EF4-FFF2-40B4-BE49-F238E27FC236}">
                <a16:creationId xmlns:a16="http://schemas.microsoft.com/office/drawing/2014/main" id="{48CDF694-E6CF-4537-C9B1-5D38F7C3F4A5}"/>
              </a:ext>
            </a:extLst>
          </p:cNvPr>
          <p:cNvCxnSpPr>
            <a:cxnSpLocks/>
          </p:cNvCxnSpPr>
          <p:nvPr userDrawn="1"/>
        </p:nvCxnSpPr>
        <p:spPr>
          <a:xfrm>
            <a:off x="10746580" y="6250183"/>
            <a:ext cx="0" cy="226817"/>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2" name="Espace réservé du texte 2">
            <a:extLst>
              <a:ext uri="{FF2B5EF4-FFF2-40B4-BE49-F238E27FC236}">
                <a16:creationId xmlns:a16="http://schemas.microsoft.com/office/drawing/2014/main" id="{87C9BE22-9A5C-C021-0E1A-F09DEC6C962D}"/>
              </a:ext>
            </a:extLst>
          </p:cNvPr>
          <p:cNvSpPr>
            <a:spLocks noGrp="1"/>
          </p:cNvSpPr>
          <p:nvPr>
            <p:ph type="body" idx="14" hasCustomPrompt="1"/>
          </p:nvPr>
        </p:nvSpPr>
        <p:spPr>
          <a:xfrm>
            <a:off x="4440845" y="2124916"/>
            <a:ext cx="3234144"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5" name="Espace réservé du texte 10">
            <a:extLst>
              <a:ext uri="{FF2B5EF4-FFF2-40B4-BE49-F238E27FC236}">
                <a16:creationId xmlns:a16="http://schemas.microsoft.com/office/drawing/2014/main" id="{F737F463-C002-E21F-1F84-C4357E3AD885}"/>
              </a:ext>
            </a:extLst>
          </p:cNvPr>
          <p:cNvSpPr>
            <a:spLocks noGrp="1"/>
          </p:cNvSpPr>
          <p:nvPr>
            <p:ph type="body" sz="quarter" idx="15"/>
          </p:nvPr>
        </p:nvSpPr>
        <p:spPr>
          <a:xfrm>
            <a:off x="4440847" y="2657475"/>
            <a:ext cx="3234144"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6" name="Connecteur droit 5">
            <a:extLst>
              <a:ext uri="{FF2B5EF4-FFF2-40B4-BE49-F238E27FC236}">
                <a16:creationId xmlns:a16="http://schemas.microsoft.com/office/drawing/2014/main" id="{DEC61ACF-C2EC-FF37-83C3-AA8BCD397DAA}"/>
              </a:ext>
            </a:extLst>
          </p:cNvPr>
          <p:cNvCxnSpPr>
            <a:cxnSpLocks/>
          </p:cNvCxnSpPr>
          <p:nvPr userDrawn="1"/>
        </p:nvCxnSpPr>
        <p:spPr>
          <a:xfrm>
            <a:off x="4217087" y="2124916"/>
            <a:ext cx="0" cy="3713909"/>
          </a:xfrm>
          <a:prstGeom prst="line">
            <a:avLst/>
          </a:prstGeom>
          <a:ln w="28575" cap="rnd">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Espace réservé du texte 2">
            <a:extLst>
              <a:ext uri="{FF2B5EF4-FFF2-40B4-BE49-F238E27FC236}">
                <a16:creationId xmlns:a16="http://schemas.microsoft.com/office/drawing/2014/main" id="{8FFA5886-0742-626C-F924-49EC18151468}"/>
              </a:ext>
            </a:extLst>
          </p:cNvPr>
          <p:cNvSpPr>
            <a:spLocks noGrp="1"/>
          </p:cNvSpPr>
          <p:nvPr>
            <p:ph type="body" idx="16" hasCustomPrompt="1"/>
          </p:nvPr>
        </p:nvSpPr>
        <p:spPr>
          <a:xfrm>
            <a:off x="8124909" y="2124916"/>
            <a:ext cx="3234144" cy="432000"/>
          </a:xfrm>
        </p:spPr>
        <p:txBody>
          <a:bodyPr anchor="t"/>
          <a:lstStyle>
            <a:lvl1pPr marL="0" indent="0">
              <a:buNone/>
              <a:defRPr sz="2000" b="1" cap="all" baseline="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4" name="Espace réservé du texte 10">
            <a:extLst>
              <a:ext uri="{FF2B5EF4-FFF2-40B4-BE49-F238E27FC236}">
                <a16:creationId xmlns:a16="http://schemas.microsoft.com/office/drawing/2014/main" id="{E24A2677-05BF-DFD3-81F5-DBAF3D480E85}"/>
              </a:ext>
            </a:extLst>
          </p:cNvPr>
          <p:cNvSpPr>
            <a:spLocks noGrp="1"/>
          </p:cNvSpPr>
          <p:nvPr>
            <p:ph type="body" sz="quarter" idx="17"/>
          </p:nvPr>
        </p:nvSpPr>
        <p:spPr>
          <a:xfrm>
            <a:off x="8124911" y="2657475"/>
            <a:ext cx="3234144" cy="31813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16" name="Connecteur droit 15">
            <a:extLst>
              <a:ext uri="{FF2B5EF4-FFF2-40B4-BE49-F238E27FC236}">
                <a16:creationId xmlns:a16="http://schemas.microsoft.com/office/drawing/2014/main" id="{4CBF92CB-7F1E-F5E4-77F0-9AE8AE2F5634}"/>
              </a:ext>
            </a:extLst>
          </p:cNvPr>
          <p:cNvCxnSpPr>
            <a:cxnSpLocks/>
          </p:cNvCxnSpPr>
          <p:nvPr userDrawn="1"/>
        </p:nvCxnSpPr>
        <p:spPr>
          <a:xfrm>
            <a:off x="7890865" y="2124916"/>
            <a:ext cx="0" cy="3713909"/>
          </a:xfrm>
          <a:prstGeom prst="line">
            <a:avLst/>
          </a:prstGeom>
          <a:ln w="28575" cap="rnd">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9653E8C-3C5D-6D84-19BD-388271F7CB4F}"/>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7" name="Espace réservé de la date 3">
            <a:extLst>
              <a:ext uri="{FF2B5EF4-FFF2-40B4-BE49-F238E27FC236}">
                <a16:creationId xmlns:a16="http://schemas.microsoft.com/office/drawing/2014/main" id="{1820679C-70C1-7811-AA99-C9D223F19BC4}"/>
              </a:ext>
            </a:extLst>
          </p:cNvPr>
          <p:cNvSpPr>
            <a:spLocks noGrp="1"/>
          </p:cNvSpPr>
          <p:nvPr>
            <p:ph type="dt" sz="half" idx="2"/>
          </p:nvPr>
        </p:nvSpPr>
        <p:spPr>
          <a:xfrm>
            <a:off x="1138238" y="6174395"/>
            <a:ext cx="875833" cy="252000"/>
          </a:xfrm>
          <a:prstGeom prst="rect">
            <a:avLst/>
          </a:prstGeom>
        </p:spPr>
        <p:txBody>
          <a:bodyPr vert="horz" lIns="91440" tIns="45720" rIns="91440" bIns="45720" rtlCol="0" anchor="ctr">
            <a:normAutofit/>
          </a:bodyPr>
          <a:lstStyle>
            <a:lvl1pPr algn="r">
              <a:defRPr sz="1000" b="1">
                <a:solidFill>
                  <a:schemeClr val="bg2"/>
                </a:solidFill>
              </a:defRPr>
            </a:lvl1pPr>
          </a:lstStyle>
          <a:p>
            <a:r>
              <a:rPr lang="fr-FR"/>
              <a:t>18/02/2026</a:t>
            </a:r>
          </a:p>
        </p:txBody>
      </p:sp>
      <p:sp>
        <p:nvSpPr>
          <p:cNvPr id="8" name="Espace réservé du pied de page 4">
            <a:extLst>
              <a:ext uri="{FF2B5EF4-FFF2-40B4-BE49-F238E27FC236}">
                <a16:creationId xmlns:a16="http://schemas.microsoft.com/office/drawing/2014/main" id="{42A75E3E-8218-FF7D-B177-804DBE6D3266}"/>
              </a:ext>
            </a:extLst>
          </p:cNvPr>
          <p:cNvSpPr>
            <a:spLocks noGrp="1"/>
          </p:cNvSpPr>
          <p:nvPr>
            <p:ph type="ftr" sz="quarter" idx="3"/>
          </p:nvPr>
        </p:nvSpPr>
        <p:spPr>
          <a:xfrm>
            <a:off x="2025926" y="6174395"/>
            <a:ext cx="4320000" cy="252000"/>
          </a:xfrm>
          <a:prstGeom prst="rect">
            <a:avLst/>
          </a:prstGeom>
        </p:spPr>
        <p:txBody>
          <a:bodyPr vert="horz" lIns="91440" tIns="45720" rIns="91440" bIns="45720" rtlCol="0" anchor="ctr">
            <a:normAutofit/>
          </a:bodyPr>
          <a:lstStyle>
            <a:lvl1pPr algn="l">
              <a:defRPr sz="1000" b="1" cap="all" baseline="0">
                <a:solidFill>
                  <a:schemeClr val="accent1"/>
                </a:solidFill>
              </a:defRPr>
            </a:lvl1pPr>
          </a:lstStyle>
          <a:p>
            <a:r>
              <a:rPr lang="fr-FR"/>
              <a:t>ATELIER 05 – GT ARCHITECTURES Réglementaires</a:t>
            </a:r>
          </a:p>
        </p:txBody>
      </p:sp>
      <p:sp>
        <p:nvSpPr>
          <p:cNvPr id="9" name="Espace réservé du numéro de diapositive 5">
            <a:extLst>
              <a:ext uri="{FF2B5EF4-FFF2-40B4-BE49-F238E27FC236}">
                <a16:creationId xmlns:a16="http://schemas.microsoft.com/office/drawing/2014/main" id="{72E6832D-8D46-BFBD-8409-48CF74E9A274}"/>
              </a:ext>
            </a:extLst>
          </p:cNvPr>
          <p:cNvSpPr>
            <a:spLocks noGrp="1"/>
          </p:cNvSpPr>
          <p:nvPr>
            <p:ph type="sldNum" sz="quarter" idx="4"/>
          </p:nvPr>
        </p:nvSpPr>
        <p:spPr>
          <a:xfrm>
            <a:off x="705996" y="6174395"/>
            <a:ext cx="540000" cy="252000"/>
          </a:xfrm>
          <a:prstGeom prst="rect">
            <a:avLst/>
          </a:prstGeom>
        </p:spPr>
        <p:txBody>
          <a:bodyPr vert="horz" lIns="91440" tIns="45720" rIns="91440" bIns="45720" rtlCol="0" anchor="ctr">
            <a:normAutofit/>
          </a:bodyPr>
          <a:lstStyle>
            <a:lvl1pPr algn="l">
              <a:defRPr sz="1000" b="1">
                <a:solidFill>
                  <a:schemeClr val="bg2"/>
                </a:solidFill>
              </a:defRPr>
            </a:lvl1pPr>
          </a:lstStyle>
          <a:p>
            <a:fld id="{975A587B-5814-4D9B-9598-FE9CB954CB01}" type="slidenum">
              <a:rPr lang="fr-FR" smtClean="0"/>
              <a:pPr/>
              <a:t>‹N°›</a:t>
            </a:fld>
            <a:endParaRPr lang="fr-FR"/>
          </a:p>
        </p:txBody>
      </p:sp>
    </p:spTree>
    <p:extLst>
      <p:ext uri="{BB962C8B-B14F-4D97-AF65-F5344CB8AC3E}">
        <p14:creationId xmlns:p14="http://schemas.microsoft.com/office/powerpoint/2010/main" val="3560258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e avec graphiqu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719997" y="2124916"/>
            <a:ext cx="6480000" cy="720000"/>
          </a:xfrm>
        </p:spPr>
        <p:txBody>
          <a:bodyPr anchor="t"/>
          <a:lstStyle>
            <a:lvl1pPr marL="0" indent="0">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p:nvPr>
        </p:nvSpPr>
        <p:spPr>
          <a:xfrm>
            <a:off x="719999" y="2993652"/>
            <a:ext cx="6480000" cy="288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Titre 3">
            <a:extLst>
              <a:ext uri="{FF2B5EF4-FFF2-40B4-BE49-F238E27FC236}">
                <a16:creationId xmlns:a16="http://schemas.microsoft.com/office/drawing/2014/main" id="{D4E7EC6F-59D9-4EE7-89BA-68CAF6A316B2}"/>
              </a:ext>
            </a:extLst>
          </p:cNvPr>
          <p:cNvSpPr>
            <a:spLocks noGrp="1"/>
          </p:cNvSpPr>
          <p:nvPr>
            <p:ph type="title"/>
          </p:nvPr>
        </p:nvSpPr>
        <p:spPr>
          <a:xfrm>
            <a:off x="719999" y="624956"/>
            <a:ext cx="10800000" cy="900000"/>
          </a:xfrm>
        </p:spPr>
        <p:txBody>
          <a:bodyPr/>
          <a:lstStyle/>
          <a:p>
            <a:r>
              <a:rPr lang="fr-FR"/>
              <a:t>Modifiez le style du titre</a:t>
            </a:r>
          </a:p>
        </p:txBody>
      </p:sp>
      <p:sp>
        <p:nvSpPr>
          <p:cNvPr id="6" name="Espace réservé du graphique 5">
            <a:extLst>
              <a:ext uri="{FF2B5EF4-FFF2-40B4-BE49-F238E27FC236}">
                <a16:creationId xmlns:a16="http://schemas.microsoft.com/office/drawing/2014/main" id="{5B4A068C-20AD-4FFB-9C49-0DC3A94E5C56}"/>
              </a:ext>
            </a:extLst>
          </p:cNvPr>
          <p:cNvSpPr>
            <a:spLocks noGrp="1"/>
          </p:cNvSpPr>
          <p:nvPr>
            <p:ph type="chart" sz="quarter" idx="14"/>
          </p:nvPr>
        </p:nvSpPr>
        <p:spPr>
          <a:xfrm>
            <a:off x="7389158" y="2125662"/>
            <a:ext cx="3998842" cy="3747989"/>
          </a:xfrm>
          <a:solidFill>
            <a:schemeClr val="bg1">
              <a:lumMod val="95000"/>
            </a:schemeClr>
          </a:solidFill>
        </p:spPr>
        <p:txBody>
          <a:bodyPr anchor="ctr"/>
          <a:lstStyle>
            <a:lvl1pPr algn="ctr">
              <a:defRPr/>
            </a:lvl1pPr>
          </a:lstStyle>
          <a:p>
            <a:r>
              <a:rPr lang="fr-FR"/>
              <a:t>Cliquez sur l'icône pour ajouter un graphique</a:t>
            </a:r>
          </a:p>
        </p:txBody>
      </p:sp>
      <p:pic>
        <p:nvPicPr>
          <p:cNvPr id="12" name="Image 11" descr="Une image contenant Police, Graphique, capture d’écran, graphisme&#10;&#10;Le contenu généré par l’IA peut être incorrect.">
            <a:extLst>
              <a:ext uri="{FF2B5EF4-FFF2-40B4-BE49-F238E27FC236}">
                <a16:creationId xmlns:a16="http://schemas.microsoft.com/office/drawing/2014/main" id="{72AE8C7C-1C8B-AD91-3440-E54B2D1262C0}"/>
              </a:ext>
            </a:extLst>
          </p:cNvPr>
          <p:cNvPicPr>
            <a:picLocks noChangeAspect="1"/>
          </p:cNvPicPr>
          <p:nvPr userDrawn="1"/>
        </p:nvPicPr>
        <p:blipFill>
          <a:blip r:embed="rId2"/>
          <a:stretch>
            <a:fillRect/>
          </a:stretch>
        </p:blipFill>
        <p:spPr>
          <a:xfrm>
            <a:off x="9064208" y="6130440"/>
            <a:ext cx="1598408" cy="592743"/>
          </a:xfrm>
          <a:prstGeom prst="rect">
            <a:avLst/>
          </a:prstGeom>
        </p:spPr>
      </p:pic>
      <p:cxnSp>
        <p:nvCxnSpPr>
          <p:cNvPr id="13" name="Connecteur droit 12">
            <a:extLst>
              <a:ext uri="{FF2B5EF4-FFF2-40B4-BE49-F238E27FC236}">
                <a16:creationId xmlns:a16="http://schemas.microsoft.com/office/drawing/2014/main" id="{7B3B2A79-F39A-44C4-EA1D-7DD3B00D354F}"/>
              </a:ext>
            </a:extLst>
          </p:cNvPr>
          <p:cNvCxnSpPr>
            <a:cxnSpLocks/>
          </p:cNvCxnSpPr>
          <p:nvPr userDrawn="1"/>
        </p:nvCxnSpPr>
        <p:spPr>
          <a:xfrm>
            <a:off x="10746580" y="6250183"/>
            <a:ext cx="0" cy="226817"/>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6">
            <a:extLst>
              <a:ext uri="{FF2B5EF4-FFF2-40B4-BE49-F238E27FC236}">
                <a16:creationId xmlns:a16="http://schemas.microsoft.com/office/drawing/2014/main" id="{33A30FA9-BBC6-5BEE-1DDC-C769F1F2C166}"/>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 name="Espace réservé de la date 3">
            <a:extLst>
              <a:ext uri="{FF2B5EF4-FFF2-40B4-BE49-F238E27FC236}">
                <a16:creationId xmlns:a16="http://schemas.microsoft.com/office/drawing/2014/main" id="{9334ED34-D6ED-A8D7-A30D-086731CF4CFE}"/>
              </a:ext>
            </a:extLst>
          </p:cNvPr>
          <p:cNvSpPr>
            <a:spLocks noGrp="1"/>
          </p:cNvSpPr>
          <p:nvPr>
            <p:ph type="dt" sz="half" idx="2"/>
          </p:nvPr>
        </p:nvSpPr>
        <p:spPr>
          <a:xfrm>
            <a:off x="1138238" y="6174395"/>
            <a:ext cx="875833" cy="252000"/>
          </a:xfrm>
          <a:prstGeom prst="rect">
            <a:avLst/>
          </a:prstGeom>
        </p:spPr>
        <p:txBody>
          <a:bodyPr vert="horz" lIns="91440" tIns="45720" rIns="91440" bIns="45720" rtlCol="0" anchor="ctr">
            <a:normAutofit/>
          </a:bodyPr>
          <a:lstStyle>
            <a:lvl1pPr algn="r">
              <a:defRPr sz="1000" b="1">
                <a:solidFill>
                  <a:schemeClr val="bg2"/>
                </a:solidFill>
              </a:defRPr>
            </a:lvl1pPr>
          </a:lstStyle>
          <a:p>
            <a:r>
              <a:rPr lang="fr-FR"/>
              <a:t>18/02/2026</a:t>
            </a:r>
          </a:p>
        </p:txBody>
      </p:sp>
      <p:sp>
        <p:nvSpPr>
          <p:cNvPr id="5" name="Espace réservé du pied de page 4">
            <a:extLst>
              <a:ext uri="{FF2B5EF4-FFF2-40B4-BE49-F238E27FC236}">
                <a16:creationId xmlns:a16="http://schemas.microsoft.com/office/drawing/2014/main" id="{57FF4308-975A-5EBE-0B6F-907F6D244F92}"/>
              </a:ext>
            </a:extLst>
          </p:cNvPr>
          <p:cNvSpPr>
            <a:spLocks noGrp="1"/>
          </p:cNvSpPr>
          <p:nvPr>
            <p:ph type="ftr" sz="quarter" idx="3"/>
          </p:nvPr>
        </p:nvSpPr>
        <p:spPr>
          <a:xfrm>
            <a:off x="2025926" y="6174395"/>
            <a:ext cx="4320000" cy="252000"/>
          </a:xfrm>
          <a:prstGeom prst="rect">
            <a:avLst/>
          </a:prstGeom>
        </p:spPr>
        <p:txBody>
          <a:bodyPr vert="horz" lIns="91440" tIns="45720" rIns="91440" bIns="45720" rtlCol="0" anchor="ctr">
            <a:normAutofit/>
          </a:bodyPr>
          <a:lstStyle>
            <a:lvl1pPr algn="l">
              <a:defRPr sz="1000" b="1" cap="all" baseline="0">
                <a:solidFill>
                  <a:schemeClr val="accent1"/>
                </a:solidFill>
              </a:defRPr>
            </a:lvl1pPr>
          </a:lstStyle>
          <a:p>
            <a:r>
              <a:rPr lang="fr-FR"/>
              <a:t>ATELIER 05 – GT ARCHITECTURES Réglementaires</a:t>
            </a:r>
          </a:p>
        </p:txBody>
      </p:sp>
      <p:sp>
        <p:nvSpPr>
          <p:cNvPr id="7" name="Espace réservé du numéro de diapositive 5">
            <a:extLst>
              <a:ext uri="{FF2B5EF4-FFF2-40B4-BE49-F238E27FC236}">
                <a16:creationId xmlns:a16="http://schemas.microsoft.com/office/drawing/2014/main" id="{E0D536EB-7E7A-FDBA-C5B9-52A1DCC8C772}"/>
              </a:ext>
            </a:extLst>
          </p:cNvPr>
          <p:cNvSpPr>
            <a:spLocks noGrp="1"/>
          </p:cNvSpPr>
          <p:nvPr>
            <p:ph type="sldNum" sz="quarter" idx="4"/>
          </p:nvPr>
        </p:nvSpPr>
        <p:spPr>
          <a:xfrm>
            <a:off x="705996" y="6174395"/>
            <a:ext cx="540000" cy="252000"/>
          </a:xfrm>
          <a:prstGeom prst="rect">
            <a:avLst/>
          </a:prstGeom>
        </p:spPr>
        <p:txBody>
          <a:bodyPr vert="horz" lIns="91440" tIns="45720" rIns="91440" bIns="45720" rtlCol="0" anchor="ctr">
            <a:normAutofit/>
          </a:bodyPr>
          <a:lstStyle>
            <a:lvl1pPr algn="l">
              <a:defRPr sz="1000" b="1">
                <a:solidFill>
                  <a:schemeClr val="bg2"/>
                </a:solidFill>
              </a:defRPr>
            </a:lvl1pPr>
          </a:lstStyle>
          <a:p>
            <a:fld id="{975A587B-5814-4D9B-9598-FE9CB954CB01}" type="slidenum">
              <a:rPr lang="fr-FR" smtClean="0"/>
              <a:pPr/>
              <a:t>‹N°›</a:t>
            </a:fld>
            <a:endParaRPr lang="fr-FR"/>
          </a:p>
        </p:txBody>
      </p:sp>
    </p:spTree>
    <p:extLst>
      <p:ext uri="{BB962C8B-B14F-4D97-AF65-F5344CB8AC3E}">
        <p14:creationId xmlns:p14="http://schemas.microsoft.com/office/powerpoint/2010/main" val="26033131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avec photo">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4E7EC6F-59D9-4EE7-89BA-68CAF6A316B2}"/>
              </a:ext>
            </a:extLst>
          </p:cNvPr>
          <p:cNvSpPr>
            <a:spLocks noGrp="1"/>
          </p:cNvSpPr>
          <p:nvPr>
            <p:ph type="title"/>
          </p:nvPr>
        </p:nvSpPr>
        <p:spPr>
          <a:xfrm>
            <a:off x="719999" y="624956"/>
            <a:ext cx="10800000" cy="900000"/>
          </a:xfrm>
        </p:spPr>
        <p:txBody>
          <a:bodyPr/>
          <a:lstStyle/>
          <a:p>
            <a:r>
              <a:rPr lang="fr-FR"/>
              <a:t>Modifiez le style du titre</a:t>
            </a:r>
          </a:p>
        </p:txBody>
      </p:sp>
      <p:sp>
        <p:nvSpPr>
          <p:cNvPr id="12" name="Espace réservé pour une image  2">
            <a:extLst>
              <a:ext uri="{FF2B5EF4-FFF2-40B4-BE49-F238E27FC236}">
                <a16:creationId xmlns:a16="http://schemas.microsoft.com/office/drawing/2014/main" id="{37D94D00-328F-462D-A767-108EAF86E589}"/>
              </a:ext>
            </a:extLst>
          </p:cNvPr>
          <p:cNvSpPr>
            <a:spLocks noGrp="1"/>
          </p:cNvSpPr>
          <p:nvPr>
            <p:ph type="pic" idx="14"/>
          </p:nvPr>
        </p:nvSpPr>
        <p:spPr>
          <a:xfrm>
            <a:off x="828000" y="1728000"/>
            <a:ext cx="10535920" cy="4084479"/>
          </a:xfrm>
          <a:solidFill>
            <a:schemeClr val="bg1">
              <a:lumMod val="95000"/>
            </a:schemeClr>
          </a:solidFill>
        </p:spPr>
        <p:txBody>
          <a:bodyPr anchor="ctr">
            <a:normAutofit/>
          </a:bodyPr>
          <a:lstStyle>
            <a:lvl1pPr marL="0" indent="0" algn="ctr">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pic>
        <p:nvPicPr>
          <p:cNvPr id="2" name="Image 1" descr="Une image contenant Police, Graphique, capture d’écran, graphisme&#10;&#10;Le contenu généré par l’IA peut être incorrect.">
            <a:extLst>
              <a:ext uri="{FF2B5EF4-FFF2-40B4-BE49-F238E27FC236}">
                <a16:creationId xmlns:a16="http://schemas.microsoft.com/office/drawing/2014/main" id="{5AC8EEEC-AC39-7692-B6BA-53502FABE4C4}"/>
              </a:ext>
            </a:extLst>
          </p:cNvPr>
          <p:cNvPicPr>
            <a:picLocks noChangeAspect="1"/>
          </p:cNvPicPr>
          <p:nvPr userDrawn="1"/>
        </p:nvPicPr>
        <p:blipFill>
          <a:blip r:embed="rId2"/>
          <a:stretch>
            <a:fillRect/>
          </a:stretch>
        </p:blipFill>
        <p:spPr>
          <a:xfrm>
            <a:off x="9064208" y="6130440"/>
            <a:ext cx="1598408" cy="592743"/>
          </a:xfrm>
          <a:prstGeom prst="rect">
            <a:avLst/>
          </a:prstGeom>
        </p:spPr>
      </p:pic>
      <p:cxnSp>
        <p:nvCxnSpPr>
          <p:cNvPr id="3" name="Connecteur droit 2">
            <a:extLst>
              <a:ext uri="{FF2B5EF4-FFF2-40B4-BE49-F238E27FC236}">
                <a16:creationId xmlns:a16="http://schemas.microsoft.com/office/drawing/2014/main" id="{CB31B888-FF59-98BA-C7DD-54D45B98D341}"/>
              </a:ext>
            </a:extLst>
          </p:cNvPr>
          <p:cNvCxnSpPr>
            <a:cxnSpLocks/>
          </p:cNvCxnSpPr>
          <p:nvPr userDrawn="1"/>
        </p:nvCxnSpPr>
        <p:spPr>
          <a:xfrm>
            <a:off x="10746580" y="6250183"/>
            <a:ext cx="0" cy="226817"/>
          </a:xfrm>
          <a:prstGeom prst="line">
            <a:avLst/>
          </a:prstGeom>
          <a:ln w="127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16">
            <a:extLst>
              <a:ext uri="{FF2B5EF4-FFF2-40B4-BE49-F238E27FC236}">
                <a16:creationId xmlns:a16="http://schemas.microsoft.com/office/drawing/2014/main" id="{E2A182A9-69E8-B406-9B3F-009E42F8818F}"/>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5" name="Espace réservé de la date 3">
            <a:extLst>
              <a:ext uri="{FF2B5EF4-FFF2-40B4-BE49-F238E27FC236}">
                <a16:creationId xmlns:a16="http://schemas.microsoft.com/office/drawing/2014/main" id="{A1CDCB97-E373-63B7-E848-9C7431CCF67A}"/>
              </a:ext>
            </a:extLst>
          </p:cNvPr>
          <p:cNvSpPr>
            <a:spLocks noGrp="1"/>
          </p:cNvSpPr>
          <p:nvPr>
            <p:ph type="dt" sz="half" idx="2"/>
          </p:nvPr>
        </p:nvSpPr>
        <p:spPr>
          <a:xfrm>
            <a:off x="1138238" y="6174395"/>
            <a:ext cx="875833" cy="252000"/>
          </a:xfrm>
          <a:prstGeom prst="rect">
            <a:avLst/>
          </a:prstGeom>
        </p:spPr>
        <p:txBody>
          <a:bodyPr vert="horz" lIns="91440" tIns="45720" rIns="91440" bIns="45720" rtlCol="0" anchor="ctr">
            <a:normAutofit/>
          </a:bodyPr>
          <a:lstStyle>
            <a:lvl1pPr algn="r">
              <a:defRPr sz="1000" b="1">
                <a:solidFill>
                  <a:schemeClr val="bg2"/>
                </a:solidFill>
              </a:defRPr>
            </a:lvl1pPr>
          </a:lstStyle>
          <a:p>
            <a:r>
              <a:rPr lang="fr-FR"/>
              <a:t>18/02/2026</a:t>
            </a:r>
          </a:p>
        </p:txBody>
      </p:sp>
      <p:sp>
        <p:nvSpPr>
          <p:cNvPr id="7" name="Espace réservé du pied de page 4">
            <a:extLst>
              <a:ext uri="{FF2B5EF4-FFF2-40B4-BE49-F238E27FC236}">
                <a16:creationId xmlns:a16="http://schemas.microsoft.com/office/drawing/2014/main" id="{AED65F48-9554-950E-ACCB-4B9C1960B46C}"/>
              </a:ext>
            </a:extLst>
          </p:cNvPr>
          <p:cNvSpPr>
            <a:spLocks noGrp="1"/>
          </p:cNvSpPr>
          <p:nvPr>
            <p:ph type="ftr" sz="quarter" idx="3"/>
          </p:nvPr>
        </p:nvSpPr>
        <p:spPr>
          <a:xfrm>
            <a:off x="2025926" y="6174395"/>
            <a:ext cx="4320000" cy="252000"/>
          </a:xfrm>
          <a:prstGeom prst="rect">
            <a:avLst/>
          </a:prstGeom>
        </p:spPr>
        <p:txBody>
          <a:bodyPr vert="horz" lIns="91440" tIns="45720" rIns="91440" bIns="45720" rtlCol="0" anchor="ctr">
            <a:normAutofit/>
          </a:bodyPr>
          <a:lstStyle>
            <a:lvl1pPr algn="l">
              <a:defRPr sz="1000" b="1" cap="all" baseline="0">
                <a:solidFill>
                  <a:schemeClr val="accent1"/>
                </a:solidFill>
              </a:defRPr>
            </a:lvl1pPr>
          </a:lstStyle>
          <a:p>
            <a:r>
              <a:rPr lang="fr-FR"/>
              <a:t>ATELIER 05 – GT ARCHITECTURES Réglementaires</a:t>
            </a:r>
          </a:p>
        </p:txBody>
      </p:sp>
      <p:sp>
        <p:nvSpPr>
          <p:cNvPr id="8" name="Espace réservé du numéro de diapositive 5">
            <a:extLst>
              <a:ext uri="{FF2B5EF4-FFF2-40B4-BE49-F238E27FC236}">
                <a16:creationId xmlns:a16="http://schemas.microsoft.com/office/drawing/2014/main" id="{5BC29B84-673C-B15B-7900-EF6BDEBD362B}"/>
              </a:ext>
            </a:extLst>
          </p:cNvPr>
          <p:cNvSpPr>
            <a:spLocks noGrp="1"/>
          </p:cNvSpPr>
          <p:nvPr>
            <p:ph type="sldNum" sz="quarter" idx="4"/>
          </p:nvPr>
        </p:nvSpPr>
        <p:spPr>
          <a:xfrm>
            <a:off x="705996" y="6174395"/>
            <a:ext cx="540000" cy="252000"/>
          </a:xfrm>
          <a:prstGeom prst="rect">
            <a:avLst/>
          </a:prstGeom>
        </p:spPr>
        <p:txBody>
          <a:bodyPr vert="horz" lIns="91440" tIns="45720" rIns="91440" bIns="45720" rtlCol="0" anchor="ctr">
            <a:normAutofit/>
          </a:bodyPr>
          <a:lstStyle>
            <a:lvl1pPr algn="l">
              <a:defRPr sz="1000" b="1">
                <a:solidFill>
                  <a:schemeClr val="bg2"/>
                </a:solidFill>
              </a:defRPr>
            </a:lvl1pPr>
          </a:lstStyle>
          <a:p>
            <a:fld id="{975A587B-5814-4D9B-9598-FE9CB954CB01}" type="slidenum">
              <a:rPr lang="fr-FR" smtClean="0"/>
              <a:pPr/>
              <a:t>‹N°›</a:t>
            </a:fld>
            <a:endParaRPr lang="fr-FR"/>
          </a:p>
        </p:txBody>
      </p:sp>
    </p:spTree>
    <p:extLst>
      <p:ext uri="{BB962C8B-B14F-4D97-AF65-F5344CB8AC3E}">
        <p14:creationId xmlns:p14="http://schemas.microsoft.com/office/powerpoint/2010/main" val="300190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Couverture avec photo">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A65289CA-BB76-4367-A6E8-586A4465D416}"/>
              </a:ext>
            </a:extLst>
          </p:cNvPr>
          <p:cNvPicPr>
            <a:picLocks noChangeAspect="1"/>
          </p:cNvPicPr>
          <p:nvPr userDrawn="1"/>
        </p:nvPicPr>
        <p:blipFill>
          <a:blip r:embed="rId2"/>
          <a:srcRect/>
          <a:stretch/>
        </p:blipFill>
        <p:spPr>
          <a:xfrm>
            <a:off x="6637595" y="5041900"/>
            <a:ext cx="4907826" cy="1188114"/>
          </a:xfrm>
          <a:prstGeom prst="rect">
            <a:avLst/>
          </a:prstGeom>
        </p:spPr>
      </p:pic>
      <p:sp>
        <p:nvSpPr>
          <p:cNvPr id="12" name="Titre 1">
            <a:extLst>
              <a:ext uri="{FF2B5EF4-FFF2-40B4-BE49-F238E27FC236}">
                <a16:creationId xmlns:a16="http://schemas.microsoft.com/office/drawing/2014/main" id="{2930B45F-AEDD-411B-9BBC-1B13EFEDC0E7}"/>
              </a:ext>
            </a:extLst>
          </p:cNvPr>
          <p:cNvSpPr>
            <a:spLocks noGrp="1"/>
          </p:cNvSpPr>
          <p:nvPr>
            <p:ph type="ctrTitle"/>
          </p:nvPr>
        </p:nvSpPr>
        <p:spPr>
          <a:xfrm>
            <a:off x="6230470" y="731743"/>
            <a:ext cx="5580000" cy="2414623"/>
          </a:xfrm>
        </p:spPr>
        <p:txBody>
          <a:bodyPr anchor="b">
            <a:normAutofit/>
          </a:bodyPr>
          <a:lstStyle>
            <a:lvl1pPr algn="l" defTabSz="360000">
              <a:lnSpc>
                <a:spcPct val="85000"/>
              </a:lnSpc>
              <a:tabLst/>
              <a:defRPr sz="4400"/>
            </a:lvl1pPr>
          </a:lstStyle>
          <a:p>
            <a:r>
              <a:rPr lang="fr-FR"/>
              <a:t>Modifiez le style du titre</a:t>
            </a:r>
          </a:p>
        </p:txBody>
      </p:sp>
      <p:sp>
        <p:nvSpPr>
          <p:cNvPr id="13" name="Sous-titre 2">
            <a:extLst>
              <a:ext uri="{FF2B5EF4-FFF2-40B4-BE49-F238E27FC236}">
                <a16:creationId xmlns:a16="http://schemas.microsoft.com/office/drawing/2014/main" id="{9B55D30E-725C-43C0-B80E-301FBBB3B6E0}"/>
              </a:ext>
            </a:extLst>
          </p:cNvPr>
          <p:cNvSpPr>
            <a:spLocks noGrp="1"/>
          </p:cNvSpPr>
          <p:nvPr>
            <p:ph type="subTitle" idx="1"/>
          </p:nvPr>
        </p:nvSpPr>
        <p:spPr>
          <a:xfrm>
            <a:off x="6230470" y="3056037"/>
            <a:ext cx="5580000" cy="2340000"/>
          </a:xfrm>
        </p:spPr>
        <p:txBody>
          <a:bodyPr anchor="t"/>
          <a:lstStyle>
            <a:lvl1pPr marL="0" indent="0" algn="l" defTabSz="360000">
              <a:lnSpc>
                <a:spcPct val="85000"/>
              </a:lnSpc>
              <a:buNone/>
              <a:tabLst/>
              <a:defRPr sz="44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cxnSp>
        <p:nvCxnSpPr>
          <p:cNvPr id="17" name="Connecteur droit 16">
            <a:extLst>
              <a:ext uri="{FF2B5EF4-FFF2-40B4-BE49-F238E27FC236}">
                <a16:creationId xmlns:a16="http://schemas.microsoft.com/office/drawing/2014/main" id="{88175086-68EB-4950-BC23-A9DFECDDDE2E}"/>
              </a:ext>
            </a:extLst>
          </p:cNvPr>
          <p:cNvCxnSpPr/>
          <p:nvPr userDrawn="1"/>
        </p:nvCxnSpPr>
        <p:spPr>
          <a:xfrm>
            <a:off x="804000" y="6273064"/>
            <a:ext cx="105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8768" y="731743"/>
            <a:ext cx="5162551" cy="5162551"/>
          </a:xfrm>
          <a:prstGeom prst="rect">
            <a:avLst/>
          </a:prstGeom>
        </p:spPr>
      </p:pic>
    </p:spTree>
    <p:extLst>
      <p:ext uri="{BB962C8B-B14F-4D97-AF65-F5344CB8AC3E}">
        <p14:creationId xmlns:p14="http://schemas.microsoft.com/office/powerpoint/2010/main" val="41933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mp; Conten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626536" y="297598"/>
            <a:ext cx="10955864" cy="449559"/>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mj-lt"/>
                <a:ea typeface="Avenir Next LT Pro Light" panose="020B0304020202020204" pitchFamily="34" charset="0"/>
                <a:cs typeface="Avenir Next LT Pro Light" panose="020B0304020202020204" pitchFamily="34" charset="0"/>
              </a:defRPr>
            </a:lvl1pPr>
          </a:lstStyle>
          <a:p>
            <a:pPr lvl="0"/>
            <a:endParaRPr lang="en-US"/>
          </a:p>
        </p:txBody>
      </p:sp>
      <p:sp>
        <p:nvSpPr>
          <p:cNvPr id="3" name="Text Placeholder 9"/>
          <p:cNvSpPr>
            <a:spLocks noGrp="1"/>
          </p:cNvSpPr>
          <p:nvPr>
            <p:ph type="body" sz="quarter" idx="11"/>
          </p:nvPr>
        </p:nvSpPr>
        <p:spPr>
          <a:xfrm>
            <a:off x="626536" y="797959"/>
            <a:ext cx="10955864" cy="209576"/>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mj-lt"/>
                <a:ea typeface="Avenir Next LT Pro Light" panose="020B0304020202020204" pitchFamily="34" charset="0"/>
                <a:cs typeface="Avenir Next LT Pro Light" panose="020B0304020202020204" pitchFamily="34" charset="0"/>
              </a:defRPr>
            </a:lvl1pPr>
          </a:lstStyle>
          <a:p>
            <a:pPr lvl="0"/>
            <a:endParaRPr lang="en-US"/>
          </a:p>
        </p:txBody>
      </p:sp>
      <p:cxnSp>
        <p:nvCxnSpPr>
          <p:cNvPr id="5" name="Straight Connector 4"/>
          <p:cNvCxnSpPr/>
          <p:nvPr userDrawn="1"/>
        </p:nvCxnSpPr>
        <p:spPr>
          <a:xfrm>
            <a:off x="639233" y="219303"/>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16">
            <a:extLst>
              <a:ext uri="{FF2B5EF4-FFF2-40B4-BE49-F238E27FC236}">
                <a16:creationId xmlns:a16="http://schemas.microsoft.com/office/drawing/2014/main" id="{A536476D-4E03-3768-8F9B-9E819E6938EF}"/>
              </a:ext>
            </a:extLst>
          </p:cNvPr>
          <p:cNvSpPr/>
          <p:nvPr userDrawn="1"/>
        </p:nvSpPr>
        <p:spPr>
          <a:xfrm>
            <a:off x="0" y="1"/>
            <a:ext cx="12192000" cy="290512"/>
          </a:xfrm>
          <a:custGeom>
            <a:avLst/>
            <a:gdLst>
              <a:gd name="connsiteX0" fmla="*/ 0 w 12192000"/>
              <a:gd name="connsiteY0" fmla="*/ 0 h 289386"/>
              <a:gd name="connsiteX1" fmla="*/ 12192000 w 12192000"/>
              <a:gd name="connsiteY1" fmla="*/ 0 h 289386"/>
              <a:gd name="connsiteX2" fmla="*/ 12192000 w 12192000"/>
              <a:gd name="connsiteY2" fmla="*/ 289386 h 289386"/>
              <a:gd name="connsiteX3" fmla="*/ 0 w 12192000"/>
              <a:gd name="connsiteY3" fmla="*/ 289386 h 289386"/>
              <a:gd name="connsiteX4" fmla="*/ 0 w 12192000"/>
              <a:gd name="connsiteY4" fmla="*/ 0 h 289386"/>
              <a:gd name="connsiteX0" fmla="*/ 0 w 12192000"/>
              <a:gd name="connsiteY0" fmla="*/ 0 h 290512"/>
              <a:gd name="connsiteX1" fmla="*/ 12192000 w 12192000"/>
              <a:gd name="connsiteY1" fmla="*/ 0 h 290512"/>
              <a:gd name="connsiteX2" fmla="*/ 12192000 w 12192000"/>
              <a:gd name="connsiteY2" fmla="*/ 289386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989594 w 12192000"/>
              <a:gd name="connsiteY2" fmla="*/ 163180 h 290512"/>
              <a:gd name="connsiteX3" fmla="*/ 11818144 w 12192000"/>
              <a:gd name="connsiteY3" fmla="*/ 290512 h 290512"/>
              <a:gd name="connsiteX4" fmla="*/ 0 w 12192000"/>
              <a:gd name="connsiteY4" fmla="*/ 289386 h 290512"/>
              <a:gd name="connsiteX5" fmla="*/ 0 w 12192000"/>
              <a:gd name="connsiteY5" fmla="*/ 0 h 290512"/>
              <a:gd name="connsiteX0" fmla="*/ 0 w 12192000"/>
              <a:gd name="connsiteY0" fmla="*/ 0 h 290512"/>
              <a:gd name="connsiteX1" fmla="*/ 12192000 w 12192000"/>
              <a:gd name="connsiteY1" fmla="*/ 0 h 290512"/>
              <a:gd name="connsiteX2" fmla="*/ 11818144 w 12192000"/>
              <a:gd name="connsiteY2" fmla="*/ 290512 h 290512"/>
              <a:gd name="connsiteX3" fmla="*/ 0 w 12192000"/>
              <a:gd name="connsiteY3" fmla="*/ 289386 h 290512"/>
              <a:gd name="connsiteX4" fmla="*/ 0 w 12192000"/>
              <a:gd name="connsiteY4" fmla="*/ 0 h 290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90512">
                <a:moveTo>
                  <a:pt x="0" y="0"/>
                </a:moveTo>
                <a:lnTo>
                  <a:pt x="12192000" y="0"/>
                </a:lnTo>
                <a:lnTo>
                  <a:pt x="11818144" y="290512"/>
                </a:lnTo>
                <a:lnTo>
                  <a:pt x="0" y="289386"/>
                </a:lnTo>
                <a:lnTo>
                  <a:pt x="0" y="0"/>
                </a:lnTo>
                <a:close/>
              </a:path>
            </a:pathLst>
          </a:custGeom>
          <a:gradFill flip="none" rotWithShape="1">
            <a:gsLst>
              <a:gs pos="31000">
                <a:schemeClr val="bg2"/>
              </a:gs>
              <a:gs pos="0">
                <a:schemeClr val="accent3"/>
              </a:gs>
            </a:gsLst>
            <a:lin ang="10800000" scaled="1"/>
            <a:tileRect/>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27755458"/>
      </p:ext>
    </p:extLst>
  </p:cSld>
  <p:clrMapOvr>
    <a:masterClrMapping/>
  </p:clrMapOvr>
  <p:transition spd="slow" advClick="0" advTm="3000">
    <p:fade/>
  </p:transition>
  <p:extLst>
    <p:ext uri="{DCECCB84-F9BA-43D5-87BE-67443E8EF086}">
      <p15:sldGuideLst xmlns:p15="http://schemas.microsoft.com/office/powerpoint/2012/main">
        <p15:guide id="2" pos="7299">
          <p15:clr>
            <a:srgbClr val="FBAE40"/>
          </p15:clr>
        </p15:guide>
        <p15:guide id="3" pos="39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719999" y="594000"/>
            <a:ext cx="10800000" cy="900000"/>
          </a:xfrm>
          <a:prstGeom prst="rect">
            <a:avLst/>
          </a:prstGeom>
        </p:spPr>
        <p:txBody>
          <a:bodyPr vert="horz" lIns="91440" tIns="45720" rIns="91440" bIns="45720" rtlCol="0" anchor="t">
            <a:normAutofit/>
          </a:bodyPr>
          <a:lstStyle/>
          <a:p>
            <a:r>
              <a:rPr lang="fr-FR"/>
              <a:t>Modifiez le style du titre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719999" y="2638800"/>
            <a:ext cx="10800000" cy="3060000"/>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5" name="Image 4" descr="Credit Agricole Logo">
            <a:extLst>
              <a:ext uri="{FF2B5EF4-FFF2-40B4-BE49-F238E27FC236}">
                <a16:creationId xmlns:a16="http://schemas.microsoft.com/office/drawing/2014/main" id="{21A697CD-7044-C0CC-2AFC-D434190F8D32}"/>
              </a:ext>
            </a:extLst>
          </p:cNvPr>
          <p:cNvPicPr>
            <a:picLocks noChangeAspect="1"/>
          </p:cNvPicPr>
          <p:nvPr userDrawn="1"/>
        </p:nvPicPr>
        <p:blipFill>
          <a:blip r:embed="rId12"/>
          <a:srcRect b="15706"/>
          <a:stretch>
            <a:fillRect/>
          </a:stretch>
        </p:blipFill>
        <p:spPr>
          <a:xfrm>
            <a:off x="11502230" y="6417357"/>
            <a:ext cx="684213" cy="324755"/>
          </a:xfrm>
          <a:prstGeom prst="rect">
            <a:avLst/>
          </a:prstGeom>
        </p:spPr>
      </p:pic>
    </p:spTree>
    <p:extLst>
      <p:ext uri="{BB962C8B-B14F-4D97-AF65-F5344CB8AC3E}">
        <p14:creationId xmlns:p14="http://schemas.microsoft.com/office/powerpoint/2010/main" val="169179746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9" r:id="rId9"/>
    <p:sldLayoutId id="2147483680" r:id="rId10"/>
  </p:sldLayoutIdLst>
  <p:hf hdr="0"/>
  <p:txStyles>
    <p:titleStyle>
      <a:lvl1pPr algn="l" defTabSz="914400" rtl="0" eaLnBrk="1" latinLnBrk="0" hangingPunct="1">
        <a:lnSpc>
          <a:spcPct val="85000"/>
        </a:lnSpc>
        <a:spcBef>
          <a:spcPct val="0"/>
        </a:spcBef>
        <a:buNone/>
        <a:defRPr sz="3000" b="1" kern="1200" cap="all" baseline="0">
          <a:solidFill>
            <a:schemeClr val="bg2"/>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600" kern="1200">
          <a:solidFill>
            <a:schemeClr val="tx1"/>
          </a:solidFill>
          <a:latin typeface="+mn-lt"/>
          <a:ea typeface="+mn-ea"/>
          <a:cs typeface="+mn-cs"/>
        </a:defRPr>
      </a:lvl1pPr>
      <a:lvl2pPr marL="0" indent="144000" algn="l" defTabSz="914400" rtl="0" eaLnBrk="1" latinLnBrk="0" hangingPunct="1">
        <a:lnSpc>
          <a:spcPct val="100000"/>
        </a:lnSpc>
        <a:spcBef>
          <a:spcPts val="20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0" indent="108000" algn="l" defTabSz="914400" rtl="0" eaLnBrk="1" latinLnBrk="0" hangingPunct="1">
        <a:lnSpc>
          <a:spcPct val="100000"/>
        </a:lnSpc>
        <a:spcBef>
          <a:spcPts val="2300"/>
        </a:spcBef>
        <a:buFont typeface="Arial" panose="020B0604020202020204" pitchFamily="34" charset="0"/>
        <a:buChar char="•"/>
        <a:defRPr sz="1400" kern="1200">
          <a:solidFill>
            <a:schemeClr val="tx1"/>
          </a:solidFill>
          <a:latin typeface="+mn-lt"/>
          <a:ea typeface="+mn-ea"/>
          <a:cs typeface="+mn-cs"/>
        </a:defRPr>
      </a:lvl3pPr>
      <a:lvl4pPr marL="396000" indent="-144000" algn="l" defTabSz="914400" rtl="0" eaLnBrk="1" latinLnBrk="0" hangingPunct="1">
        <a:lnSpc>
          <a:spcPct val="100000"/>
        </a:lnSpc>
        <a:spcBef>
          <a:spcPts val="1800"/>
        </a:spcBef>
        <a:buFont typeface="Arial" panose="020B0604020202020204" pitchFamily="34" charset="0"/>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3.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4.svg"/><Relationship Id="rId7"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1.png"/><Relationship Id="rId9" Type="http://schemas.openxmlformats.org/officeDocument/2006/relationships/image" Target="../media/image29.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33.svg"/><Relationship Id="rId11" Type="http://schemas.openxmlformats.org/officeDocument/2006/relationships/image" Target="../media/image38.svg"/><Relationship Id="rId5" Type="http://schemas.openxmlformats.org/officeDocument/2006/relationships/image" Target="../media/image32.sv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91AE34-1DAF-7902-8893-D7AF5FEEFC40}"/>
              </a:ext>
            </a:extLst>
          </p:cNvPr>
          <p:cNvSpPr>
            <a:spLocks noGrp="1"/>
          </p:cNvSpPr>
          <p:nvPr>
            <p:ph type="ctrTitle"/>
          </p:nvPr>
        </p:nvSpPr>
        <p:spPr/>
        <p:txBody>
          <a:bodyPr>
            <a:normAutofit/>
          </a:bodyPr>
          <a:lstStyle/>
          <a:p>
            <a:r>
              <a:rPr lang="fr-FR" sz="3600" noProof="0" dirty="0"/>
              <a:t>GT Architectures réglementaires</a:t>
            </a:r>
            <a:br>
              <a:rPr lang="fr-FR" sz="3600" noProof="0" dirty="0"/>
            </a:br>
            <a:endParaRPr lang="fr-FR" sz="1600" b="0" noProof="0" dirty="0"/>
          </a:p>
        </p:txBody>
      </p:sp>
      <p:sp>
        <p:nvSpPr>
          <p:cNvPr id="5" name="Sous-titre 4">
            <a:extLst>
              <a:ext uri="{FF2B5EF4-FFF2-40B4-BE49-F238E27FC236}">
                <a16:creationId xmlns:a16="http://schemas.microsoft.com/office/drawing/2014/main" id="{E24B08AB-5005-6943-704E-F782E91A57AA}"/>
              </a:ext>
            </a:extLst>
          </p:cNvPr>
          <p:cNvSpPr>
            <a:spLocks noGrp="1"/>
          </p:cNvSpPr>
          <p:nvPr>
            <p:ph type="subTitle" idx="1"/>
          </p:nvPr>
        </p:nvSpPr>
        <p:spPr/>
        <p:txBody>
          <a:bodyPr>
            <a:normAutofit/>
          </a:bodyPr>
          <a:lstStyle/>
          <a:p>
            <a:r>
              <a:rPr lang="fr-FR" sz="2800" noProof="0" dirty="0"/>
              <a:t>Atelier 11</a:t>
            </a:r>
          </a:p>
          <a:p>
            <a:r>
              <a:rPr lang="fr-FR" sz="2800" noProof="0" dirty="0"/>
              <a:t>16/09/2026</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0A2E5C05-61F7-BE45-4CA4-79A5EA66D907}"/>
              </a:ext>
            </a:extLst>
          </p:cNvPr>
          <p:cNvPicPr>
            <a:picLocks noChangeAspect="1"/>
          </p:cNvPicPr>
          <p:nvPr/>
        </p:nvPicPr>
        <p:blipFill>
          <a:blip r:embed="rId2"/>
          <a:stretch>
            <a:fillRect/>
          </a:stretch>
        </p:blipFill>
        <p:spPr>
          <a:xfrm>
            <a:off x="795601" y="6278493"/>
            <a:ext cx="1578731" cy="585446"/>
          </a:xfrm>
          <a:prstGeom prst="rect">
            <a:avLst/>
          </a:prstGeom>
        </p:spPr>
      </p:pic>
    </p:spTree>
    <p:extLst>
      <p:ext uri="{BB962C8B-B14F-4D97-AF65-F5344CB8AC3E}">
        <p14:creationId xmlns:p14="http://schemas.microsoft.com/office/powerpoint/2010/main" val="120051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B4364-BCD6-1E17-E2EE-A13236C21E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4FD746A-4499-48F0-29EB-333CE71C4400}"/>
              </a:ext>
            </a:extLst>
          </p:cNvPr>
          <p:cNvSpPr>
            <a:spLocks noGrp="1"/>
          </p:cNvSpPr>
          <p:nvPr>
            <p:ph type="title"/>
          </p:nvPr>
        </p:nvSpPr>
        <p:spPr/>
        <p:txBody>
          <a:bodyPr/>
          <a:lstStyle/>
          <a:p>
            <a:r>
              <a:rPr lang="fr-FR" noProof="0" dirty="0"/>
              <a:t>Agenda</a:t>
            </a:r>
          </a:p>
        </p:txBody>
      </p:sp>
      <p:grpSp>
        <p:nvGrpSpPr>
          <p:cNvPr id="12" name="Groupe 11">
            <a:extLst>
              <a:ext uri="{FF2B5EF4-FFF2-40B4-BE49-F238E27FC236}">
                <a16:creationId xmlns:a16="http://schemas.microsoft.com/office/drawing/2014/main" id="{DA82C8F9-869E-0049-BF1F-A47C75A00FC6}"/>
              </a:ext>
            </a:extLst>
          </p:cNvPr>
          <p:cNvGrpSpPr/>
          <p:nvPr/>
        </p:nvGrpSpPr>
        <p:grpSpPr>
          <a:xfrm>
            <a:off x="394982" y="1231262"/>
            <a:ext cx="11051627" cy="489542"/>
            <a:chOff x="552998" y="1329633"/>
            <a:chExt cx="11051627" cy="489542"/>
          </a:xfrm>
        </p:grpSpPr>
        <p:sp>
          <p:nvSpPr>
            <p:cNvPr id="13" name="Rectangle 12">
              <a:extLst>
                <a:ext uri="{FF2B5EF4-FFF2-40B4-BE49-F238E27FC236}">
                  <a16:creationId xmlns:a16="http://schemas.microsoft.com/office/drawing/2014/main" id="{6C64E5C2-FA51-AD02-5414-424B35F70EB5}"/>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b="1" noProof="0" dirty="0">
                  <a:solidFill>
                    <a:srgbClr val="53565A"/>
                  </a:solidFill>
                  <a:latin typeface="Century Gothic" panose="020B0502020202020204" pitchFamily="34" charset="0"/>
                  <a:cs typeface="Calibri" panose="020F0502020204030204" pitchFamily="34" charset="0"/>
                </a:rPr>
                <a:t>Rappel des objectifs du GT Architectures réglementaires 			</a:t>
              </a:r>
              <a:r>
                <a:rPr lang="fr-FR" sz="2000" noProof="0" dirty="0">
                  <a:solidFill>
                    <a:srgbClr val="53565A"/>
                  </a:solidFill>
                  <a:latin typeface="Century Gothic" panose="020B0502020202020204" pitchFamily="34" charset="0"/>
                  <a:cs typeface="Calibri" panose="020F0502020204030204" pitchFamily="34" charset="0"/>
                </a:rPr>
                <a:t>(~05min)</a:t>
              </a:r>
            </a:p>
          </p:txBody>
        </p:sp>
        <p:grpSp>
          <p:nvGrpSpPr>
            <p:cNvPr id="14" name="Groupe 13">
              <a:extLst>
                <a:ext uri="{FF2B5EF4-FFF2-40B4-BE49-F238E27FC236}">
                  <a16:creationId xmlns:a16="http://schemas.microsoft.com/office/drawing/2014/main" id="{E8DAF023-6371-0104-4780-3F4D9A1D842F}"/>
                </a:ext>
              </a:extLst>
            </p:cNvPr>
            <p:cNvGrpSpPr/>
            <p:nvPr/>
          </p:nvGrpSpPr>
          <p:grpSpPr>
            <a:xfrm>
              <a:off x="552998" y="1341095"/>
              <a:ext cx="466618" cy="466618"/>
              <a:chOff x="552998" y="1339844"/>
              <a:chExt cx="466618" cy="466618"/>
            </a:xfrm>
          </p:grpSpPr>
          <p:pic>
            <p:nvPicPr>
              <p:cNvPr id="15" name="Picture 2" descr="Chevron icon - Download on Iconfinder on Iconfinder">
                <a:extLst>
                  <a:ext uri="{FF2B5EF4-FFF2-40B4-BE49-F238E27FC236}">
                    <a16:creationId xmlns:a16="http://schemas.microsoft.com/office/drawing/2014/main" id="{68AB8ABF-701C-FDD3-3B36-9035BB143D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16" name="Ellipse 15">
                <a:extLst>
                  <a:ext uri="{FF2B5EF4-FFF2-40B4-BE49-F238E27FC236}">
                    <a16:creationId xmlns:a16="http://schemas.microsoft.com/office/drawing/2014/main" id="{E8D9B7C4-B1C6-21C0-671E-76C51AE741B0}"/>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3" name="Groupe 2">
            <a:extLst>
              <a:ext uri="{FF2B5EF4-FFF2-40B4-BE49-F238E27FC236}">
                <a16:creationId xmlns:a16="http://schemas.microsoft.com/office/drawing/2014/main" id="{2E44CE8E-36A7-6139-D06E-821177CDD8F1}"/>
              </a:ext>
            </a:extLst>
          </p:cNvPr>
          <p:cNvGrpSpPr/>
          <p:nvPr/>
        </p:nvGrpSpPr>
        <p:grpSpPr>
          <a:xfrm>
            <a:off x="394982" y="2708468"/>
            <a:ext cx="11051627" cy="489542"/>
            <a:chOff x="552998" y="1329633"/>
            <a:chExt cx="11051627" cy="489542"/>
          </a:xfrm>
        </p:grpSpPr>
        <p:sp>
          <p:nvSpPr>
            <p:cNvPr id="4" name="Rectangle 3">
              <a:extLst>
                <a:ext uri="{FF2B5EF4-FFF2-40B4-BE49-F238E27FC236}">
                  <a16:creationId xmlns:a16="http://schemas.microsoft.com/office/drawing/2014/main" id="{5BBA7A9B-5286-AA50-789C-34A982B49CC5}"/>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noProof="0" dirty="0">
                  <a:solidFill>
                    <a:srgbClr val="53565A"/>
                  </a:solidFill>
                  <a:latin typeface="Century Gothic" panose="020B0502020202020204" pitchFamily="34" charset="0"/>
                  <a:cs typeface="Calibri" panose="020F0502020204030204" pitchFamily="34" charset="0"/>
                </a:rPr>
                <a:t>[DSP3/PSR] </a:t>
              </a:r>
              <a:r>
                <a:rPr lang="fr-FR" sz="2000" b="1" noProof="0" dirty="0">
                  <a:solidFill>
                    <a:srgbClr val="53565A"/>
                  </a:solidFill>
                  <a:latin typeface="Century Gothic" panose="020B0502020202020204" pitchFamily="34" charset="0"/>
                  <a:cs typeface="Calibri" panose="020F0502020204030204" pitchFamily="34" charset="0"/>
                </a:rPr>
                <a:t>Comprendre le paquet réglementaire 				</a:t>
              </a:r>
              <a:r>
                <a:rPr lang="fr-FR" sz="2000" dirty="0">
                  <a:solidFill>
                    <a:srgbClr val="53565A"/>
                  </a:solidFill>
                  <a:latin typeface="Century Gothic" panose="020B0502020202020204" pitchFamily="34" charset="0"/>
                  <a:cs typeface="Calibri" panose="020F0502020204030204" pitchFamily="34" charset="0"/>
                </a:rPr>
                <a:t>(~15min)</a:t>
              </a:r>
              <a:endParaRPr lang="fr-FR" sz="2000" noProof="0" dirty="0">
                <a:solidFill>
                  <a:srgbClr val="53565A"/>
                </a:solidFill>
                <a:latin typeface="Century Gothic" panose="020B0502020202020204" pitchFamily="34" charset="0"/>
                <a:cs typeface="Calibri" panose="020F0502020204030204" pitchFamily="34" charset="0"/>
              </a:endParaRPr>
            </a:p>
          </p:txBody>
        </p:sp>
        <p:grpSp>
          <p:nvGrpSpPr>
            <p:cNvPr id="5" name="Groupe 4">
              <a:extLst>
                <a:ext uri="{FF2B5EF4-FFF2-40B4-BE49-F238E27FC236}">
                  <a16:creationId xmlns:a16="http://schemas.microsoft.com/office/drawing/2014/main" id="{BA48BF1E-4BF7-817B-CB26-0E8000862F2C}"/>
                </a:ext>
              </a:extLst>
            </p:cNvPr>
            <p:cNvGrpSpPr/>
            <p:nvPr/>
          </p:nvGrpSpPr>
          <p:grpSpPr>
            <a:xfrm>
              <a:off x="552998" y="1341095"/>
              <a:ext cx="466618" cy="466618"/>
              <a:chOff x="552998" y="1339844"/>
              <a:chExt cx="466618" cy="466618"/>
            </a:xfrm>
          </p:grpSpPr>
          <p:pic>
            <p:nvPicPr>
              <p:cNvPr id="6" name="Picture 2" descr="Chevron icon - Download on Iconfinder on Iconfinder">
                <a:extLst>
                  <a:ext uri="{FF2B5EF4-FFF2-40B4-BE49-F238E27FC236}">
                    <a16:creationId xmlns:a16="http://schemas.microsoft.com/office/drawing/2014/main" id="{CEDD8900-4BD1-FF93-7B56-6F0EDD2FE9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7" name="Ellipse 6">
                <a:extLst>
                  <a:ext uri="{FF2B5EF4-FFF2-40B4-BE49-F238E27FC236}">
                    <a16:creationId xmlns:a16="http://schemas.microsoft.com/office/drawing/2014/main" id="{4B69C9E9-CF1A-873A-7D79-FA9C279BD5D5}"/>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8" name="Groupe 7">
            <a:extLst>
              <a:ext uri="{FF2B5EF4-FFF2-40B4-BE49-F238E27FC236}">
                <a16:creationId xmlns:a16="http://schemas.microsoft.com/office/drawing/2014/main" id="{037A737E-98E5-11D4-B2D7-77D2E978D3BF}"/>
              </a:ext>
            </a:extLst>
          </p:cNvPr>
          <p:cNvGrpSpPr/>
          <p:nvPr/>
        </p:nvGrpSpPr>
        <p:grpSpPr>
          <a:xfrm>
            <a:off x="394982" y="1969865"/>
            <a:ext cx="11051627" cy="489542"/>
            <a:chOff x="552998" y="1329633"/>
            <a:chExt cx="11051627" cy="489542"/>
          </a:xfrm>
        </p:grpSpPr>
        <p:sp>
          <p:nvSpPr>
            <p:cNvPr id="9" name="Rectangle 8">
              <a:extLst>
                <a:ext uri="{FF2B5EF4-FFF2-40B4-BE49-F238E27FC236}">
                  <a16:creationId xmlns:a16="http://schemas.microsoft.com/office/drawing/2014/main" id="{A71BE732-CDE7-E2B7-59D5-BC9431700765}"/>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noProof="0" dirty="0">
                  <a:solidFill>
                    <a:srgbClr val="53565A"/>
                  </a:solidFill>
                  <a:latin typeface="Century Gothic" panose="020B0502020202020204" pitchFamily="34" charset="0"/>
                  <a:cs typeface="Calibri" panose="020F0502020204030204" pitchFamily="34" charset="0"/>
                </a:rPr>
                <a:t>[€N] </a:t>
              </a:r>
              <a:r>
                <a:rPr lang="fr-FR" sz="2000" b="1" noProof="0" dirty="0">
                  <a:solidFill>
                    <a:srgbClr val="53565A"/>
                  </a:solidFill>
                  <a:latin typeface="Century Gothic" panose="020B0502020202020204" pitchFamily="34" charset="0"/>
                  <a:cs typeface="Calibri" panose="020F0502020204030204" pitchFamily="34" charset="0"/>
                </a:rPr>
                <a:t>Actualités et suivi du texte sur </a:t>
              </a:r>
              <a:r>
                <a:rPr lang="fr-FR" sz="2000" b="1" dirty="0">
                  <a:solidFill>
                    <a:srgbClr val="53565A"/>
                  </a:solidFill>
                  <a:latin typeface="Century Gothic" panose="020B0502020202020204" pitchFamily="34" charset="0"/>
                  <a:cs typeface="Calibri" panose="020F0502020204030204" pitchFamily="34" charset="0"/>
                </a:rPr>
                <a:t>l’Euro Numérique 			</a:t>
              </a:r>
              <a:r>
                <a:rPr lang="fr-FR" sz="2000" dirty="0">
                  <a:solidFill>
                    <a:srgbClr val="53565A"/>
                  </a:solidFill>
                  <a:latin typeface="Century Gothic" panose="020B0502020202020204" pitchFamily="34" charset="0"/>
                  <a:cs typeface="Calibri" panose="020F0502020204030204" pitchFamily="34" charset="0"/>
                </a:rPr>
                <a:t>(~10min)</a:t>
              </a:r>
              <a:endParaRPr lang="fr-FR" sz="2000" noProof="0" dirty="0">
                <a:solidFill>
                  <a:srgbClr val="53565A"/>
                </a:solidFill>
                <a:latin typeface="Century Gothic" panose="020B0502020202020204" pitchFamily="34" charset="0"/>
                <a:cs typeface="Calibri" panose="020F0502020204030204" pitchFamily="34" charset="0"/>
              </a:endParaRPr>
            </a:p>
          </p:txBody>
        </p:sp>
        <p:grpSp>
          <p:nvGrpSpPr>
            <p:cNvPr id="10" name="Groupe 9">
              <a:extLst>
                <a:ext uri="{FF2B5EF4-FFF2-40B4-BE49-F238E27FC236}">
                  <a16:creationId xmlns:a16="http://schemas.microsoft.com/office/drawing/2014/main" id="{A05C1BBF-E62B-8D8D-8B88-A309BC1C4AD1}"/>
                </a:ext>
              </a:extLst>
            </p:cNvPr>
            <p:cNvGrpSpPr/>
            <p:nvPr/>
          </p:nvGrpSpPr>
          <p:grpSpPr>
            <a:xfrm>
              <a:off x="552998" y="1341095"/>
              <a:ext cx="466618" cy="466618"/>
              <a:chOff x="552998" y="1339844"/>
              <a:chExt cx="466618" cy="466618"/>
            </a:xfrm>
          </p:grpSpPr>
          <p:pic>
            <p:nvPicPr>
              <p:cNvPr id="11" name="Picture 2" descr="Chevron icon - Download on Iconfinder on Iconfinder">
                <a:extLst>
                  <a:ext uri="{FF2B5EF4-FFF2-40B4-BE49-F238E27FC236}">
                    <a16:creationId xmlns:a16="http://schemas.microsoft.com/office/drawing/2014/main" id="{43C930AB-0037-089D-2946-1BCA7FC7F5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17" name="Ellipse 16">
                <a:extLst>
                  <a:ext uri="{FF2B5EF4-FFF2-40B4-BE49-F238E27FC236}">
                    <a16:creationId xmlns:a16="http://schemas.microsoft.com/office/drawing/2014/main" id="{71351B9B-6B76-6714-585E-AE9B0899E479}"/>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18" name="Groupe 17">
            <a:extLst>
              <a:ext uri="{FF2B5EF4-FFF2-40B4-BE49-F238E27FC236}">
                <a16:creationId xmlns:a16="http://schemas.microsoft.com/office/drawing/2014/main" id="{8AA00916-D55C-514C-44DD-AD528BD19B7B}"/>
              </a:ext>
            </a:extLst>
          </p:cNvPr>
          <p:cNvGrpSpPr/>
          <p:nvPr/>
        </p:nvGrpSpPr>
        <p:grpSpPr>
          <a:xfrm>
            <a:off x="394982" y="5662878"/>
            <a:ext cx="11051627" cy="489542"/>
            <a:chOff x="552998" y="1329633"/>
            <a:chExt cx="11051627" cy="489542"/>
          </a:xfrm>
        </p:grpSpPr>
        <p:sp>
          <p:nvSpPr>
            <p:cNvPr id="19" name="Rectangle 18">
              <a:extLst>
                <a:ext uri="{FF2B5EF4-FFF2-40B4-BE49-F238E27FC236}">
                  <a16:creationId xmlns:a16="http://schemas.microsoft.com/office/drawing/2014/main" id="{CF16AC9C-1D0D-5141-E5FE-868E376B04F0}"/>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noProof="0" dirty="0">
                  <a:solidFill>
                    <a:srgbClr val="53565A"/>
                  </a:solidFill>
                  <a:latin typeface="Century Gothic" panose="020B0502020202020204" pitchFamily="34" charset="0"/>
                  <a:cs typeface="Calibri" panose="020F0502020204030204" pitchFamily="34" charset="0"/>
                </a:rPr>
                <a:t>[PCI-DSS] </a:t>
              </a:r>
              <a:r>
                <a:rPr lang="fr-FR" sz="2000" b="1" noProof="0" dirty="0">
                  <a:solidFill>
                    <a:srgbClr val="53565A"/>
                  </a:solidFill>
                  <a:latin typeface="Century Gothic" panose="020B0502020202020204" pitchFamily="34" charset="0"/>
                  <a:cs typeface="Calibri" panose="020F0502020204030204" pitchFamily="34" charset="0"/>
                </a:rPr>
                <a:t>Mise à jour des standards </a:t>
              </a:r>
              <a:r>
                <a:rPr lang="fr-FR" sz="2000" b="1" i="1" noProof="0" dirty="0">
                  <a:solidFill>
                    <a:srgbClr val="53565A"/>
                  </a:solidFill>
                  <a:latin typeface="Century Gothic" panose="020B0502020202020204" pitchFamily="34" charset="0"/>
                  <a:cs typeface="Calibri" panose="020F0502020204030204" pitchFamily="34" charset="0"/>
                </a:rPr>
                <a:t>(intervention CATS) 			</a:t>
              </a:r>
              <a:r>
                <a:rPr lang="fr-FR" sz="2000" dirty="0">
                  <a:solidFill>
                    <a:srgbClr val="53565A"/>
                  </a:solidFill>
                  <a:latin typeface="Century Gothic" panose="020B0502020202020204" pitchFamily="34" charset="0"/>
                  <a:cs typeface="Calibri" panose="020F0502020204030204" pitchFamily="34" charset="0"/>
                </a:rPr>
                <a:t>(~30min)</a:t>
              </a:r>
              <a:endParaRPr lang="fr-FR" sz="2000" i="1" noProof="0" dirty="0">
                <a:solidFill>
                  <a:srgbClr val="53565A"/>
                </a:solidFill>
                <a:latin typeface="Century Gothic" panose="020B0502020202020204" pitchFamily="34" charset="0"/>
                <a:cs typeface="Calibri" panose="020F0502020204030204" pitchFamily="34" charset="0"/>
              </a:endParaRPr>
            </a:p>
          </p:txBody>
        </p:sp>
        <p:grpSp>
          <p:nvGrpSpPr>
            <p:cNvPr id="20" name="Groupe 19">
              <a:extLst>
                <a:ext uri="{FF2B5EF4-FFF2-40B4-BE49-F238E27FC236}">
                  <a16:creationId xmlns:a16="http://schemas.microsoft.com/office/drawing/2014/main" id="{B67DD349-F244-D23C-CC1D-9D57BADEB42D}"/>
                </a:ext>
              </a:extLst>
            </p:cNvPr>
            <p:cNvGrpSpPr/>
            <p:nvPr/>
          </p:nvGrpSpPr>
          <p:grpSpPr>
            <a:xfrm>
              <a:off x="552998" y="1341095"/>
              <a:ext cx="466618" cy="466618"/>
              <a:chOff x="552998" y="1339844"/>
              <a:chExt cx="466618" cy="466618"/>
            </a:xfrm>
          </p:grpSpPr>
          <p:pic>
            <p:nvPicPr>
              <p:cNvPr id="21" name="Picture 2" descr="Chevron icon - Download on Iconfinder on Iconfinder">
                <a:extLst>
                  <a:ext uri="{FF2B5EF4-FFF2-40B4-BE49-F238E27FC236}">
                    <a16:creationId xmlns:a16="http://schemas.microsoft.com/office/drawing/2014/main" id="{E8C37CE6-82AD-6636-4471-B7C1E8F762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22" name="Ellipse 21">
                <a:extLst>
                  <a:ext uri="{FF2B5EF4-FFF2-40B4-BE49-F238E27FC236}">
                    <a16:creationId xmlns:a16="http://schemas.microsoft.com/office/drawing/2014/main" id="{BCFDF0DB-B39B-748F-186B-6F2790B7DB9C}"/>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23" name="Groupe 22">
            <a:extLst>
              <a:ext uri="{FF2B5EF4-FFF2-40B4-BE49-F238E27FC236}">
                <a16:creationId xmlns:a16="http://schemas.microsoft.com/office/drawing/2014/main" id="{AB0BE656-7795-C8DA-44E3-8ECF3A5C2DE8}"/>
              </a:ext>
            </a:extLst>
          </p:cNvPr>
          <p:cNvGrpSpPr/>
          <p:nvPr/>
        </p:nvGrpSpPr>
        <p:grpSpPr>
          <a:xfrm>
            <a:off x="394982" y="3447071"/>
            <a:ext cx="11051627" cy="489542"/>
            <a:chOff x="552998" y="1329633"/>
            <a:chExt cx="11051627" cy="489542"/>
          </a:xfrm>
        </p:grpSpPr>
        <p:sp>
          <p:nvSpPr>
            <p:cNvPr id="24" name="Rectangle 23">
              <a:extLst>
                <a:ext uri="{FF2B5EF4-FFF2-40B4-BE49-F238E27FC236}">
                  <a16:creationId xmlns:a16="http://schemas.microsoft.com/office/drawing/2014/main" id="{9816D874-AFF7-9279-3638-96FD1913D94A}"/>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dirty="0">
                  <a:solidFill>
                    <a:srgbClr val="53565A"/>
                  </a:solidFill>
                  <a:latin typeface="Century Gothic" panose="020B0502020202020204" pitchFamily="34" charset="0"/>
                  <a:cs typeface="Calibri" panose="020F0502020204030204" pitchFamily="34" charset="0"/>
                </a:rPr>
                <a:t>[DSP3/PSR] </a:t>
              </a:r>
              <a:r>
                <a:rPr lang="fr-FR" sz="2000" b="1" dirty="0">
                  <a:solidFill>
                    <a:srgbClr val="53565A"/>
                  </a:solidFill>
                  <a:latin typeface="Century Gothic" panose="020B0502020202020204" pitchFamily="34" charset="0"/>
                  <a:cs typeface="Calibri" panose="020F0502020204030204" pitchFamily="34" charset="0"/>
                </a:rPr>
                <a:t>P</a:t>
              </a:r>
              <a:r>
                <a:rPr lang="fr-FR" sz="2000" b="1" noProof="0" dirty="0" err="1">
                  <a:solidFill>
                    <a:srgbClr val="53565A"/>
                  </a:solidFill>
                  <a:latin typeface="Century Gothic" panose="020B0502020202020204" pitchFamily="34" charset="0"/>
                  <a:cs typeface="Calibri" panose="020F0502020204030204" pitchFamily="34" charset="0"/>
                </a:rPr>
                <a:t>rincipales</a:t>
              </a:r>
              <a:r>
                <a:rPr lang="fr-FR" sz="2000" b="1" noProof="0" dirty="0">
                  <a:solidFill>
                    <a:srgbClr val="53565A"/>
                  </a:solidFill>
                  <a:latin typeface="Century Gothic" panose="020B0502020202020204" pitchFamily="34" charset="0"/>
                  <a:cs typeface="Calibri" panose="020F0502020204030204" pitchFamily="34" charset="0"/>
                </a:rPr>
                <a:t> évolutions fonctionnelles apportées 			</a:t>
              </a:r>
              <a:r>
                <a:rPr lang="fr-FR" sz="2000" dirty="0">
                  <a:solidFill>
                    <a:srgbClr val="53565A"/>
                  </a:solidFill>
                  <a:latin typeface="Century Gothic" panose="020B0502020202020204" pitchFamily="34" charset="0"/>
                  <a:cs typeface="Calibri" panose="020F0502020204030204" pitchFamily="34" charset="0"/>
                </a:rPr>
                <a:t>(~15min)</a:t>
              </a:r>
              <a:endParaRPr lang="fr-FR" sz="2000" noProof="0" dirty="0">
                <a:solidFill>
                  <a:srgbClr val="53565A"/>
                </a:solidFill>
                <a:latin typeface="Century Gothic" panose="020B0502020202020204" pitchFamily="34" charset="0"/>
                <a:cs typeface="Calibri" panose="020F0502020204030204" pitchFamily="34" charset="0"/>
              </a:endParaRPr>
            </a:p>
          </p:txBody>
        </p:sp>
        <p:grpSp>
          <p:nvGrpSpPr>
            <p:cNvPr id="25" name="Groupe 24">
              <a:extLst>
                <a:ext uri="{FF2B5EF4-FFF2-40B4-BE49-F238E27FC236}">
                  <a16:creationId xmlns:a16="http://schemas.microsoft.com/office/drawing/2014/main" id="{667BE86C-17C2-EED8-1BA4-2BBC8D6A76E6}"/>
                </a:ext>
              </a:extLst>
            </p:cNvPr>
            <p:cNvGrpSpPr/>
            <p:nvPr/>
          </p:nvGrpSpPr>
          <p:grpSpPr>
            <a:xfrm>
              <a:off x="552998" y="1341095"/>
              <a:ext cx="466618" cy="466618"/>
              <a:chOff x="552998" y="1339844"/>
              <a:chExt cx="466618" cy="466618"/>
            </a:xfrm>
          </p:grpSpPr>
          <p:pic>
            <p:nvPicPr>
              <p:cNvPr id="26" name="Picture 2" descr="Chevron icon - Download on Iconfinder on Iconfinder">
                <a:extLst>
                  <a:ext uri="{FF2B5EF4-FFF2-40B4-BE49-F238E27FC236}">
                    <a16:creationId xmlns:a16="http://schemas.microsoft.com/office/drawing/2014/main" id="{C4A18A6E-ACA2-A1D3-1EF0-816AE43625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27" name="Ellipse 26">
                <a:extLst>
                  <a:ext uri="{FF2B5EF4-FFF2-40B4-BE49-F238E27FC236}">
                    <a16:creationId xmlns:a16="http://schemas.microsoft.com/office/drawing/2014/main" id="{21C9FC34-BDD9-B81A-6B24-EE75113A5B54}"/>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28" name="Groupe 27">
            <a:extLst>
              <a:ext uri="{FF2B5EF4-FFF2-40B4-BE49-F238E27FC236}">
                <a16:creationId xmlns:a16="http://schemas.microsoft.com/office/drawing/2014/main" id="{F7DFDD33-2EC2-AFA5-2639-7B486FC3A150}"/>
              </a:ext>
            </a:extLst>
          </p:cNvPr>
          <p:cNvGrpSpPr/>
          <p:nvPr/>
        </p:nvGrpSpPr>
        <p:grpSpPr>
          <a:xfrm>
            <a:off x="394982" y="4185674"/>
            <a:ext cx="11051627" cy="489542"/>
            <a:chOff x="552998" y="1329633"/>
            <a:chExt cx="11051627" cy="489542"/>
          </a:xfrm>
        </p:grpSpPr>
        <p:sp>
          <p:nvSpPr>
            <p:cNvPr id="29" name="Rectangle 28">
              <a:extLst>
                <a:ext uri="{FF2B5EF4-FFF2-40B4-BE49-F238E27FC236}">
                  <a16:creationId xmlns:a16="http://schemas.microsoft.com/office/drawing/2014/main" id="{C3BA44B4-219F-EF58-E854-1DD616AC279A}"/>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dirty="0">
                  <a:solidFill>
                    <a:srgbClr val="53565A"/>
                  </a:solidFill>
                  <a:latin typeface="Century Gothic" panose="020B0502020202020204" pitchFamily="34" charset="0"/>
                  <a:cs typeface="Calibri" panose="020F0502020204030204" pitchFamily="34" charset="0"/>
                </a:rPr>
                <a:t>[DSP3/PSR] </a:t>
              </a:r>
              <a:r>
                <a:rPr lang="fr-FR" sz="2000" b="1" dirty="0">
                  <a:solidFill>
                    <a:srgbClr val="53565A"/>
                  </a:solidFill>
                  <a:latin typeface="Century Gothic" panose="020B0502020202020204" pitchFamily="34" charset="0"/>
                  <a:cs typeface="Calibri" panose="020F0502020204030204" pitchFamily="34" charset="0"/>
                </a:rPr>
                <a:t>Premières p</a:t>
              </a:r>
              <a:r>
                <a:rPr lang="fr-FR" sz="2000" b="1" noProof="0" dirty="0" err="1">
                  <a:solidFill>
                    <a:srgbClr val="53565A"/>
                  </a:solidFill>
                  <a:latin typeface="Century Gothic" panose="020B0502020202020204" pitchFamily="34" charset="0"/>
                  <a:cs typeface="Calibri" panose="020F0502020204030204" pitchFamily="34" charset="0"/>
                </a:rPr>
                <a:t>rojections</a:t>
              </a:r>
              <a:r>
                <a:rPr lang="fr-FR" sz="2000" b="1" noProof="0" dirty="0">
                  <a:solidFill>
                    <a:srgbClr val="53565A"/>
                  </a:solidFill>
                  <a:latin typeface="Century Gothic" panose="020B0502020202020204" pitchFamily="34" charset="0"/>
                  <a:cs typeface="Calibri" panose="020F0502020204030204" pitchFamily="34" charset="0"/>
                </a:rPr>
                <a:t> des impacts IT 				</a:t>
              </a:r>
              <a:r>
                <a:rPr lang="fr-FR" sz="2000" dirty="0">
                  <a:solidFill>
                    <a:srgbClr val="53565A"/>
                  </a:solidFill>
                  <a:latin typeface="Century Gothic" panose="020B0502020202020204" pitchFamily="34" charset="0"/>
                  <a:cs typeface="Calibri" panose="020F0502020204030204" pitchFamily="34" charset="0"/>
                </a:rPr>
                <a:t>(~05min)</a:t>
              </a:r>
              <a:endParaRPr lang="fr-FR" sz="2000" noProof="0" dirty="0">
                <a:solidFill>
                  <a:srgbClr val="53565A"/>
                </a:solidFill>
                <a:latin typeface="Century Gothic" panose="020B0502020202020204" pitchFamily="34" charset="0"/>
                <a:cs typeface="Calibri" panose="020F0502020204030204" pitchFamily="34" charset="0"/>
              </a:endParaRPr>
            </a:p>
          </p:txBody>
        </p:sp>
        <p:grpSp>
          <p:nvGrpSpPr>
            <p:cNvPr id="30" name="Groupe 29">
              <a:extLst>
                <a:ext uri="{FF2B5EF4-FFF2-40B4-BE49-F238E27FC236}">
                  <a16:creationId xmlns:a16="http://schemas.microsoft.com/office/drawing/2014/main" id="{F7F266D1-D328-4EA6-C3E1-20839A2A68E4}"/>
                </a:ext>
              </a:extLst>
            </p:cNvPr>
            <p:cNvGrpSpPr/>
            <p:nvPr/>
          </p:nvGrpSpPr>
          <p:grpSpPr>
            <a:xfrm>
              <a:off x="552998" y="1341095"/>
              <a:ext cx="466618" cy="466618"/>
              <a:chOff x="552998" y="1339844"/>
              <a:chExt cx="466618" cy="466618"/>
            </a:xfrm>
          </p:grpSpPr>
          <p:pic>
            <p:nvPicPr>
              <p:cNvPr id="31" name="Picture 2" descr="Chevron icon - Download on Iconfinder on Iconfinder">
                <a:extLst>
                  <a:ext uri="{FF2B5EF4-FFF2-40B4-BE49-F238E27FC236}">
                    <a16:creationId xmlns:a16="http://schemas.microsoft.com/office/drawing/2014/main" id="{59E8F082-BE88-1CFB-9563-6AA85C4072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32" name="Ellipse 31">
                <a:extLst>
                  <a:ext uri="{FF2B5EF4-FFF2-40B4-BE49-F238E27FC236}">
                    <a16:creationId xmlns:a16="http://schemas.microsoft.com/office/drawing/2014/main" id="{DCCC0AC7-AA57-3089-5D69-1819FA5086D7}"/>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grpSp>
        <p:nvGrpSpPr>
          <p:cNvPr id="33" name="Groupe 32">
            <a:extLst>
              <a:ext uri="{FF2B5EF4-FFF2-40B4-BE49-F238E27FC236}">
                <a16:creationId xmlns:a16="http://schemas.microsoft.com/office/drawing/2014/main" id="{0098A125-F92E-BA1C-3D00-04F4329CEC7F}"/>
              </a:ext>
            </a:extLst>
          </p:cNvPr>
          <p:cNvGrpSpPr/>
          <p:nvPr/>
        </p:nvGrpSpPr>
        <p:grpSpPr>
          <a:xfrm>
            <a:off x="394982" y="4924277"/>
            <a:ext cx="11051627" cy="489542"/>
            <a:chOff x="552998" y="1329633"/>
            <a:chExt cx="11051627" cy="489542"/>
          </a:xfrm>
        </p:grpSpPr>
        <p:sp>
          <p:nvSpPr>
            <p:cNvPr id="34" name="Rectangle 33">
              <a:extLst>
                <a:ext uri="{FF2B5EF4-FFF2-40B4-BE49-F238E27FC236}">
                  <a16:creationId xmlns:a16="http://schemas.microsoft.com/office/drawing/2014/main" id="{09F18C47-2D94-13E4-B31B-7498C3ED0750}"/>
                </a:ext>
              </a:extLst>
            </p:cNvPr>
            <p:cNvSpPr/>
            <p:nvPr/>
          </p:nvSpPr>
          <p:spPr>
            <a:xfrm>
              <a:off x="1068404" y="1329633"/>
              <a:ext cx="10536221" cy="489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2000" dirty="0">
                  <a:solidFill>
                    <a:srgbClr val="53565A"/>
                  </a:solidFill>
                  <a:latin typeface="Century Gothic" panose="020B0502020202020204" pitchFamily="34" charset="0"/>
                  <a:cs typeface="Calibri" panose="020F0502020204030204" pitchFamily="34" charset="0"/>
                </a:rPr>
                <a:t>[DSP3/PSR] </a:t>
              </a:r>
              <a:r>
                <a:rPr lang="fr-FR" sz="2000" b="1" dirty="0">
                  <a:solidFill>
                    <a:srgbClr val="53565A"/>
                  </a:solidFill>
                  <a:latin typeface="Century Gothic" panose="020B0502020202020204" pitchFamily="34" charset="0"/>
                  <a:cs typeface="Calibri" panose="020F0502020204030204" pitchFamily="34" charset="0"/>
                </a:rPr>
                <a:t>Étapes suivantes 							</a:t>
              </a:r>
              <a:r>
                <a:rPr lang="fr-FR" sz="2000" dirty="0">
                  <a:solidFill>
                    <a:srgbClr val="53565A"/>
                  </a:solidFill>
                  <a:latin typeface="Century Gothic" panose="020B0502020202020204" pitchFamily="34" charset="0"/>
                  <a:cs typeface="Calibri" panose="020F0502020204030204" pitchFamily="34" charset="0"/>
                </a:rPr>
                <a:t>(~05min)</a:t>
              </a:r>
              <a:endParaRPr lang="fr-FR" sz="2000" noProof="0" dirty="0">
                <a:solidFill>
                  <a:srgbClr val="53565A"/>
                </a:solidFill>
                <a:latin typeface="Century Gothic" panose="020B0502020202020204" pitchFamily="34" charset="0"/>
                <a:cs typeface="Calibri" panose="020F0502020204030204" pitchFamily="34" charset="0"/>
              </a:endParaRPr>
            </a:p>
          </p:txBody>
        </p:sp>
        <p:grpSp>
          <p:nvGrpSpPr>
            <p:cNvPr id="35" name="Groupe 34">
              <a:extLst>
                <a:ext uri="{FF2B5EF4-FFF2-40B4-BE49-F238E27FC236}">
                  <a16:creationId xmlns:a16="http://schemas.microsoft.com/office/drawing/2014/main" id="{1D59238D-AE9F-408A-A8FF-33A8D75AC77B}"/>
                </a:ext>
              </a:extLst>
            </p:cNvPr>
            <p:cNvGrpSpPr/>
            <p:nvPr/>
          </p:nvGrpSpPr>
          <p:grpSpPr>
            <a:xfrm>
              <a:off x="552998" y="1341095"/>
              <a:ext cx="466618" cy="466618"/>
              <a:chOff x="552998" y="1339844"/>
              <a:chExt cx="466618" cy="466618"/>
            </a:xfrm>
          </p:grpSpPr>
          <p:pic>
            <p:nvPicPr>
              <p:cNvPr id="36" name="Picture 2" descr="Chevron icon - Download on Iconfinder on Iconfinder">
                <a:extLst>
                  <a:ext uri="{FF2B5EF4-FFF2-40B4-BE49-F238E27FC236}">
                    <a16:creationId xmlns:a16="http://schemas.microsoft.com/office/drawing/2014/main" id="{8EEF5E31-0B93-73D1-FAB4-65C9339C28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998" y="1339844"/>
                <a:ext cx="466618" cy="466618"/>
              </a:xfrm>
              <a:prstGeom prst="rect">
                <a:avLst/>
              </a:prstGeom>
              <a:noFill/>
              <a:extLst>
                <a:ext uri="{909E8E84-426E-40DD-AFC4-6F175D3DCCD1}">
                  <a14:hiddenFill xmlns:a14="http://schemas.microsoft.com/office/drawing/2010/main">
                    <a:solidFill>
                      <a:srgbClr val="FFFFFF"/>
                    </a:solidFill>
                  </a14:hiddenFill>
                </a:ext>
              </a:extLst>
            </p:spPr>
          </p:pic>
          <p:sp>
            <p:nvSpPr>
              <p:cNvPr id="37" name="Ellipse 36">
                <a:extLst>
                  <a:ext uri="{FF2B5EF4-FFF2-40B4-BE49-F238E27FC236}">
                    <a16:creationId xmlns:a16="http://schemas.microsoft.com/office/drawing/2014/main" id="{6422221D-C076-8706-9DC2-0F9052B603C6}"/>
                  </a:ext>
                </a:extLst>
              </p:cNvPr>
              <p:cNvSpPr/>
              <p:nvPr/>
            </p:nvSpPr>
            <p:spPr>
              <a:xfrm>
                <a:off x="575485" y="138287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noProof="0" dirty="0">
                  <a:solidFill>
                    <a:schemeClr val="accent6"/>
                  </a:solidFill>
                  <a:latin typeface="Century Gothic" panose="020B0502020202020204" pitchFamily="34" charset="0"/>
                </a:endParaRPr>
              </a:p>
            </p:txBody>
          </p:sp>
        </p:grpSp>
      </p:grpSp>
    </p:spTree>
    <p:extLst>
      <p:ext uri="{BB962C8B-B14F-4D97-AF65-F5344CB8AC3E}">
        <p14:creationId xmlns:p14="http://schemas.microsoft.com/office/powerpoint/2010/main" val="28097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561786B3-FD9B-DF3B-413B-1387A1CA68D1}"/>
              </a:ext>
            </a:extLst>
          </p:cNvPr>
          <p:cNvSpPr>
            <a:spLocks noGrp="1"/>
          </p:cNvSpPr>
          <p:nvPr>
            <p:ph type="ctrTitle"/>
          </p:nvPr>
        </p:nvSpPr>
        <p:spPr>
          <a:xfrm>
            <a:off x="720000" y="2169000"/>
            <a:ext cx="10980000" cy="2520000"/>
          </a:xfrm>
        </p:spPr>
        <p:txBody>
          <a:bodyPr anchor="ctr"/>
          <a:lstStyle/>
          <a:p>
            <a:r>
              <a:rPr lang="fr-FR" dirty="0"/>
              <a:t>Rappel des objectifs </a:t>
            </a:r>
            <a:br>
              <a:rPr lang="fr-FR" dirty="0"/>
            </a:br>
            <a:r>
              <a:rPr lang="fr-FR" dirty="0"/>
              <a:t>du GT Architectures réglementaires</a:t>
            </a:r>
          </a:p>
        </p:txBody>
      </p:sp>
      <p:sp>
        <p:nvSpPr>
          <p:cNvPr id="5" name="Espace réservé du numéro de diapositive 4">
            <a:extLst>
              <a:ext uri="{FF2B5EF4-FFF2-40B4-BE49-F238E27FC236}">
                <a16:creationId xmlns:a16="http://schemas.microsoft.com/office/drawing/2014/main" id="{01F8D775-85C7-E068-0B9D-C35D8491CA8B}"/>
              </a:ext>
            </a:extLst>
          </p:cNvPr>
          <p:cNvSpPr>
            <a:spLocks noGrp="1"/>
          </p:cNvSpPr>
          <p:nvPr>
            <p:ph type="sldNum" sz="quarter" idx="4294967295"/>
          </p:nvPr>
        </p:nvSpPr>
        <p:spPr>
          <a:xfrm>
            <a:off x="705996" y="6174395"/>
            <a:ext cx="540000" cy="252000"/>
          </a:xfrm>
          <a:prstGeom prst="rect">
            <a:avLst/>
          </a:prstGeom>
        </p:spPr>
        <p:txBody>
          <a:bodyPr vert="horz" lIns="91440" tIns="45720" rIns="91440" bIns="45720" rtlCol="0" anchor="ctr">
            <a:normAutofit/>
          </a:bodyPr>
          <a:lstStyle>
            <a:defPPr>
              <a:defRPr lang="fr-FR"/>
            </a:defPPr>
            <a:lvl1pPr marL="0" algn="l" defTabSz="914400" rtl="0" eaLnBrk="1" latinLnBrk="0" hangingPunct="1">
              <a:defRPr sz="1000" b="1"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75A587B-5814-4D9B-9598-FE9CB954CB01}" type="slidenum">
              <a:rPr lang="fr-FR" smtClean="0"/>
              <a:pPr/>
              <a:t>3</a:t>
            </a:fld>
            <a:endParaRPr lang="fr-FR"/>
          </a:p>
        </p:txBody>
      </p:sp>
    </p:spTree>
    <p:extLst>
      <p:ext uri="{BB962C8B-B14F-4D97-AF65-F5344CB8AC3E}">
        <p14:creationId xmlns:p14="http://schemas.microsoft.com/office/powerpoint/2010/main" val="130340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F6EC-28DA-6454-05CA-A9F9BF844A91}"/>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205F398-EFE7-59A4-F3E9-EDCF247443B3}"/>
              </a:ext>
            </a:extLst>
          </p:cNvPr>
          <p:cNvSpPr>
            <a:spLocks noGrp="1"/>
          </p:cNvSpPr>
          <p:nvPr>
            <p:ph type="body" sz="quarter" idx="10"/>
          </p:nvPr>
        </p:nvSpPr>
        <p:spPr>
          <a:xfrm>
            <a:off x="626536" y="305510"/>
            <a:ext cx="10955864" cy="602540"/>
          </a:xfrm>
        </p:spPr>
        <p:txBody>
          <a:bodyPr vert="horz" lIns="0" tIns="0" rIns="0" bIns="0" rtlCol="0" anchor="ctr">
            <a:noAutofit/>
          </a:bodyPr>
          <a:lstStyle/>
          <a:p>
            <a:r>
              <a:rPr lang="fr-FR" sz="1800" dirty="0"/>
              <a:t>Face à la multiplication des chantiers réglementaires transverses le GT vise à coordonner les réponses architecturales Groupe</a:t>
            </a:r>
            <a:endParaRPr lang="en-US" sz="1800" dirty="0"/>
          </a:p>
        </p:txBody>
      </p:sp>
      <p:grpSp>
        <p:nvGrpSpPr>
          <p:cNvPr id="5" name="Groupe 4">
            <a:extLst>
              <a:ext uri="{FF2B5EF4-FFF2-40B4-BE49-F238E27FC236}">
                <a16:creationId xmlns:a16="http://schemas.microsoft.com/office/drawing/2014/main" id="{A72F6476-4AA2-FBAD-9EA6-C53CB7BF4EB0}"/>
              </a:ext>
            </a:extLst>
          </p:cNvPr>
          <p:cNvGrpSpPr/>
          <p:nvPr/>
        </p:nvGrpSpPr>
        <p:grpSpPr>
          <a:xfrm>
            <a:off x="1432786" y="1498011"/>
            <a:ext cx="3352097" cy="944907"/>
            <a:chOff x="1397520" y="1767725"/>
            <a:chExt cx="3352097" cy="944907"/>
          </a:xfrm>
        </p:grpSpPr>
        <p:sp>
          <p:nvSpPr>
            <p:cNvPr id="20" name="Shape 2">
              <a:extLst>
                <a:ext uri="{FF2B5EF4-FFF2-40B4-BE49-F238E27FC236}">
                  <a16:creationId xmlns:a16="http://schemas.microsoft.com/office/drawing/2014/main" id="{A8BEAEA8-EF08-8AEE-655C-901209566B80}"/>
                </a:ext>
              </a:extLst>
            </p:cNvPr>
            <p:cNvSpPr/>
            <p:nvPr/>
          </p:nvSpPr>
          <p:spPr>
            <a:xfrm>
              <a:off x="1397520" y="1767725"/>
              <a:ext cx="3352097" cy="944907"/>
            </a:xfrm>
            <a:prstGeom prst="roundRect">
              <a:avLst>
                <a:gd name="adj" fmla="val 50000"/>
              </a:avLst>
            </a:prstGeom>
            <a:solidFill>
              <a:schemeClr val="accent3">
                <a:lumMod val="20000"/>
                <a:lumOff val="80000"/>
              </a:schemeClr>
            </a:solidFill>
            <a:ln/>
            <a:effectLst>
              <a:outerShdw blurRad="101600" dist="38100" dir="8100000" algn="bl" rotWithShape="0">
                <a:srgbClr val="000000">
                  <a:alpha val="15000"/>
                </a:srgbClr>
              </a:outerShdw>
            </a:effectLst>
          </p:spPr>
          <p:txBody>
            <a:bodyPr anchor="ctr"/>
            <a:lstStyle/>
            <a:p>
              <a:endParaRPr lang="en-US" dirty="0"/>
            </a:p>
          </p:txBody>
        </p:sp>
        <p:sp>
          <p:nvSpPr>
            <p:cNvPr id="21" name="Text 3">
              <a:extLst>
                <a:ext uri="{FF2B5EF4-FFF2-40B4-BE49-F238E27FC236}">
                  <a16:creationId xmlns:a16="http://schemas.microsoft.com/office/drawing/2014/main" id="{D9115467-0737-5691-94E7-CBE161195C82}"/>
                </a:ext>
              </a:extLst>
            </p:cNvPr>
            <p:cNvSpPr/>
            <p:nvPr/>
          </p:nvSpPr>
          <p:spPr>
            <a:xfrm>
              <a:off x="1525310" y="1901645"/>
              <a:ext cx="3054214" cy="677067"/>
            </a:xfrm>
            <a:prstGeom prst="rect">
              <a:avLst/>
            </a:prstGeom>
            <a:noFill/>
            <a:ln/>
          </p:spPr>
          <p:txBody>
            <a:bodyPr wrap="square" rtlCol="0" anchor="ctr"/>
            <a:lstStyle/>
            <a:p>
              <a:pPr marL="0" indent="0">
                <a:buNone/>
              </a:pPr>
              <a:r>
                <a:rPr lang="fr-FR" sz="1600" b="1" dirty="0">
                  <a:solidFill>
                    <a:schemeClr val="tx1">
                      <a:lumMod val="50000"/>
                    </a:schemeClr>
                  </a:solidFill>
                  <a:latin typeface="Georgia" pitchFamily="34" charset="0"/>
                  <a:ea typeface="Georgia" pitchFamily="34" charset="-122"/>
                  <a:cs typeface="Georgia" pitchFamily="34" charset="-120"/>
                </a:rPr>
                <a:t>Identifier les opportunités de mutualisation</a:t>
              </a:r>
              <a:endParaRPr lang="en-US" sz="1600" dirty="0">
                <a:solidFill>
                  <a:schemeClr val="tx1">
                    <a:lumMod val="50000"/>
                  </a:schemeClr>
                </a:solidFill>
              </a:endParaRPr>
            </a:p>
          </p:txBody>
        </p:sp>
      </p:grpSp>
      <p:sp>
        <p:nvSpPr>
          <p:cNvPr id="50" name="ZoneTexte 49">
            <a:extLst>
              <a:ext uri="{FF2B5EF4-FFF2-40B4-BE49-F238E27FC236}">
                <a16:creationId xmlns:a16="http://schemas.microsoft.com/office/drawing/2014/main" id="{2B621B4D-CC97-B9E4-FC48-8A19B7069742}"/>
              </a:ext>
            </a:extLst>
          </p:cNvPr>
          <p:cNvSpPr txBox="1"/>
          <p:nvPr/>
        </p:nvSpPr>
        <p:spPr>
          <a:xfrm>
            <a:off x="633555" y="1416466"/>
            <a:ext cx="748923" cy="1107996"/>
          </a:xfrm>
          <a:prstGeom prst="rect">
            <a:avLst/>
          </a:prstGeom>
          <a:noFill/>
        </p:spPr>
        <p:txBody>
          <a:bodyPr wrap="none" rtlCol="0">
            <a:spAutoFit/>
          </a:bodyPr>
          <a:lstStyle/>
          <a:p>
            <a:r>
              <a:rPr lang="fr-FR" sz="6600" b="1" dirty="0">
                <a:solidFill>
                  <a:srgbClr val="006A4E"/>
                </a:solidFill>
                <a:latin typeface="+mj-lt"/>
              </a:rPr>
              <a:t>1</a:t>
            </a:r>
            <a:endParaRPr lang="en-US" sz="6600" b="1" dirty="0">
              <a:solidFill>
                <a:srgbClr val="006A4E"/>
              </a:solidFill>
              <a:latin typeface="+mj-lt"/>
            </a:endParaRPr>
          </a:p>
        </p:txBody>
      </p:sp>
      <p:sp>
        <p:nvSpPr>
          <p:cNvPr id="6" name="Rectangle 5">
            <a:extLst>
              <a:ext uri="{FF2B5EF4-FFF2-40B4-BE49-F238E27FC236}">
                <a16:creationId xmlns:a16="http://schemas.microsoft.com/office/drawing/2014/main" id="{55D274DB-7D06-EEC9-D433-77D69F9527E0}"/>
              </a:ext>
            </a:extLst>
          </p:cNvPr>
          <p:cNvSpPr/>
          <p:nvPr/>
        </p:nvSpPr>
        <p:spPr>
          <a:xfrm>
            <a:off x="5004098" y="1498011"/>
            <a:ext cx="6583065" cy="944907"/>
          </a:xfrm>
          <a:prstGeom prst="rect">
            <a:avLst/>
          </a:prstGeom>
          <a:solidFill>
            <a:schemeClr val="bg1">
              <a:lumMod val="95000"/>
            </a:schemeClr>
          </a:solidFill>
          <a:ln>
            <a:solidFill>
              <a:srgbClr val="006A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96000"/>
            <a:r>
              <a:rPr lang="fr-FR" sz="1400" dirty="0">
                <a:solidFill>
                  <a:srgbClr val="38393A"/>
                </a:solidFill>
              </a:rPr>
              <a:t>Mutualiser les réponses lorsque les exigences convergent, afin de partager solutions, coûts, risques, etc.</a:t>
            </a:r>
            <a:endParaRPr lang="en-US" sz="1400" dirty="0">
              <a:solidFill>
                <a:srgbClr val="38393A"/>
              </a:solidFill>
            </a:endParaRPr>
          </a:p>
        </p:txBody>
      </p:sp>
      <p:sp>
        <p:nvSpPr>
          <p:cNvPr id="4" name="Triangle isocèle 3">
            <a:extLst>
              <a:ext uri="{FF2B5EF4-FFF2-40B4-BE49-F238E27FC236}">
                <a16:creationId xmlns:a16="http://schemas.microsoft.com/office/drawing/2014/main" id="{1A039B44-84F2-B31F-C271-CE8C61E01B74}"/>
              </a:ext>
            </a:extLst>
          </p:cNvPr>
          <p:cNvSpPr/>
          <p:nvPr/>
        </p:nvSpPr>
        <p:spPr>
          <a:xfrm rot="5400000">
            <a:off x="4713825" y="1799435"/>
            <a:ext cx="935550" cy="34205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e 7">
            <a:extLst>
              <a:ext uri="{FF2B5EF4-FFF2-40B4-BE49-F238E27FC236}">
                <a16:creationId xmlns:a16="http://schemas.microsoft.com/office/drawing/2014/main" id="{6462589B-9C3F-8C15-9145-8E20C3B5A014}"/>
              </a:ext>
            </a:extLst>
          </p:cNvPr>
          <p:cNvGrpSpPr/>
          <p:nvPr/>
        </p:nvGrpSpPr>
        <p:grpSpPr>
          <a:xfrm>
            <a:off x="1423119" y="3140422"/>
            <a:ext cx="3352097" cy="944907"/>
            <a:chOff x="1397520" y="1767725"/>
            <a:chExt cx="3352097" cy="944907"/>
          </a:xfrm>
        </p:grpSpPr>
        <p:sp>
          <p:nvSpPr>
            <p:cNvPr id="10" name="Shape 2">
              <a:extLst>
                <a:ext uri="{FF2B5EF4-FFF2-40B4-BE49-F238E27FC236}">
                  <a16:creationId xmlns:a16="http://schemas.microsoft.com/office/drawing/2014/main" id="{1007D12B-8E3C-323F-696B-CF4695F5DDF0}"/>
                </a:ext>
              </a:extLst>
            </p:cNvPr>
            <p:cNvSpPr/>
            <p:nvPr/>
          </p:nvSpPr>
          <p:spPr>
            <a:xfrm>
              <a:off x="1397520" y="1767725"/>
              <a:ext cx="3352097" cy="944907"/>
            </a:xfrm>
            <a:prstGeom prst="roundRect">
              <a:avLst>
                <a:gd name="adj" fmla="val 50000"/>
              </a:avLst>
            </a:prstGeom>
            <a:solidFill>
              <a:schemeClr val="accent3">
                <a:lumMod val="20000"/>
                <a:lumOff val="80000"/>
              </a:schemeClr>
            </a:solidFill>
            <a:ln/>
            <a:effectLst>
              <a:outerShdw blurRad="101600" dist="38100" dir="8100000" algn="bl" rotWithShape="0">
                <a:srgbClr val="000000">
                  <a:alpha val="15000"/>
                </a:srgbClr>
              </a:outerShdw>
            </a:effectLst>
          </p:spPr>
          <p:txBody>
            <a:bodyPr anchor="ctr"/>
            <a:lstStyle/>
            <a:p>
              <a:endParaRPr lang="en-US" dirty="0"/>
            </a:p>
          </p:txBody>
        </p:sp>
        <p:sp>
          <p:nvSpPr>
            <p:cNvPr id="11" name="Text 3">
              <a:extLst>
                <a:ext uri="{FF2B5EF4-FFF2-40B4-BE49-F238E27FC236}">
                  <a16:creationId xmlns:a16="http://schemas.microsoft.com/office/drawing/2014/main" id="{E7F6C081-01AB-8AB3-C655-BD5BE0A820AE}"/>
                </a:ext>
              </a:extLst>
            </p:cNvPr>
            <p:cNvSpPr/>
            <p:nvPr/>
          </p:nvSpPr>
          <p:spPr>
            <a:xfrm>
              <a:off x="1525310" y="1901645"/>
              <a:ext cx="3054214" cy="677067"/>
            </a:xfrm>
            <a:prstGeom prst="rect">
              <a:avLst/>
            </a:prstGeom>
            <a:noFill/>
            <a:ln/>
          </p:spPr>
          <p:txBody>
            <a:bodyPr wrap="square" rtlCol="0" anchor="ctr"/>
            <a:lstStyle/>
            <a:p>
              <a:r>
                <a:rPr lang="fr-FR" sz="1600" b="1" dirty="0">
                  <a:solidFill>
                    <a:schemeClr val="tx1">
                      <a:lumMod val="50000"/>
                    </a:schemeClr>
                  </a:solidFill>
                  <a:latin typeface="Georgia" pitchFamily="34" charset="0"/>
                  <a:ea typeface="Georgia" pitchFamily="34" charset="-122"/>
                  <a:cs typeface="Georgia" pitchFamily="34" charset="-120"/>
                </a:rPr>
                <a:t>Orienter les stratégies de mise en œuvre</a:t>
              </a:r>
              <a:endParaRPr lang="en-US" sz="1600" dirty="0">
                <a:solidFill>
                  <a:schemeClr val="tx1">
                    <a:lumMod val="50000"/>
                  </a:schemeClr>
                </a:solidFill>
              </a:endParaRPr>
            </a:p>
          </p:txBody>
        </p:sp>
      </p:grpSp>
      <p:sp>
        <p:nvSpPr>
          <p:cNvPr id="12" name="ZoneTexte 11">
            <a:extLst>
              <a:ext uri="{FF2B5EF4-FFF2-40B4-BE49-F238E27FC236}">
                <a16:creationId xmlns:a16="http://schemas.microsoft.com/office/drawing/2014/main" id="{0923822E-8403-19D6-0191-14BC39AE01D5}"/>
              </a:ext>
            </a:extLst>
          </p:cNvPr>
          <p:cNvSpPr txBox="1"/>
          <p:nvPr/>
        </p:nvSpPr>
        <p:spPr>
          <a:xfrm>
            <a:off x="623888" y="3058877"/>
            <a:ext cx="748923" cy="1107996"/>
          </a:xfrm>
          <a:prstGeom prst="rect">
            <a:avLst/>
          </a:prstGeom>
          <a:noFill/>
        </p:spPr>
        <p:txBody>
          <a:bodyPr wrap="none" rtlCol="0">
            <a:spAutoFit/>
          </a:bodyPr>
          <a:lstStyle/>
          <a:p>
            <a:r>
              <a:rPr lang="fr-FR" sz="6600" b="1" dirty="0">
                <a:solidFill>
                  <a:srgbClr val="006A4E"/>
                </a:solidFill>
                <a:latin typeface="+mj-lt"/>
              </a:rPr>
              <a:t>2</a:t>
            </a:r>
            <a:endParaRPr lang="en-US" sz="6600" b="1" dirty="0">
              <a:solidFill>
                <a:srgbClr val="006A4E"/>
              </a:solidFill>
              <a:latin typeface="+mj-lt"/>
            </a:endParaRPr>
          </a:p>
        </p:txBody>
      </p:sp>
      <p:sp>
        <p:nvSpPr>
          <p:cNvPr id="14" name="Rectangle 13">
            <a:extLst>
              <a:ext uri="{FF2B5EF4-FFF2-40B4-BE49-F238E27FC236}">
                <a16:creationId xmlns:a16="http://schemas.microsoft.com/office/drawing/2014/main" id="{96622565-E78F-0E6D-E1F7-4390BB5F9B89}"/>
              </a:ext>
            </a:extLst>
          </p:cNvPr>
          <p:cNvSpPr/>
          <p:nvPr/>
        </p:nvSpPr>
        <p:spPr>
          <a:xfrm>
            <a:off x="5004098" y="3140422"/>
            <a:ext cx="6583065" cy="944907"/>
          </a:xfrm>
          <a:prstGeom prst="rect">
            <a:avLst/>
          </a:prstGeom>
          <a:solidFill>
            <a:schemeClr val="bg1">
              <a:lumMod val="95000"/>
            </a:schemeClr>
          </a:solidFill>
          <a:ln>
            <a:solidFill>
              <a:srgbClr val="006A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96000"/>
            <a:r>
              <a:rPr lang="fr-FR" sz="1400" dirty="0">
                <a:solidFill>
                  <a:srgbClr val="38393A"/>
                </a:solidFill>
              </a:rPr>
              <a:t>Arbitrer par composant entre </a:t>
            </a:r>
            <a:r>
              <a:rPr lang="fr-FR" sz="1400" dirty="0" err="1">
                <a:solidFill>
                  <a:srgbClr val="38393A"/>
                </a:solidFill>
              </a:rPr>
              <a:t>build</a:t>
            </a:r>
            <a:r>
              <a:rPr lang="fr-FR" sz="1400" dirty="0">
                <a:solidFill>
                  <a:srgbClr val="38393A"/>
                </a:solidFill>
              </a:rPr>
              <a:t>, </a:t>
            </a:r>
            <a:r>
              <a:rPr lang="fr-FR" sz="1400" dirty="0" err="1">
                <a:solidFill>
                  <a:srgbClr val="38393A"/>
                </a:solidFill>
              </a:rPr>
              <a:t>buy</a:t>
            </a:r>
            <a:r>
              <a:rPr lang="fr-FR" sz="1400" dirty="0">
                <a:solidFill>
                  <a:srgbClr val="38393A"/>
                </a:solidFill>
              </a:rPr>
              <a:t> ou évolution d’existant, en optimisant l’effort Groupe.</a:t>
            </a:r>
            <a:endParaRPr lang="en-US" sz="1400" dirty="0">
              <a:solidFill>
                <a:srgbClr val="38393A"/>
              </a:solidFill>
            </a:endParaRPr>
          </a:p>
        </p:txBody>
      </p:sp>
      <p:sp>
        <p:nvSpPr>
          <p:cNvPr id="15" name="Triangle isocèle 14">
            <a:extLst>
              <a:ext uri="{FF2B5EF4-FFF2-40B4-BE49-F238E27FC236}">
                <a16:creationId xmlns:a16="http://schemas.microsoft.com/office/drawing/2014/main" id="{B2A706E3-F5B9-E592-6090-666A2DD11E22}"/>
              </a:ext>
            </a:extLst>
          </p:cNvPr>
          <p:cNvSpPr/>
          <p:nvPr/>
        </p:nvSpPr>
        <p:spPr>
          <a:xfrm rot="5400000">
            <a:off x="4713825" y="3441846"/>
            <a:ext cx="935550" cy="34205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e 15">
            <a:extLst>
              <a:ext uri="{FF2B5EF4-FFF2-40B4-BE49-F238E27FC236}">
                <a16:creationId xmlns:a16="http://schemas.microsoft.com/office/drawing/2014/main" id="{4C96A09B-144A-657C-923F-584B8E3CA731}"/>
              </a:ext>
            </a:extLst>
          </p:cNvPr>
          <p:cNvGrpSpPr/>
          <p:nvPr/>
        </p:nvGrpSpPr>
        <p:grpSpPr>
          <a:xfrm>
            <a:off x="1413452" y="4782833"/>
            <a:ext cx="3352097" cy="944907"/>
            <a:chOff x="1397520" y="1767725"/>
            <a:chExt cx="3352097" cy="944907"/>
          </a:xfrm>
        </p:grpSpPr>
        <p:sp>
          <p:nvSpPr>
            <p:cNvPr id="17" name="Shape 2">
              <a:extLst>
                <a:ext uri="{FF2B5EF4-FFF2-40B4-BE49-F238E27FC236}">
                  <a16:creationId xmlns:a16="http://schemas.microsoft.com/office/drawing/2014/main" id="{68D1F06A-CD87-5705-0832-D700C5F17208}"/>
                </a:ext>
              </a:extLst>
            </p:cNvPr>
            <p:cNvSpPr/>
            <p:nvPr/>
          </p:nvSpPr>
          <p:spPr>
            <a:xfrm>
              <a:off x="1397520" y="1767725"/>
              <a:ext cx="3352097" cy="944907"/>
            </a:xfrm>
            <a:prstGeom prst="roundRect">
              <a:avLst>
                <a:gd name="adj" fmla="val 50000"/>
              </a:avLst>
            </a:prstGeom>
            <a:solidFill>
              <a:schemeClr val="accent3">
                <a:lumMod val="20000"/>
                <a:lumOff val="80000"/>
              </a:schemeClr>
            </a:solidFill>
            <a:ln/>
            <a:effectLst>
              <a:outerShdw blurRad="101600" dist="38100" dir="8100000" algn="bl" rotWithShape="0">
                <a:srgbClr val="000000">
                  <a:alpha val="15000"/>
                </a:srgbClr>
              </a:outerShdw>
            </a:effectLst>
          </p:spPr>
          <p:txBody>
            <a:bodyPr anchor="ctr"/>
            <a:lstStyle/>
            <a:p>
              <a:endParaRPr lang="en-US" dirty="0"/>
            </a:p>
          </p:txBody>
        </p:sp>
        <p:sp>
          <p:nvSpPr>
            <p:cNvPr id="18" name="Text 3">
              <a:extLst>
                <a:ext uri="{FF2B5EF4-FFF2-40B4-BE49-F238E27FC236}">
                  <a16:creationId xmlns:a16="http://schemas.microsoft.com/office/drawing/2014/main" id="{97320F33-FD21-231D-9FB8-CB4D296DFE50}"/>
                </a:ext>
              </a:extLst>
            </p:cNvPr>
            <p:cNvSpPr/>
            <p:nvPr/>
          </p:nvSpPr>
          <p:spPr>
            <a:xfrm>
              <a:off x="1525310" y="1901645"/>
              <a:ext cx="3132000" cy="677067"/>
            </a:xfrm>
            <a:prstGeom prst="rect">
              <a:avLst/>
            </a:prstGeom>
            <a:noFill/>
            <a:ln/>
          </p:spPr>
          <p:txBody>
            <a:bodyPr wrap="square" rtlCol="0" anchor="ctr"/>
            <a:lstStyle/>
            <a:p>
              <a:r>
                <a:rPr lang="fr-FR" sz="1600" b="1" dirty="0">
                  <a:solidFill>
                    <a:schemeClr val="tx1">
                      <a:lumMod val="50000"/>
                    </a:schemeClr>
                  </a:solidFill>
                  <a:latin typeface="Georgia" pitchFamily="34" charset="0"/>
                  <a:ea typeface="Georgia" pitchFamily="34" charset="-122"/>
                  <a:cs typeface="Georgia" pitchFamily="34" charset="-120"/>
                </a:rPr>
                <a:t>Accompagner à la définition d’architectures cibles</a:t>
              </a:r>
              <a:endParaRPr lang="en-US" sz="1600" dirty="0">
                <a:solidFill>
                  <a:schemeClr val="tx1">
                    <a:lumMod val="50000"/>
                  </a:schemeClr>
                </a:solidFill>
              </a:endParaRPr>
            </a:p>
          </p:txBody>
        </p:sp>
      </p:grpSp>
      <p:sp>
        <p:nvSpPr>
          <p:cNvPr id="19" name="ZoneTexte 18">
            <a:extLst>
              <a:ext uri="{FF2B5EF4-FFF2-40B4-BE49-F238E27FC236}">
                <a16:creationId xmlns:a16="http://schemas.microsoft.com/office/drawing/2014/main" id="{66E8EBBA-C16D-9F97-81A0-42B846BC0CA3}"/>
              </a:ext>
            </a:extLst>
          </p:cNvPr>
          <p:cNvSpPr txBox="1"/>
          <p:nvPr/>
        </p:nvSpPr>
        <p:spPr>
          <a:xfrm>
            <a:off x="614221" y="4701288"/>
            <a:ext cx="748923" cy="1107996"/>
          </a:xfrm>
          <a:prstGeom prst="rect">
            <a:avLst/>
          </a:prstGeom>
          <a:noFill/>
        </p:spPr>
        <p:txBody>
          <a:bodyPr wrap="none" rtlCol="0">
            <a:spAutoFit/>
          </a:bodyPr>
          <a:lstStyle/>
          <a:p>
            <a:r>
              <a:rPr lang="fr-FR" sz="6600" b="1" dirty="0">
                <a:solidFill>
                  <a:srgbClr val="006A4E"/>
                </a:solidFill>
                <a:latin typeface="+mj-lt"/>
              </a:rPr>
              <a:t>3</a:t>
            </a:r>
            <a:endParaRPr lang="en-US" sz="6600" b="1" dirty="0">
              <a:solidFill>
                <a:srgbClr val="006A4E"/>
              </a:solidFill>
              <a:latin typeface="+mj-lt"/>
            </a:endParaRPr>
          </a:p>
        </p:txBody>
      </p:sp>
      <p:sp>
        <p:nvSpPr>
          <p:cNvPr id="23" name="Rectangle 22">
            <a:extLst>
              <a:ext uri="{FF2B5EF4-FFF2-40B4-BE49-F238E27FC236}">
                <a16:creationId xmlns:a16="http://schemas.microsoft.com/office/drawing/2014/main" id="{F61CACFA-9BAA-CF1F-15C2-B2C03F7A0E8B}"/>
              </a:ext>
            </a:extLst>
          </p:cNvPr>
          <p:cNvSpPr/>
          <p:nvPr/>
        </p:nvSpPr>
        <p:spPr>
          <a:xfrm>
            <a:off x="5004098" y="4782833"/>
            <a:ext cx="6583065" cy="944907"/>
          </a:xfrm>
          <a:prstGeom prst="rect">
            <a:avLst/>
          </a:prstGeom>
          <a:solidFill>
            <a:schemeClr val="bg1">
              <a:lumMod val="95000"/>
            </a:schemeClr>
          </a:solidFill>
          <a:ln>
            <a:solidFill>
              <a:srgbClr val="006A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96000"/>
            <a:r>
              <a:rPr lang="fr-FR" sz="1400" dirty="0">
                <a:solidFill>
                  <a:srgbClr val="38393A"/>
                </a:solidFill>
              </a:rPr>
              <a:t>Définir un cadre de référence (patterns, standards, architectures, etc.) pour faciliter et accélérer les transformations des entités.</a:t>
            </a:r>
            <a:endParaRPr lang="en-US" sz="1400" dirty="0">
              <a:solidFill>
                <a:srgbClr val="38393A"/>
              </a:solidFill>
            </a:endParaRPr>
          </a:p>
        </p:txBody>
      </p:sp>
      <p:sp>
        <p:nvSpPr>
          <p:cNvPr id="24" name="Triangle isocèle 23">
            <a:extLst>
              <a:ext uri="{FF2B5EF4-FFF2-40B4-BE49-F238E27FC236}">
                <a16:creationId xmlns:a16="http://schemas.microsoft.com/office/drawing/2014/main" id="{143FEB09-3BBB-1C6A-316A-662E6E1D7E03}"/>
              </a:ext>
            </a:extLst>
          </p:cNvPr>
          <p:cNvSpPr/>
          <p:nvPr/>
        </p:nvSpPr>
        <p:spPr>
          <a:xfrm rot="5400000">
            <a:off x="4713825" y="5084257"/>
            <a:ext cx="935550" cy="34205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50817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49DC-D25F-1D2F-8638-3ED408B4A0BE}"/>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7275B71-19CC-18DB-9869-0D3D4028C92D}"/>
              </a:ext>
            </a:extLst>
          </p:cNvPr>
          <p:cNvSpPr>
            <a:spLocks noGrp="1"/>
          </p:cNvSpPr>
          <p:nvPr>
            <p:ph type="body" sz="quarter" idx="10"/>
          </p:nvPr>
        </p:nvSpPr>
        <p:spPr>
          <a:xfrm>
            <a:off x="626536" y="305510"/>
            <a:ext cx="10955864" cy="602540"/>
          </a:xfrm>
        </p:spPr>
        <p:txBody>
          <a:bodyPr vert="horz" lIns="0" tIns="0" rIns="0" bIns="0" rtlCol="0" anchor="ctr">
            <a:noAutofit/>
          </a:bodyPr>
          <a:lstStyle/>
          <a:p>
            <a:r>
              <a:rPr lang="fr-FR" sz="1800" dirty="0"/>
              <a:t>3 étapes pour mener un </a:t>
            </a:r>
            <a:r>
              <a:rPr lang="fr-FR" sz="1800" dirty="0">
                <a:solidFill>
                  <a:schemeClr val="accent5"/>
                </a:solidFill>
              </a:rPr>
              <a:t>niveau 2 </a:t>
            </a:r>
            <a:r>
              <a:rPr lang="fr-FR" sz="1800" dirty="0"/>
              <a:t>: une démarche construite en coordination avec les entités dites « lead » et leurs inputs</a:t>
            </a:r>
            <a:endParaRPr lang="en-US" sz="1800" dirty="0"/>
          </a:p>
        </p:txBody>
      </p:sp>
      <p:sp>
        <p:nvSpPr>
          <p:cNvPr id="3" name="TextBox 5">
            <a:extLst>
              <a:ext uri="{FF2B5EF4-FFF2-40B4-BE49-F238E27FC236}">
                <a16:creationId xmlns:a16="http://schemas.microsoft.com/office/drawing/2014/main" id="{BA33F518-4284-907B-38A2-DEE6B5528B74}"/>
              </a:ext>
            </a:extLst>
          </p:cNvPr>
          <p:cNvSpPr txBox="1"/>
          <p:nvPr/>
        </p:nvSpPr>
        <p:spPr>
          <a:xfrm>
            <a:off x="1217315" y="1365657"/>
            <a:ext cx="9757370" cy="430887"/>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Après priorisation des réglementations et identification des </a:t>
            </a:r>
            <a:r>
              <a:rPr kumimoji="0" lang="fr-FR" sz="1400" b="1" i="0"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entités lead*</a:t>
            </a:r>
            <a:r>
              <a:rPr kumimoji="0" lang="fr-FR" sz="1400" b="0" i="0"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 le GT conduit les travaux en 3 étapes successives pour construire une réponse IT groupe adaptée aux besoins des entités :</a:t>
            </a:r>
            <a:endParaRPr kumimoji="0" lang="fr-FR" sz="1400" b="1" i="0"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endParaRPr>
          </a:p>
        </p:txBody>
      </p:sp>
      <p:sp>
        <p:nvSpPr>
          <p:cNvPr id="28" name="Rectangle: Rounded Corners 6">
            <a:extLst>
              <a:ext uri="{FF2B5EF4-FFF2-40B4-BE49-F238E27FC236}">
                <a16:creationId xmlns:a16="http://schemas.microsoft.com/office/drawing/2014/main" id="{63165FBE-A51B-7108-F0D3-D993A8C107E6}"/>
              </a:ext>
            </a:extLst>
          </p:cNvPr>
          <p:cNvSpPr/>
          <p:nvPr/>
        </p:nvSpPr>
        <p:spPr>
          <a:xfrm>
            <a:off x="623888" y="2129218"/>
            <a:ext cx="3259032" cy="3751884"/>
          </a:xfrm>
          <a:prstGeom prst="roundRect">
            <a:avLst>
              <a:gd name="adj" fmla="val 1799"/>
            </a:avLst>
          </a:prstGeom>
          <a:noFill/>
          <a:ln>
            <a:solidFill>
              <a:srgbClr val="006A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ASA Orbiter"/>
              <a:ea typeface="+mn-ea"/>
              <a:cs typeface="+mn-cs"/>
            </a:endParaRPr>
          </a:p>
        </p:txBody>
      </p:sp>
      <p:sp>
        <p:nvSpPr>
          <p:cNvPr id="29" name="TextBox 31">
            <a:extLst>
              <a:ext uri="{FF2B5EF4-FFF2-40B4-BE49-F238E27FC236}">
                <a16:creationId xmlns:a16="http://schemas.microsoft.com/office/drawing/2014/main" id="{326D818D-06A7-0198-C1BC-4D00F0C1A3CB}"/>
              </a:ext>
            </a:extLst>
          </p:cNvPr>
          <p:cNvSpPr txBox="1"/>
          <p:nvPr/>
        </p:nvSpPr>
        <p:spPr>
          <a:xfrm>
            <a:off x="868315" y="2978478"/>
            <a:ext cx="2770178" cy="210826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fr-FR" sz="1600" b="1" i="0" u="none" strike="noStrike" kern="1200" cap="none" spc="0" normalizeH="0" baseline="0" noProof="0" dirty="0">
                <a:ln>
                  <a:noFill/>
                </a:ln>
                <a:solidFill>
                  <a:srgbClr val="006A4E"/>
                </a:solidFill>
                <a:effectLst/>
                <a:uLnTx/>
                <a:uFillTx/>
                <a:ea typeface="+mn-ea"/>
                <a:cs typeface="+mn-cs"/>
              </a:rPr>
              <a:t>Analyse détaillée des impacts sur les capacités SI</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fr-FR" sz="1200" dirty="0">
                <a:solidFill>
                  <a:srgbClr val="00002C"/>
                </a:solidFill>
              </a:rPr>
              <a:t>C</a:t>
            </a:r>
            <a:r>
              <a:rPr kumimoji="0" lang="fr-FR" sz="1200" i="0" u="none" strike="noStrike" kern="1200" cap="none" spc="0" normalizeH="0" baseline="0" noProof="0" dirty="0" err="1">
                <a:ln>
                  <a:noFill/>
                </a:ln>
                <a:solidFill>
                  <a:srgbClr val="00002C"/>
                </a:solidFill>
                <a:effectLst/>
                <a:uLnTx/>
                <a:uFillTx/>
                <a:ea typeface="+mn-ea"/>
                <a:cs typeface="+mn-cs"/>
              </a:rPr>
              <a:t>artographie</a:t>
            </a:r>
            <a:r>
              <a:rPr kumimoji="0" lang="fr-FR" sz="1200" i="0" u="none" strike="noStrike" kern="1200" cap="none" spc="0" normalizeH="0" baseline="0" noProof="0" dirty="0">
                <a:ln>
                  <a:noFill/>
                </a:ln>
                <a:solidFill>
                  <a:srgbClr val="00002C"/>
                </a:solidFill>
                <a:effectLst/>
                <a:uLnTx/>
                <a:uFillTx/>
                <a:ea typeface="+mn-ea"/>
                <a:cs typeface="+mn-cs"/>
              </a:rPr>
              <a:t> des exigences fonctionnelles</a:t>
            </a:r>
            <a:endParaRPr kumimoji="0" lang="fr-FR" sz="900" i="1" u="none" strike="noStrike" kern="1200" cap="none" spc="0" normalizeH="0" baseline="0" noProof="0" dirty="0">
              <a:ln>
                <a:noFill/>
              </a:ln>
              <a:solidFill>
                <a:srgbClr val="00002C"/>
              </a:solidFill>
              <a:effectLst/>
              <a:uLnTx/>
              <a:uFillTx/>
              <a:ea typeface="+mn-ea"/>
              <a:cs typeface="+mn-cs"/>
            </a:endParaRP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fr-FR" sz="1200" dirty="0">
                <a:solidFill>
                  <a:srgbClr val="00002C"/>
                </a:solidFill>
              </a:rPr>
              <a:t>Analyse ciblée de l’existant</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Définition de la macroarchitecture cible </a:t>
            </a:r>
            <a:r>
              <a:rPr kumimoji="0" lang="fr-FR" sz="900" i="1" u="none" strike="noStrike" kern="1200" cap="none" spc="0" normalizeH="0" baseline="0" noProof="0" dirty="0">
                <a:ln>
                  <a:noFill/>
                </a:ln>
                <a:solidFill>
                  <a:srgbClr val="00002C"/>
                </a:solidFill>
                <a:effectLst/>
                <a:uLnTx/>
                <a:uFillTx/>
                <a:ea typeface="+mn-ea"/>
                <a:cs typeface="+mn-cs"/>
              </a:rPr>
              <a:t>(input </a:t>
            </a:r>
            <a:r>
              <a:rPr lang="fr-FR" sz="900" i="1" dirty="0">
                <a:solidFill>
                  <a:srgbClr val="00002C"/>
                </a:solidFill>
              </a:rPr>
              <a:t>d</a:t>
            </a:r>
            <a:r>
              <a:rPr kumimoji="0" lang="fr-FR" sz="900" i="1" u="none" strike="noStrike" kern="1200" cap="none" spc="0" normalizeH="0" baseline="0" noProof="0" dirty="0">
                <a:ln>
                  <a:noFill/>
                </a:ln>
                <a:solidFill>
                  <a:srgbClr val="00002C"/>
                </a:solidFill>
                <a:effectLst/>
                <a:uLnTx/>
                <a:uFillTx/>
                <a:ea typeface="+mn-ea"/>
                <a:cs typeface="+mn-cs"/>
              </a:rPr>
              <a:t>es entités les plus avancées)</a:t>
            </a:r>
            <a:endParaRPr kumimoji="0" lang="fr-FR" sz="1200" i="1" u="none" strike="noStrike" kern="1200" cap="none" spc="0" normalizeH="0" baseline="0" noProof="0" dirty="0">
              <a:ln>
                <a:noFill/>
              </a:ln>
              <a:solidFill>
                <a:srgbClr val="00002C"/>
              </a:solidFill>
              <a:effectLst/>
              <a:uLnTx/>
              <a:uFillTx/>
              <a:ea typeface="+mn-ea"/>
              <a:cs typeface="+mn-cs"/>
            </a:endParaRPr>
          </a:p>
        </p:txBody>
      </p:sp>
      <p:sp>
        <p:nvSpPr>
          <p:cNvPr id="30" name="Rectangle 29">
            <a:extLst>
              <a:ext uri="{FF2B5EF4-FFF2-40B4-BE49-F238E27FC236}">
                <a16:creationId xmlns:a16="http://schemas.microsoft.com/office/drawing/2014/main" id="{3279E0DB-EB02-A105-EDF5-7066ECAE9454}"/>
              </a:ext>
            </a:extLst>
          </p:cNvPr>
          <p:cNvSpPr/>
          <p:nvPr/>
        </p:nvSpPr>
        <p:spPr>
          <a:xfrm>
            <a:off x="1601597" y="5568614"/>
            <a:ext cx="1303613" cy="144000"/>
          </a:xfrm>
          <a:prstGeom prst="rect">
            <a:avLst/>
          </a:prstGeom>
          <a:blipFill dpi="0" rotWithShape="1">
            <a:blip r:embed="rId3">
              <a:alphaModFix amt="10000"/>
            </a:blip>
            <a:srcRect/>
            <a:tile tx="0" ty="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TASA Orbiter"/>
              <a:ea typeface="+mn-ea"/>
              <a:cs typeface="+mn-cs"/>
            </a:endParaRPr>
          </a:p>
        </p:txBody>
      </p:sp>
      <p:sp>
        <p:nvSpPr>
          <p:cNvPr id="31" name="Rectangle: Rounded Corners 35">
            <a:extLst>
              <a:ext uri="{FF2B5EF4-FFF2-40B4-BE49-F238E27FC236}">
                <a16:creationId xmlns:a16="http://schemas.microsoft.com/office/drawing/2014/main" id="{EC6E744C-1172-E5DC-7B88-147A106A138E}"/>
              </a:ext>
            </a:extLst>
          </p:cNvPr>
          <p:cNvSpPr/>
          <p:nvPr/>
        </p:nvSpPr>
        <p:spPr>
          <a:xfrm>
            <a:off x="4466484" y="2129220"/>
            <a:ext cx="3259032" cy="3751882"/>
          </a:xfrm>
          <a:prstGeom prst="roundRect">
            <a:avLst>
              <a:gd name="adj" fmla="val 1799"/>
            </a:avLst>
          </a:prstGeom>
          <a:noFill/>
          <a:ln>
            <a:solidFill>
              <a:srgbClr val="006A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TASA Orbiter"/>
              <a:ea typeface="+mn-ea"/>
              <a:cs typeface="+mn-cs"/>
            </a:endParaRPr>
          </a:p>
        </p:txBody>
      </p:sp>
      <p:sp>
        <p:nvSpPr>
          <p:cNvPr id="32" name="Oval 36">
            <a:extLst>
              <a:ext uri="{FF2B5EF4-FFF2-40B4-BE49-F238E27FC236}">
                <a16:creationId xmlns:a16="http://schemas.microsoft.com/office/drawing/2014/main" id="{75D117EB-FD61-AD66-69D9-5700167F3B5C}"/>
              </a:ext>
            </a:extLst>
          </p:cNvPr>
          <p:cNvSpPr/>
          <p:nvPr/>
        </p:nvSpPr>
        <p:spPr>
          <a:xfrm>
            <a:off x="5808000" y="2267670"/>
            <a:ext cx="576000" cy="576000"/>
          </a:xfrm>
          <a:prstGeom prst="ellipse">
            <a:avLst/>
          </a:prstGeom>
          <a:gradFill>
            <a:gsLst>
              <a:gs pos="85000">
                <a:schemeClr val="tx1">
                  <a:alpha val="0"/>
                </a:schemeClr>
              </a:gs>
              <a:gs pos="15000">
                <a:schemeClr val="tx1">
                  <a:alpha val="5000"/>
                </a:schemeClr>
              </a:gs>
            </a:gsLst>
            <a:lin ang="2700000" scaled="1"/>
          </a:gradFill>
          <a:ln w="6350" cap="flat">
            <a:gradFill flip="none" rotWithShape="1">
              <a:gsLst>
                <a:gs pos="85000">
                  <a:schemeClr val="tx1">
                    <a:alpha val="0"/>
                  </a:schemeClr>
                </a:gs>
                <a:gs pos="15000">
                  <a:schemeClr val="tx1">
                    <a:alpha val="20000"/>
                  </a:schemeClr>
                </a:gs>
              </a:gsLst>
              <a:lin ang="2700000" scaled="1"/>
              <a:tileRect/>
            </a:gradFill>
            <a:prstDash val="solid"/>
            <a:miter/>
          </a:ln>
        </p:spPr>
        <p:txBody>
          <a:bodyPr wrap="square" lIns="270000" tIns="216000" rIns="270000" bIns="216000" rtlCol="0" anchor="t">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fr-FR" sz="2000" b="1" i="0" u="none" strike="noStrike" kern="1200" cap="none" spc="-50" normalizeH="0" baseline="0" noProof="0">
              <a:ln>
                <a:noFill/>
              </a:ln>
              <a:solidFill>
                <a:srgbClr val="00002C"/>
              </a:solidFill>
              <a:effectLst/>
              <a:uLnTx/>
              <a:uFillTx/>
              <a:latin typeface="TASA Orbiter"/>
              <a:ea typeface="+mn-ea"/>
              <a:cs typeface="+mn-cs"/>
            </a:endParaRPr>
          </a:p>
        </p:txBody>
      </p:sp>
      <p:sp>
        <p:nvSpPr>
          <p:cNvPr id="33" name="TextBox 38">
            <a:extLst>
              <a:ext uri="{FF2B5EF4-FFF2-40B4-BE49-F238E27FC236}">
                <a16:creationId xmlns:a16="http://schemas.microsoft.com/office/drawing/2014/main" id="{ABA8FBF6-FF89-1D64-97B9-EA7F1AF30CF9}"/>
              </a:ext>
            </a:extLst>
          </p:cNvPr>
          <p:cNvSpPr txBox="1"/>
          <p:nvPr/>
        </p:nvSpPr>
        <p:spPr>
          <a:xfrm>
            <a:off x="4566000" y="2978478"/>
            <a:ext cx="3060000" cy="169277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fr-FR" sz="1600" b="1" i="0" u="none" strike="noStrike" kern="1200" cap="none" spc="0" normalizeH="0" baseline="0" noProof="0" dirty="0">
                <a:ln>
                  <a:noFill/>
                </a:ln>
                <a:solidFill>
                  <a:srgbClr val="006A4E"/>
                </a:solidFill>
                <a:effectLst/>
                <a:uLnTx/>
                <a:uFillTx/>
                <a:ea typeface="+mn-ea"/>
                <a:cs typeface="+mn-cs"/>
              </a:rPr>
              <a:t>Évaluation des capacités et des impacts techniques</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Analyse d’impact par couche architecturale</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Evaluation des capacités techniques requises (composant par composant)</a:t>
            </a:r>
          </a:p>
        </p:txBody>
      </p:sp>
      <p:sp>
        <p:nvSpPr>
          <p:cNvPr id="34" name="Rectangle 33">
            <a:extLst>
              <a:ext uri="{FF2B5EF4-FFF2-40B4-BE49-F238E27FC236}">
                <a16:creationId xmlns:a16="http://schemas.microsoft.com/office/drawing/2014/main" id="{3F2804D8-E9F4-9A97-D2D3-F4D395A175FB}"/>
              </a:ext>
            </a:extLst>
          </p:cNvPr>
          <p:cNvSpPr/>
          <p:nvPr/>
        </p:nvSpPr>
        <p:spPr>
          <a:xfrm>
            <a:off x="5376000" y="5568614"/>
            <a:ext cx="1440000" cy="144000"/>
          </a:xfrm>
          <a:prstGeom prst="rect">
            <a:avLst/>
          </a:prstGeom>
          <a:blipFill dpi="0" rotWithShape="1">
            <a:blip r:embed="rId3">
              <a:alphaModFix amt="10000"/>
            </a:blip>
            <a:srcRect/>
            <a:tile tx="0" ty="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TASA Orbiter"/>
              <a:ea typeface="+mn-ea"/>
              <a:cs typeface="+mn-cs"/>
            </a:endParaRPr>
          </a:p>
        </p:txBody>
      </p:sp>
      <p:sp>
        <p:nvSpPr>
          <p:cNvPr id="35" name="Rectangle: Rounded Corners 41">
            <a:extLst>
              <a:ext uri="{FF2B5EF4-FFF2-40B4-BE49-F238E27FC236}">
                <a16:creationId xmlns:a16="http://schemas.microsoft.com/office/drawing/2014/main" id="{59C70604-C913-CCAE-B979-CA17809CB9F7}"/>
              </a:ext>
            </a:extLst>
          </p:cNvPr>
          <p:cNvSpPr/>
          <p:nvPr/>
        </p:nvSpPr>
        <p:spPr>
          <a:xfrm>
            <a:off x="8323368" y="2129219"/>
            <a:ext cx="3259032" cy="3751883"/>
          </a:xfrm>
          <a:prstGeom prst="roundRect">
            <a:avLst>
              <a:gd name="adj" fmla="val 1799"/>
            </a:avLst>
          </a:prstGeom>
          <a:noFill/>
          <a:ln>
            <a:solidFill>
              <a:srgbClr val="006A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TASA Orbiter"/>
              <a:ea typeface="+mn-ea"/>
              <a:cs typeface="+mn-cs"/>
            </a:endParaRPr>
          </a:p>
        </p:txBody>
      </p:sp>
      <p:sp>
        <p:nvSpPr>
          <p:cNvPr id="36" name="Oval 42">
            <a:extLst>
              <a:ext uri="{FF2B5EF4-FFF2-40B4-BE49-F238E27FC236}">
                <a16:creationId xmlns:a16="http://schemas.microsoft.com/office/drawing/2014/main" id="{B9ADAD06-A8C4-3905-DD42-D3A940F8FCC0}"/>
              </a:ext>
            </a:extLst>
          </p:cNvPr>
          <p:cNvSpPr/>
          <p:nvPr/>
        </p:nvSpPr>
        <p:spPr>
          <a:xfrm>
            <a:off x="9664884" y="2267671"/>
            <a:ext cx="576000" cy="576000"/>
          </a:xfrm>
          <a:prstGeom prst="ellipse">
            <a:avLst/>
          </a:prstGeom>
          <a:gradFill>
            <a:gsLst>
              <a:gs pos="85000">
                <a:schemeClr val="tx1">
                  <a:alpha val="0"/>
                </a:schemeClr>
              </a:gs>
              <a:gs pos="15000">
                <a:schemeClr val="tx1">
                  <a:alpha val="5000"/>
                </a:schemeClr>
              </a:gs>
            </a:gsLst>
            <a:lin ang="2700000" scaled="1"/>
          </a:gradFill>
          <a:ln w="6350" cap="flat">
            <a:gradFill flip="none" rotWithShape="1">
              <a:gsLst>
                <a:gs pos="85000">
                  <a:schemeClr val="tx1">
                    <a:alpha val="0"/>
                  </a:schemeClr>
                </a:gs>
                <a:gs pos="15000">
                  <a:schemeClr val="tx1">
                    <a:alpha val="20000"/>
                  </a:schemeClr>
                </a:gs>
              </a:gsLst>
              <a:lin ang="2700000" scaled="1"/>
              <a:tileRect/>
            </a:gradFill>
            <a:prstDash val="solid"/>
            <a:miter/>
          </a:ln>
        </p:spPr>
        <p:txBody>
          <a:bodyPr wrap="square" lIns="270000" tIns="216000" rIns="270000" bIns="216000" rtlCol="0" anchor="t">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fr-FR" sz="2000" b="1" i="0" u="none" strike="noStrike" kern="1200" cap="none" spc="-50" normalizeH="0" baseline="0" noProof="0">
              <a:ln>
                <a:noFill/>
              </a:ln>
              <a:solidFill>
                <a:srgbClr val="00002C"/>
              </a:solidFill>
              <a:effectLst/>
              <a:uLnTx/>
              <a:uFillTx/>
              <a:latin typeface="TASA Orbiter"/>
              <a:ea typeface="+mn-ea"/>
              <a:cs typeface="+mn-cs"/>
            </a:endParaRPr>
          </a:p>
        </p:txBody>
      </p:sp>
      <p:sp>
        <p:nvSpPr>
          <p:cNvPr id="37" name="TextBox 44">
            <a:extLst>
              <a:ext uri="{FF2B5EF4-FFF2-40B4-BE49-F238E27FC236}">
                <a16:creationId xmlns:a16="http://schemas.microsoft.com/office/drawing/2014/main" id="{9526A4CD-175D-4BE1-F11A-98925BE2A8F0}"/>
              </a:ext>
            </a:extLst>
          </p:cNvPr>
          <p:cNvSpPr txBox="1"/>
          <p:nvPr/>
        </p:nvSpPr>
        <p:spPr>
          <a:xfrm>
            <a:off x="8422884" y="2978479"/>
            <a:ext cx="3060000" cy="229293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fr-FR" sz="1600" b="1" i="0" u="none" strike="noStrike" kern="1200" cap="none" spc="0" normalizeH="0" baseline="0" noProof="0" dirty="0">
                <a:ln>
                  <a:noFill/>
                </a:ln>
                <a:solidFill>
                  <a:srgbClr val="006A4E"/>
                </a:solidFill>
                <a:effectLst/>
                <a:uLnTx/>
                <a:uFillTx/>
                <a:ea typeface="+mn-ea"/>
                <a:cs typeface="+mn-cs"/>
              </a:rPr>
              <a:t>Production des réponses IT (techniques et architecturales)</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Accompagnement des entités dans </a:t>
            </a:r>
            <a:br>
              <a:rPr kumimoji="0" lang="fr-FR" sz="1200" i="0" u="none" strike="noStrike" kern="1200" cap="none" spc="0" normalizeH="0" baseline="0" noProof="0" dirty="0">
                <a:ln>
                  <a:noFill/>
                </a:ln>
                <a:solidFill>
                  <a:srgbClr val="00002C"/>
                </a:solidFill>
                <a:effectLst/>
                <a:uLnTx/>
                <a:uFillTx/>
                <a:ea typeface="+mn-ea"/>
                <a:cs typeface="+mn-cs"/>
              </a:rPr>
            </a:br>
            <a:r>
              <a:rPr kumimoji="0" lang="fr-FR" sz="1200" i="0" u="none" strike="noStrike" kern="1200" cap="none" spc="0" normalizeH="0" baseline="0" noProof="0" dirty="0">
                <a:ln>
                  <a:noFill/>
                </a:ln>
                <a:solidFill>
                  <a:srgbClr val="00002C"/>
                </a:solidFill>
                <a:effectLst/>
                <a:uLnTx/>
                <a:uFillTx/>
                <a:ea typeface="+mn-ea"/>
                <a:cs typeface="+mn-cs"/>
              </a:rPr>
              <a:t>l’évaluation</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Identification des opportunités de </a:t>
            </a:r>
            <a:br>
              <a:rPr kumimoji="0" lang="fr-FR" sz="1200" i="0" u="none" strike="noStrike" kern="1200" cap="none" spc="0" normalizeH="0" baseline="0" noProof="0" dirty="0">
                <a:ln>
                  <a:noFill/>
                </a:ln>
                <a:solidFill>
                  <a:srgbClr val="00002C"/>
                </a:solidFill>
                <a:effectLst/>
                <a:uLnTx/>
                <a:uFillTx/>
                <a:ea typeface="+mn-ea"/>
                <a:cs typeface="+mn-cs"/>
              </a:rPr>
            </a:br>
            <a:r>
              <a:rPr kumimoji="0" lang="fr-FR" sz="1200" i="0" u="none" strike="noStrike" kern="1200" cap="none" spc="0" normalizeH="0" baseline="0" noProof="0" dirty="0">
                <a:ln>
                  <a:noFill/>
                </a:ln>
                <a:solidFill>
                  <a:srgbClr val="00002C"/>
                </a:solidFill>
                <a:effectLst/>
                <a:uLnTx/>
                <a:uFillTx/>
                <a:ea typeface="+mn-ea"/>
                <a:cs typeface="+mn-cs"/>
              </a:rPr>
              <a:t>mutualisation </a:t>
            </a:r>
          </a:p>
          <a:p>
            <a:pPr marL="171450" marR="0" lvl="0" indent="-171450"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i="0" u="none" strike="noStrike" kern="1200" cap="none" spc="0" normalizeH="0" baseline="0" noProof="0" dirty="0">
                <a:ln>
                  <a:noFill/>
                </a:ln>
                <a:solidFill>
                  <a:srgbClr val="00002C"/>
                </a:solidFill>
                <a:effectLst/>
                <a:uLnTx/>
                <a:uFillTx/>
                <a:ea typeface="+mn-ea"/>
                <a:cs typeface="+mn-cs"/>
              </a:rPr>
              <a:t>Complétion du cadre d’architecture du Groupe</a:t>
            </a:r>
          </a:p>
        </p:txBody>
      </p:sp>
      <p:sp>
        <p:nvSpPr>
          <p:cNvPr id="38" name="Rectangle 37">
            <a:extLst>
              <a:ext uri="{FF2B5EF4-FFF2-40B4-BE49-F238E27FC236}">
                <a16:creationId xmlns:a16="http://schemas.microsoft.com/office/drawing/2014/main" id="{C4F07750-5804-8D43-83DF-21FB4998F867}"/>
              </a:ext>
            </a:extLst>
          </p:cNvPr>
          <p:cNvSpPr/>
          <p:nvPr/>
        </p:nvSpPr>
        <p:spPr>
          <a:xfrm>
            <a:off x="9232884" y="5568615"/>
            <a:ext cx="1440000" cy="144000"/>
          </a:xfrm>
          <a:prstGeom prst="rect">
            <a:avLst/>
          </a:prstGeom>
          <a:blipFill dpi="0" rotWithShape="1">
            <a:blip r:embed="rId3">
              <a:alphaModFix amt="10000"/>
            </a:blip>
            <a:srcRect/>
            <a:tile tx="0" ty="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TASA Orbiter"/>
              <a:ea typeface="+mn-ea"/>
              <a:cs typeface="+mn-cs"/>
            </a:endParaRPr>
          </a:p>
        </p:txBody>
      </p:sp>
      <p:pic>
        <p:nvPicPr>
          <p:cNvPr id="39" name="Graphic 47" descr="Badge avec un remplissage uni">
            <a:extLst>
              <a:ext uri="{FF2B5EF4-FFF2-40B4-BE49-F238E27FC236}">
                <a16:creationId xmlns:a16="http://schemas.microsoft.com/office/drawing/2014/main" id="{2ABB16F9-B085-0C40-0DF5-3B2EDD4706B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916000" y="2375670"/>
            <a:ext cx="360000" cy="360000"/>
          </a:xfrm>
          <a:prstGeom prst="rect">
            <a:avLst/>
          </a:prstGeom>
        </p:spPr>
      </p:pic>
      <p:pic>
        <p:nvPicPr>
          <p:cNvPr id="40" name="Graphic 58" descr="Badge 3 avec un remplissage uni">
            <a:extLst>
              <a:ext uri="{FF2B5EF4-FFF2-40B4-BE49-F238E27FC236}">
                <a16:creationId xmlns:a16="http://schemas.microsoft.com/office/drawing/2014/main" id="{B61D01A4-B6A6-2074-F03E-4BD33DFDA0E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772884" y="2375671"/>
            <a:ext cx="360000" cy="360000"/>
          </a:xfrm>
          <a:prstGeom prst="rect">
            <a:avLst/>
          </a:prstGeom>
        </p:spPr>
      </p:pic>
      <p:sp>
        <p:nvSpPr>
          <p:cNvPr id="41" name="Oval 28">
            <a:extLst>
              <a:ext uri="{FF2B5EF4-FFF2-40B4-BE49-F238E27FC236}">
                <a16:creationId xmlns:a16="http://schemas.microsoft.com/office/drawing/2014/main" id="{399AB23B-05E6-9D05-CC83-A8F245D5DDC5}"/>
              </a:ext>
            </a:extLst>
          </p:cNvPr>
          <p:cNvSpPr/>
          <p:nvPr/>
        </p:nvSpPr>
        <p:spPr>
          <a:xfrm>
            <a:off x="1965404" y="2267670"/>
            <a:ext cx="576000" cy="576000"/>
          </a:xfrm>
          <a:prstGeom prst="ellipse">
            <a:avLst/>
          </a:prstGeom>
          <a:gradFill>
            <a:gsLst>
              <a:gs pos="85000">
                <a:schemeClr val="tx1">
                  <a:alpha val="0"/>
                </a:schemeClr>
              </a:gs>
              <a:gs pos="15000">
                <a:schemeClr val="tx1">
                  <a:alpha val="5000"/>
                </a:schemeClr>
              </a:gs>
            </a:gsLst>
            <a:lin ang="2700000" scaled="1"/>
          </a:gradFill>
          <a:ln w="6350" cap="flat">
            <a:gradFill flip="none" rotWithShape="1">
              <a:gsLst>
                <a:gs pos="85000">
                  <a:schemeClr val="tx1">
                    <a:alpha val="0"/>
                  </a:schemeClr>
                </a:gs>
                <a:gs pos="15000">
                  <a:schemeClr val="tx1">
                    <a:alpha val="20000"/>
                  </a:schemeClr>
                </a:gs>
              </a:gsLst>
              <a:lin ang="2700000" scaled="1"/>
              <a:tileRect/>
            </a:gradFill>
            <a:prstDash val="solid"/>
            <a:miter/>
          </a:ln>
        </p:spPr>
        <p:txBody>
          <a:bodyPr wrap="square" lIns="270000" tIns="216000" rIns="270000" bIns="216000" rtlCol="0" anchor="t">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fr-FR" sz="2000" b="1" i="0" u="none" strike="noStrike" kern="1200" cap="none" spc="-50" normalizeH="0" baseline="0" noProof="0" dirty="0">
              <a:ln>
                <a:noFill/>
              </a:ln>
              <a:solidFill>
                <a:srgbClr val="00002C"/>
              </a:solidFill>
              <a:effectLst/>
              <a:uLnTx/>
              <a:uFillTx/>
              <a:latin typeface="TASA Orbiter"/>
              <a:ea typeface="+mn-ea"/>
              <a:cs typeface="+mn-cs"/>
            </a:endParaRPr>
          </a:p>
        </p:txBody>
      </p:sp>
      <p:pic>
        <p:nvPicPr>
          <p:cNvPr id="42" name="Graphic 30" descr="Badge 1 avec un remplissage uni">
            <a:extLst>
              <a:ext uri="{FF2B5EF4-FFF2-40B4-BE49-F238E27FC236}">
                <a16:creationId xmlns:a16="http://schemas.microsoft.com/office/drawing/2014/main" id="{651FEE8C-D113-FF36-22EA-5AFA9F26120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73404" y="2375670"/>
            <a:ext cx="360000" cy="360000"/>
          </a:xfrm>
          <a:prstGeom prst="rect">
            <a:avLst/>
          </a:prstGeom>
        </p:spPr>
      </p:pic>
      <p:sp>
        <p:nvSpPr>
          <p:cNvPr id="47" name="TextBox 5">
            <a:extLst>
              <a:ext uri="{FF2B5EF4-FFF2-40B4-BE49-F238E27FC236}">
                <a16:creationId xmlns:a16="http://schemas.microsoft.com/office/drawing/2014/main" id="{099B4DC3-E451-B8A2-D036-85F390007A0B}"/>
              </a:ext>
            </a:extLst>
          </p:cNvPr>
          <p:cNvSpPr txBox="1"/>
          <p:nvPr/>
        </p:nvSpPr>
        <p:spPr>
          <a:xfrm>
            <a:off x="754756" y="6166838"/>
            <a:ext cx="6541591" cy="323165"/>
          </a:xfrm>
          <a:prstGeom prst="rect">
            <a:avLst/>
          </a:prstGeom>
          <a:noFill/>
        </p:spPr>
        <p:txBody>
          <a:bodyPr wrap="square" lIns="0" tIns="0" rIns="0" bIns="0" rtlCol="0" anchor="ctr">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50" b="0" i="1"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a:t>
            </a:r>
            <a:r>
              <a:rPr kumimoji="0" lang="fr-FR" sz="1050" b="1" i="1"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Entités</a:t>
            </a:r>
            <a:r>
              <a:rPr kumimoji="0" lang="fr-FR" sz="1050" b="0" i="1"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rPr>
              <a:t> ayant déjà amorcé des travaux et réflexions autour de la réglementation traitée ou celles susceptibles d’être fortement impactées.</a:t>
            </a:r>
            <a:endParaRPr kumimoji="0" lang="fr-FR" sz="1050" b="1" i="1" u="none" strike="noStrike" kern="1200" cap="none" spc="0" normalizeH="0" baseline="0" noProof="0" dirty="0">
              <a:ln>
                <a:noFill/>
              </a:ln>
              <a:solidFill>
                <a:srgbClr val="00002C"/>
              </a:solidFill>
              <a:effectLst/>
              <a:uLnTx/>
              <a:uFillTx/>
              <a:ea typeface="Arial" panose="020B0906030804020204" pitchFamily="34" charset="0"/>
              <a:cs typeface="Arial" panose="020B0906030804020204" pitchFamily="34" charset="0"/>
            </a:endParaRPr>
          </a:p>
        </p:txBody>
      </p:sp>
      <p:sp>
        <p:nvSpPr>
          <p:cNvPr id="4" name="Rectangle : coins arrondis 3">
            <a:extLst>
              <a:ext uri="{FF2B5EF4-FFF2-40B4-BE49-F238E27FC236}">
                <a16:creationId xmlns:a16="http://schemas.microsoft.com/office/drawing/2014/main" id="{917F1A8F-7608-E23A-89F2-5C41E0129BC3}"/>
              </a:ext>
            </a:extLst>
          </p:cNvPr>
          <p:cNvSpPr/>
          <p:nvPr/>
        </p:nvSpPr>
        <p:spPr>
          <a:xfrm>
            <a:off x="8394971" y="5740698"/>
            <a:ext cx="3115827" cy="80187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tx1">
                    <a:lumMod val="50000"/>
                  </a:schemeClr>
                </a:solidFill>
              </a:rPr>
              <a:t>👉Pour la DSP3, le GT ambitionne d’avoir un traitement plus « opérationnel » </a:t>
            </a:r>
            <a:r>
              <a:rPr lang="fr-FR" sz="1100" dirty="0">
                <a:solidFill>
                  <a:schemeClr val="tx1">
                    <a:lumMod val="50000"/>
                  </a:schemeClr>
                </a:solidFill>
              </a:rPr>
              <a:t>au regard des enjeux de la réglementation et des travaux engagés sur DSP2.</a:t>
            </a:r>
          </a:p>
        </p:txBody>
      </p:sp>
    </p:spTree>
    <p:extLst>
      <p:ext uri="{BB962C8B-B14F-4D97-AF65-F5344CB8AC3E}">
        <p14:creationId xmlns:p14="http://schemas.microsoft.com/office/powerpoint/2010/main" val="136764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10DE9-9C35-2CAC-7205-C1F657BB0ED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1531F36-F40F-BFA2-2601-33BE6E13A3E8}"/>
              </a:ext>
            </a:extLst>
          </p:cNvPr>
          <p:cNvSpPr>
            <a:spLocks noGrp="1"/>
          </p:cNvSpPr>
          <p:nvPr>
            <p:ph type="body" sz="quarter" idx="10"/>
          </p:nvPr>
        </p:nvSpPr>
        <p:spPr>
          <a:xfrm>
            <a:off x="626536" y="305510"/>
            <a:ext cx="11097826" cy="602540"/>
          </a:xfrm>
        </p:spPr>
        <p:txBody>
          <a:bodyPr vert="horz" lIns="0" tIns="0" rIns="0" bIns="0" rtlCol="0" anchor="ctr">
            <a:noAutofit/>
          </a:bodyPr>
          <a:lstStyle/>
          <a:p>
            <a:r>
              <a:rPr lang="fr-FR" sz="1800" dirty="0"/>
              <a:t>Cycle de traitement d’un </a:t>
            </a:r>
            <a:r>
              <a:rPr lang="fr-FR" sz="1800" dirty="0">
                <a:solidFill>
                  <a:schemeClr val="accent5"/>
                </a:solidFill>
              </a:rPr>
              <a:t>niveau 2 </a:t>
            </a:r>
            <a:r>
              <a:rPr lang="fr-FR" sz="1800" dirty="0"/>
              <a:t>d’une réglementation : un gt mensuel pour remonter les travaux issus des ateliers intermédiaires</a:t>
            </a:r>
            <a:endParaRPr lang="en-US" sz="1800" dirty="0"/>
          </a:p>
        </p:txBody>
      </p:sp>
      <p:sp>
        <p:nvSpPr>
          <p:cNvPr id="71" name="Arrow: Right 11">
            <a:extLst>
              <a:ext uri="{FF2B5EF4-FFF2-40B4-BE49-F238E27FC236}">
                <a16:creationId xmlns:a16="http://schemas.microsoft.com/office/drawing/2014/main" id="{FD6DF36C-6734-CAB6-5DA7-FB4A5B63CBE0}"/>
              </a:ext>
            </a:extLst>
          </p:cNvPr>
          <p:cNvSpPr/>
          <p:nvPr/>
        </p:nvSpPr>
        <p:spPr>
          <a:xfrm>
            <a:off x="623888" y="3696491"/>
            <a:ext cx="10944000" cy="78422"/>
          </a:xfrm>
          <a:prstGeom prst="rightArrow">
            <a:avLst>
              <a:gd name="adj1" fmla="val 100000"/>
              <a:gd name="adj2" fmla="val 19663"/>
            </a:avLst>
          </a:prstGeom>
          <a:gradFill>
            <a:gsLst>
              <a:gs pos="0">
                <a:schemeClr val="accent1">
                  <a:lumMod val="50000"/>
                </a:schemeClr>
              </a:gs>
              <a:gs pos="33000">
                <a:srgbClr val="006A4E"/>
              </a:gs>
              <a:gs pos="66000">
                <a:schemeClr val="accent3">
                  <a:lumMod val="60000"/>
                  <a:lumOff val="40000"/>
                </a:schemeClr>
              </a:gs>
              <a:gs pos="100000">
                <a:schemeClr val="accent4">
                  <a:lumMod val="20000"/>
                  <a:lumOff val="80000"/>
                </a:schemeClr>
              </a:gs>
            </a:gsLst>
            <a:lin ang="19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400" b="0" i="0" u="none" strike="noStrike" kern="0" cap="none" spc="0" normalizeH="0" baseline="0" noProof="0">
              <a:ln>
                <a:noFill/>
              </a:ln>
              <a:solidFill>
                <a:prstClr val="white"/>
              </a:solidFill>
              <a:effectLst/>
              <a:uLnTx/>
              <a:uFillTx/>
              <a:latin typeface="TASA Orbiter"/>
              <a:ea typeface="+mn-ea"/>
              <a:cs typeface="+mn-cs"/>
            </a:endParaRPr>
          </a:p>
        </p:txBody>
      </p:sp>
      <p:grpSp>
        <p:nvGrpSpPr>
          <p:cNvPr id="63" name="Groupe 62">
            <a:extLst>
              <a:ext uri="{FF2B5EF4-FFF2-40B4-BE49-F238E27FC236}">
                <a16:creationId xmlns:a16="http://schemas.microsoft.com/office/drawing/2014/main" id="{F296DECE-A8E8-397F-58DD-C15C27F41571}"/>
              </a:ext>
            </a:extLst>
          </p:cNvPr>
          <p:cNvGrpSpPr/>
          <p:nvPr/>
        </p:nvGrpSpPr>
        <p:grpSpPr>
          <a:xfrm>
            <a:off x="2786696" y="3403675"/>
            <a:ext cx="354328" cy="388921"/>
            <a:chOff x="2786696" y="3055026"/>
            <a:chExt cx="354328" cy="388921"/>
          </a:xfrm>
        </p:grpSpPr>
        <p:sp>
          <p:nvSpPr>
            <p:cNvPr id="72" name="Organigramme : Décision 71">
              <a:extLst>
                <a:ext uri="{FF2B5EF4-FFF2-40B4-BE49-F238E27FC236}">
                  <a16:creationId xmlns:a16="http://schemas.microsoft.com/office/drawing/2014/main" id="{8EC184EF-D552-960C-6299-1FB2E2EDF6BF}"/>
                </a:ext>
              </a:extLst>
            </p:cNvPr>
            <p:cNvSpPr/>
            <p:nvPr/>
          </p:nvSpPr>
          <p:spPr>
            <a:xfrm>
              <a:off x="2908404"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pic>
          <p:nvPicPr>
            <p:cNvPr id="73" name="Image 72">
              <a:extLst>
                <a:ext uri="{FF2B5EF4-FFF2-40B4-BE49-F238E27FC236}">
                  <a16:creationId xmlns:a16="http://schemas.microsoft.com/office/drawing/2014/main" id="{BEFD68C7-66EE-AF0A-0328-D6B8FC585DBC}"/>
                </a:ext>
              </a:extLst>
            </p:cNvPr>
            <p:cNvPicPr>
              <a:picLocks noChangeAspect="1"/>
            </p:cNvPicPr>
            <p:nvPr/>
          </p:nvPicPr>
          <p:blipFill>
            <a:blip r:embed="rId3"/>
            <a:stretch>
              <a:fillRect/>
            </a:stretch>
          </p:blipFill>
          <p:spPr>
            <a:xfrm>
              <a:off x="2786696" y="3055026"/>
              <a:ext cx="354328" cy="371056"/>
            </a:xfrm>
            <a:prstGeom prst="rect">
              <a:avLst/>
            </a:prstGeom>
          </p:spPr>
        </p:pic>
      </p:grpSp>
      <p:grpSp>
        <p:nvGrpSpPr>
          <p:cNvPr id="62" name="Groupe 61">
            <a:extLst>
              <a:ext uri="{FF2B5EF4-FFF2-40B4-BE49-F238E27FC236}">
                <a16:creationId xmlns:a16="http://schemas.microsoft.com/office/drawing/2014/main" id="{F9ED97F0-6B35-192F-CE62-5F262CD4D78F}"/>
              </a:ext>
            </a:extLst>
          </p:cNvPr>
          <p:cNvGrpSpPr/>
          <p:nvPr/>
        </p:nvGrpSpPr>
        <p:grpSpPr>
          <a:xfrm>
            <a:off x="3388631" y="3352875"/>
            <a:ext cx="534121" cy="439721"/>
            <a:chOff x="3388631" y="3004226"/>
            <a:chExt cx="534121" cy="439721"/>
          </a:xfrm>
        </p:grpSpPr>
        <p:grpSp>
          <p:nvGrpSpPr>
            <p:cNvPr id="74" name="Groupe 73">
              <a:extLst>
                <a:ext uri="{FF2B5EF4-FFF2-40B4-BE49-F238E27FC236}">
                  <a16:creationId xmlns:a16="http://schemas.microsoft.com/office/drawing/2014/main" id="{109C2F11-4F99-EFDB-5CA9-56E818337DC6}"/>
                </a:ext>
              </a:extLst>
            </p:cNvPr>
            <p:cNvGrpSpPr/>
            <p:nvPr/>
          </p:nvGrpSpPr>
          <p:grpSpPr>
            <a:xfrm>
              <a:off x="3388631" y="3004226"/>
              <a:ext cx="534121" cy="397469"/>
              <a:chOff x="1301199" y="2433662"/>
              <a:chExt cx="1117940" cy="633426"/>
            </a:xfrm>
          </p:grpSpPr>
          <p:pic>
            <p:nvPicPr>
              <p:cNvPr id="75" name="Image 74">
                <a:extLst>
                  <a:ext uri="{FF2B5EF4-FFF2-40B4-BE49-F238E27FC236}">
                    <a16:creationId xmlns:a16="http://schemas.microsoft.com/office/drawing/2014/main" id="{74DAC64E-D682-C998-D608-DB951E14237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76" name="ZoneTexte 75">
                <a:extLst>
                  <a:ext uri="{FF2B5EF4-FFF2-40B4-BE49-F238E27FC236}">
                    <a16:creationId xmlns:a16="http://schemas.microsoft.com/office/drawing/2014/main" id="{572218B9-3817-B93B-C65C-239A7921DD05}"/>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ea typeface="Calibri bold" panose="020F0702030404030204" pitchFamily="34" charset="0"/>
                    <a:cs typeface="Calibri bold" panose="020F0702030404030204" pitchFamily="34" charset="0"/>
                  </a:rPr>
                  <a:t>Atelier</a:t>
                </a:r>
              </a:p>
            </p:txBody>
          </p:sp>
        </p:grpSp>
        <p:sp>
          <p:nvSpPr>
            <p:cNvPr id="80" name="Organigramme : Décision 79">
              <a:extLst>
                <a:ext uri="{FF2B5EF4-FFF2-40B4-BE49-F238E27FC236}">
                  <a16:creationId xmlns:a16="http://schemas.microsoft.com/office/drawing/2014/main" id="{25C4E837-287F-3E47-4180-60F98496A634}"/>
                </a:ext>
              </a:extLst>
            </p:cNvPr>
            <p:cNvSpPr/>
            <p:nvPr/>
          </p:nvSpPr>
          <p:spPr>
            <a:xfrm>
              <a:off x="3600235"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grpSp>
        <p:nvGrpSpPr>
          <p:cNvPr id="60" name="Groupe 59">
            <a:extLst>
              <a:ext uri="{FF2B5EF4-FFF2-40B4-BE49-F238E27FC236}">
                <a16:creationId xmlns:a16="http://schemas.microsoft.com/office/drawing/2014/main" id="{AA5BB9C1-C1CD-8693-5F91-229D7B658619}"/>
              </a:ext>
            </a:extLst>
          </p:cNvPr>
          <p:cNvGrpSpPr/>
          <p:nvPr/>
        </p:nvGrpSpPr>
        <p:grpSpPr>
          <a:xfrm>
            <a:off x="4952087" y="3352875"/>
            <a:ext cx="534121" cy="439721"/>
            <a:chOff x="4952087" y="3004226"/>
            <a:chExt cx="534121" cy="439721"/>
          </a:xfrm>
        </p:grpSpPr>
        <p:grpSp>
          <p:nvGrpSpPr>
            <p:cNvPr id="77" name="Groupe 76">
              <a:extLst>
                <a:ext uri="{FF2B5EF4-FFF2-40B4-BE49-F238E27FC236}">
                  <a16:creationId xmlns:a16="http://schemas.microsoft.com/office/drawing/2014/main" id="{DD75BAC5-9C70-A4D3-9A00-41BF8DB159EA}"/>
                </a:ext>
              </a:extLst>
            </p:cNvPr>
            <p:cNvGrpSpPr/>
            <p:nvPr/>
          </p:nvGrpSpPr>
          <p:grpSpPr>
            <a:xfrm>
              <a:off x="4952087" y="3004226"/>
              <a:ext cx="534121" cy="397469"/>
              <a:chOff x="1301199" y="2433662"/>
              <a:chExt cx="1117940" cy="633426"/>
            </a:xfrm>
          </p:grpSpPr>
          <p:pic>
            <p:nvPicPr>
              <p:cNvPr id="78" name="Image 77">
                <a:extLst>
                  <a:ext uri="{FF2B5EF4-FFF2-40B4-BE49-F238E27FC236}">
                    <a16:creationId xmlns:a16="http://schemas.microsoft.com/office/drawing/2014/main" id="{2F4A3502-FA36-59D8-9758-39B965783A9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79" name="ZoneTexte 78">
                <a:extLst>
                  <a:ext uri="{FF2B5EF4-FFF2-40B4-BE49-F238E27FC236}">
                    <a16:creationId xmlns:a16="http://schemas.microsoft.com/office/drawing/2014/main" id="{565A8404-6E46-B536-C17D-317A114F3382}"/>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ea typeface="Calibri bold" panose="020F0702030404030204" pitchFamily="34" charset="0"/>
                    <a:cs typeface="Calibri bold" panose="020F0702030404030204" pitchFamily="34" charset="0"/>
                  </a:rPr>
                  <a:t>Atelier</a:t>
                </a:r>
              </a:p>
            </p:txBody>
          </p:sp>
        </p:grpSp>
        <p:sp>
          <p:nvSpPr>
            <p:cNvPr id="81" name="Organigramme : Décision 80">
              <a:extLst>
                <a:ext uri="{FF2B5EF4-FFF2-40B4-BE49-F238E27FC236}">
                  <a16:creationId xmlns:a16="http://schemas.microsoft.com/office/drawing/2014/main" id="{703AF12A-17A8-55E5-C26F-7D50C097DF1A}"/>
                </a:ext>
              </a:extLst>
            </p:cNvPr>
            <p:cNvSpPr/>
            <p:nvPr/>
          </p:nvSpPr>
          <p:spPr>
            <a:xfrm>
              <a:off x="5163691"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grpSp>
        <p:nvGrpSpPr>
          <p:cNvPr id="55" name="Groupe 54">
            <a:extLst>
              <a:ext uri="{FF2B5EF4-FFF2-40B4-BE49-F238E27FC236}">
                <a16:creationId xmlns:a16="http://schemas.microsoft.com/office/drawing/2014/main" id="{E114DC6C-C91A-723C-EC7E-D6274C3142D4}"/>
              </a:ext>
            </a:extLst>
          </p:cNvPr>
          <p:cNvGrpSpPr/>
          <p:nvPr/>
        </p:nvGrpSpPr>
        <p:grpSpPr>
          <a:xfrm>
            <a:off x="10064597" y="3352875"/>
            <a:ext cx="534121" cy="439721"/>
            <a:chOff x="10064597" y="3004226"/>
            <a:chExt cx="534121" cy="439721"/>
          </a:xfrm>
        </p:grpSpPr>
        <p:grpSp>
          <p:nvGrpSpPr>
            <p:cNvPr id="82" name="Groupe 81">
              <a:extLst>
                <a:ext uri="{FF2B5EF4-FFF2-40B4-BE49-F238E27FC236}">
                  <a16:creationId xmlns:a16="http://schemas.microsoft.com/office/drawing/2014/main" id="{43BB8829-62C9-6515-2BB7-045939492E56}"/>
                </a:ext>
              </a:extLst>
            </p:cNvPr>
            <p:cNvGrpSpPr/>
            <p:nvPr/>
          </p:nvGrpSpPr>
          <p:grpSpPr>
            <a:xfrm>
              <a:off x="10064597" y="3004226"/>
              <a:ext cx="534121" cy="397469"/>
              <a:chOff x="1301199" y="2433662"/>
              <a:chExt cx="1117940" cy="633426"/>
            </a:xfrm>
          </p:grpSpPr>
          <p:pic>
            <p:nvPicPr>
              <p:cNvPr id="83" name="Image 82">
                <a:extLst>
                  <a:ext uri="{FF2B5EF4-FFF2-40B4-BE49-F238E27FC236}">
                    <a16:creationId xmlns:a16="http://schemas.microsoft.com/office/drawing/2014/main" id="{304DC877-9CB2-1B7B-B3B8-549CF2C2E875}"/>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84" name="ZoneTexte 83">
                <a:extLst>
                  <a:ext uri="{FF2B5EF4-FFF2-40B4-BE49-F238E27FC236}">
                    <a16:creationId xmlns:a16="http://schemas.microsoft.com/office/drawing/2014/main" id="{E6DD1F12-DE69-B2EB-77A1-7A476023BB62}"/>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A5AFAD"/>
                    </a:solidFill>
                    <a:effectLst/>
                    <a:uLnTx/>
                    <a:uFillTx/>
                    <a:ea typeface="Calibri bold" panose="020F0702030404030204" pitchFamily="34" charset="0"/>
                    <a:cs typeface="Calibri bold" panose="020F0702030404030204" pitchFamily="34" charset="0"/>
                  </a:rPr>
                  <a:t>Atelier</a:t>
                </a:r>
              </a:p>
            </p:txBody>
          </p:sp>
        </p:grpSp>
        <p:sp>
          <p:nvSpPr>
            <p:cNvPr id="85" name="Organigramme : Décision 84">
              <a:extLst>
                <a:ext uri="{FF2B5EF4-FFF2-40B4-BE49-F238E27FC236}">
                  <a16:creationId xmlns:a16="http://schemas.microsoft.com/office/drawing/2014/main" id="{FC6456BC-67A8-39F5-84F0-68C0A6198B23}"/>
                </a:ext>
              </a:extLst>
            </p:cNvPr>
            <p:cNvSpPr/>
            <p:nvPr/>
          </p:nvSpPr>
          <p:spPr>
            <a:xfrm>
              <a:off x="10276201"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grpSp>
        <p:nvGrpSpPr>
          <p:cNvPr id="61" name="Groupe 60">
            <a:extLst>
              <a:ext uri="{FF2B5EF4-FFF2-40B4-BE49-F238E27FC236}">
                <a16:creationId xmlns:a16="http://schemas.microsoft.com/office/drawing/2014/main" id="{0A4397D3-ACEF-3FE5-C905-9D50B2144084}"/>
              </a:ext>
            </a:extLst>
          </p:cNvPr>
          <p:cNvGrpSpPr/>
          <p:nvPr/>
        </p:nvGrpSpPr>
        <p:grpSpPr>
          <a:xfrm>
            <a:off x="4170359" y="3352875"/>
            <a:ext cx="534121" cy="439721"/>
            <a:chOff x="4170359" y="3004226"/>
            <a:chExt cx="534121" cy="439721"/>
          </a:xfrm>
        </p:grpSpPr>
        <p:grpSp>
          <p:nvGrpSpPr>
            <p:cNvPr id="95" name="Groupe 94">
              <a:extLst>
                <a:ext uri="{FF2B5EF4-FFF2-40B4-BE49-F238E27FC236}">
                  <a16:creationId xmlns:a16="http://schemas.microsoft.com/office/drawing/2014/main" id="{B7B208D2-03A9-92DE-3157-1BF23C7FF5FB}"/>
                </a:ext>
              </a:extLst>
            </p:cNvPr>
            <p:cNvGrpSpPr/>
            <p:nvPr/>
          </p:nvGrpSpPr>
          <p:grpSpPr>
            <a:xfrm>
              <a:off x="4170359" y="3004226"/>
              <a:ext cx="534121" cy="397469"/>
              <a:chOff x="1301199" y="2433662"/>
              <a:chExt cx="1117940" cy="633426"/>
            </a:xfrm>
          </p:grpSpPr>
          <p:pic>
            <p:nvPicPr>
              <p:cNvPr id="96" name="Image 95">
                <a:extLst>
                  <a:ext uri="{FF2B5EF4-FFF2-40B4-BE49-F238E27FC236}">
                    <a16:creationId xmlns:a16="http://schemas.microsoft.com/office/drawing/2014/main" id="{D21DF455-2271-C263-1D7E-BA77E2A47CFA}"/>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97" name="ZoneTexte 96">
                <a:extLst>
                  <a:ext uri="{FF2B5EF4-FFF2-40B4-BE49-F238E27FC236}">
                    <a16:creationId xmlns:a16="http://schemas.microsoft.com/office/drawing/2014/main" id="{F858A449-D9AB-BBCD-A4C9-42A564B3DF49}"/>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ea typeface="Calibri bold" panose="020F0702030404030204" pitchFamily="34" charset="0"/>
                    <a:cs typeface="Calibri bold" panose="020F0702030404030204" pitchFamily="34" charset="0"/>
                  </a:rPr>
                  <a:t>Atelier</a:t>
                </a:r>
              </a:p>
            </p:txBody>
          </p:sp>
        </p:grpSp>
        <p:sp>
          <p:nvSpPr>
            <p:cNvPr id="98" name="Organigramme : Décision 97">
              <a:extLst>
                <a:ext uri="{FF2B5EF4-FFF2-40B4-BE49-F238E27FC236}">
                  <a16:creationId xmlns:a16="http://schemas.microsoft.com/office/drawing/2014/main" id="{90D200D1-7498-B478-14CE-E0FB95EB5832}"/>
                </a:ext>
              </a:extLst>
            </p:cNvPr>
            <p:cNvSpPr/>
            <p:nvPr/>
          </p:nvSpPr>
          <p:spPr>
            <a:xfrm>
              <a:off x="4381963"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grpSp>
        <p:nvGrpSpPr>
          <p:cNvPr id="59" name="Groupe 58">
            <a:extLst>
              <a:ext uri="{FF2B5EF4-FFF2-40B4-BE49-F238E27FC236}">
                <a16:creationId xmlns:a16="http://schemas.microsoft.com/office/drawing/2014/main" id="{3F679096-6062-DA6E-6E01-CB731A99E10A}"/>
              </a:ext>
            </a:extLst>
          </p:cNvPr>
          <p:cNvGrpSpPr/>
          <p:nvPr/>
        </p:nvGrpSpPr>
        <p:grpSpPr>
          <a:xfrm>
            <a:off x="5733815" y="3403675"/>
            <a:ext cx="354328" cy="388921"/>
            <a:chOff x="5733815" y="3055026"/>
            <a:chExt cx="354328" cy="388921"/>
          </a:xfrm>
        </p:grpSpPr>
        <p:sp>
          <p:nvSpPr>
            <p:cNvPr id="99" name="Organigramme : Décision 98">
              <a:extLst>
                <a:ext uri="{FF2B5EF4-FFF2-40B4-BE49-F238E27FC236}">
                  <a16:creationId xmlns:a16="http://schemas.microsoft.com/office/drawing/2014/main" id="{ADB5BAF8-2D68-2DA3-C1CD-9500FE23E7E8}"/>
                </a:ext>
              </a:extLst>
            </p:cNvPr>
            <p:cNvSpPr/>
            <p:nvPr/>
          </p:nvSpPr>
          <p:spPr>
            <a:xfrm>
              <a:off x="5855523"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pic>
          <p:nvPicPr>
            <p:cNvPr id="100" name="Image 99">
              <a:extLst>
                <a:ext uri="{FF2B5EF4-FFF2-40B4-BE49-F238E27FC236}">
                  <a16:creationId xmlns:a16="http://schemas.microsoft.com/office/drawing/2014/main" id="{CB31B748-89C3-0655-B385-46A02BBDC1A4}"/>
                </a:ext>
              </a:extLst>
            </p:cNvPr>
            <p:cNvPicPr>
              <a:picLocks noChangeAspect="1"/>
            </p:cNvPicPr>
            <p:nvPr/>
          </p:nvPicPr>
          <p:blipFill>
            <a:blip r:embed="rId3"/>
            <a:stretch>
              <a:fillRect/>
            </a:stretch>
          </p:blipFill>
          <p:spPr>
            <a:xfrm>
              <a:off x="5733815" y="3055026"/>
              <a:ext cx="354328" cy="371056"/>
            </a:xfrm>
            <a:prstGeom prst="rect">
              <a:avLst/>
            </a:prstGeom>
          </p:spPr>
        </p:pic>
      </p:grpSp>
      <p:grpSp>
        <p:nvGrpSpPr>
          <p:cNvPr id="57" name="Groupe 56">
            <a:extLst>
              <a:ext uri="{FF2B5EF4-FFF2-40B4-BE49-F238E27FC236}">
                <a16:creationId xmlns:a16="http://schemas.microsoft.com/office/drawing/2014/main" id="{DB3CDE0E-7B46-B80D-FDDD-BF8340F63194}"/>
              </a:ext>
            </a:extLst>
          </p:cNvPr>
          <p:cNvGrpSpPr/>
          <p:nvPr/>
        </p:nvGrpSpPr>
        <p:grpSpPr>
          <a:xfrm>
            <a:off x="9282869" y="3352875"/>
            <a:ext cx="534121" cy="439721"/>
            <a:chOff x="9282869" y="3004226"/>
            <a:chExt cx="534121" cy="439721"/>
          </a:xfrm>
        </p:grpSpPr>
        <p:grpSp>
          <p:nvGrpSpPr>
            <p:cNvPr id="105" name="Groupe 104">
              <a:extLst>
                <a:ext uri="{FF2B5EF4-FFF2-40B4-BE49-F238E27FC236}">
                  <a16:creationId xmlns:a16="http://schemas.microsoft.com/office/drawing/2014/main" id="{19A5FDDA-04F5-D952-0685-18DD7B67EF96}"/>
                </a:ext>
              </a:extLst>
            </p:cNvPr>
            <p:cNvGrpSpPr/>
            <p:nvPr/>
          </p:nvGrpSpPr>
          <p:grpSpPr>
            <a:xfrm>
              <a:off x="9282869" y="3004226"/>
              <a:ext cx="534121" cy="397469"/>
              <a:chOff x="1301199" y="2433662"/>
              <a:chExt cx="1117940" cy="633426"/>
            </a:xfrm>
          </p:grpSpPr>
          <p:pic>
            <p:nvPicPr>
              <p:cNvPr id="106" name="Image 105">
                <a:extLst>
                  <a:ext uri="{FF2B5EF4-FFF2-40B4-BE49-F238E27FC236}">
                    <a16:creationId xmlns:a16="http://schemas.microsoft.com/office/drawing/2014/main" id="{CD09F693-A230-A19D-D652-74071BEEC38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107" name="ZoneTexte 106">
                <a:extLst>
                  <a:ext uri="{FF2B5EF4-FFF2-40B4-BE49-F238E27FC236}">
                    <a16:creationId xmlns:a16="http://schemas.microsoft.com/office/drawing/2014/main" id="{64034E73-453F-B16F-E762-9301D348A363}"/>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ea typeface="Calibri bold" panose="020F0702030404030204" pitchFamily="34" charset="0"/>
                    <a:cs typeface="Calibri bold" panose="020F0702030404030204" pitchFamily="34" charset="0"/>
                  </a:rPr>
                  <a:t>Atelier</a:t>
                </a:r>
              </a:p>
            </p:txBody>
          </p:sp>
        </p:grpSp>
        <p:sp>
          <p:nvSpPr>
            <p:cNvPr id="108" name="Organigramme : Décision 107">
              <a:extLst>
                <a:ext uri="{FF2B5EF4-FFF2-40B4-BE49-F238E27FC236}">
                  <a16:creationId xmlns:a16="http://schemas.microsoft.com/office/drawing/2014/main" id="{DBCD7D5F-F19E-28CB-6DDB-810F45D46EE6}"/>
                </a:ext>
              </a:extLst>
            </p:cNvPr>
            <p:cNvSpPr/>
            <p:nvPr/>
          </p:nvSpPr>
          <p:spPr>
            <a:xfrm>
              <a:off x="9494473"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grpSp>
        <p:nvGrpSpPr>
          <p:cNvPr id="56" name="Groupe 55">
            <a:extLst>
              <a:ext uri="{FF2B5EF4-FFF2-40B4-BE49-F238E27FC236}">
                <a16:creationId xmlns:a16="http://schemas.microsoft.com/office/drawing/2014/main" id="{CEE7F5F8-9180-6E87-0B2D-C3A7CC44BB8C}"/>
              </a:ext>
            </a:extLst>
          </p:cNvPr>
          <p:cNvGrpSpPr/>
          <p:nvPr/>
        </p:nvGrpSpPr>
        <p:grpSpPr>
          <a:xfrm>
            <a:off x="10846330" y="3352875"/>
            <a:ext cx="534121" cy="439721"/>
            <a:chOff x="10846330" y="3004226"/>
            <a:chExt cx="534121" cy="439721"/>
          </a:xfrm>
        </p:grpSpPr>
        <p:grpSp>
          <p:nvGrpSpPr>
            <p:cNvPr id="109" name="Groupe 108">
              <a:extLst>
                <a:ext uri="{FF2B5EF4-FFF2-40B4-BE49-F238E27FC236}">
                  <a16:creationId xmlns:a16="http://schemas.microsoft.com/office/drawing/2014/main" id="{4013E7DC-AF94-5FD3-60F8-62A9120F8CEA}"/>
                </a:ext>
              </a:extLst>
            </p:cNvPr>
            <p:cNvGrpSpPr/>
            <p:nvPr/>
          </p:nvGrpSpPr>
          <p:grpSpPr>
            <a:xfrm>
              <a:off x="10846330" y="3004226"/>
              <a:ext cx="534121" cy="397469"/>
              <a:chOff x="1301199" y="2433662"/>
              <a:chExt cx="1117940" cy="633426"/>
            </a:xfrm>
          </p:grpSpPr>
          <p:pic>
            <p:nvPicPr>
              <p:cNvPr id="110" name="Image 109">
                <a:extLst>
                  <a:ext uri="{FF2B5EF4-FFF2-40B4-BE49-F238E27FC236}">
                    <a16:creationId xmlns:a16="http://schemas.microsoft.com/office/drawing/2014/main" id="{8B0C0844-0B23-05C8-61D6-3602C8D73F96}"/>
                  </a:ext>
                </a:extLst>
              </p:cNvPr>
              <p:cNvPicPr>
                <a:picLocks noChangeAspect="1"/>
              </p:cNvPicPr>
              <p:nvPr/>
            </p:nvPicPr>
            <p:blipFill rotWithShape="1">
              <a:blip r:embed="rId4" cstate="email">
                <a:alphaModFix amt="13000"/>
                <a:extLst>
                  <a:ext uri="{28A0092B-C50C-407E-A947-70E740481C1C}">
                    <a14:useLocalDpi xmlns:a14="http://schemas.microsoft.com/office/drawing/2010/main"/>
                  </a:ext>
                </a:extLst>
              </a:blip>
              <a:srcRect l="21503" r="31744"/>
              <a:stretch/>
            </p:blipFill>
            <p:spPr>
              <a:xfrm>
                <a:off x="1574800" y="2433662"/>
                <a:ext cx="504825" cy="366080"/>
              </a:xfrm>
              <a:prstGeom prst="rect">
                <a:avLst/>
              </a:prstGeom>
            </p:spPr>
          </p:pic>
          <p:sp>
            <p:nvSpPr>
              <p:cNvPr id="111" name="ZoneTexte 110">
                <a:extLst>
                  <a:ext uri="{FF2B5EF4-FFF2-40B4-BE49-F238E27FC236}">
                    <a16:creationId xmlns:a16="http://schemas.microsoft.com/office/drawing/2014/main" id="{3A474967-EF49-C482-68BF-596D3143E914}"/>
                  </a:ext>
                </a:extLst>
              </p:cNvPr>
              <p:cNvSpPr txBox="1"/>
              <p:nvPr/>
            </p:nvSpPr>
            <p:spPr>
              <a:xfrm>
                <a:off x="1301199" y="2699223"/>
                <a:ext cx="1117940" cy="3678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FFFFFF">
                        <a:lumMod val="85000"/>
                      </a:srgbClr>
                    </a:solidFill>
                    <a:effectLst/>
                    <a:uLnTx/>
                    <a:uFillTx/>
                    <a:ea typeface="Calibri bold" panose="020F0702030404030204" pitchFamily="34" charset="0"/>
                    <a:cs typeface="Calibri bold" panose="020F0702030404030204" pitchFamily="34" charset="0"/>
                  </a:rPr>
                  <a:t>Atelier</a:t>
                </a:r>
              </a:p>
            </p:txBody>
          </p:sp>
        </p:grpSp>
        <p:sp>
          <p:nvSpPr>
            <p:cNvPr id="112" name="Organigramme : Décision 111">
              <a:extLst>
                <a:ext uri="{FF2B5EF4-FFF2-40B4-BE49-F238E27FC236}">
                  <a16:creationId xmlns:a16="http://schemas.microsoft.com/office/drawing/2014/main" id="{81EBEC7F-1776-DF43-8F9E-CFAB04237F8A}"/>
                </a:ext>
              </a:extLst>
            </p:cNvPr>
            <p:cNvSpPr/>
            <p:nvPr/>
          </p:nvSpPr>
          <p:spPr>
            <a:xfrm>
              <a:off x="11057934" y="3338531"/>
              <a:ext cx="110912" cy="105416"/>
            </a:xfrm>
            <a:prstGeom prst="flowChartDecision">
              <a:avLst/>
            </a:prstGeom>
            <a:solidFill>
              <a:schemeClr val="tx1">
                <a:lumMod val="50000"/>
                <a:lumOff val="50000"/>
              </a:schemeClr>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grpSp>
      <p:sp>
        <p:nvSpPr>
          <p:cNvPr id="11" name="ZoneTexte 10">
            <a:extLst>
              <a:ext uri="{FF2B5EF4-FFF2-40B4-BE49-F238E27FC236}">
                <a16:creationId xmlns:a16="http://schemas.microsoft.com/office/drawing/2014/main" id="{83BB6354-01E7-870E-9DA5-BEB4653A97E4}"/>
              </a:ext>
            </a:extLst>
          </p:cNvPr>
          <p:cNvSpPr txBox="1"/>
          <p:nvPr/>
        </p:nvSpPr>
        <p:spPr>
          <a:xfrm>
            <a:off x="1869523" y="996072"/>
            <a:ext cx="8452955" cy="307777"/>
          </a:xfrm>
          <a:prstGeom prst="rect">
            <a:avLst/>
          </a:prstGeom>
          <a:noFill/>
        </p:spPr>
        <p:txBody>
          <a:bodyPr wrap="none" rtlCol="0">
            <a:spAutoFit/>
          </a:bodyPr>
          <a:lstStyle/>
          <a:p>
            <a:r>
              <a:rPr lang="fr-FR" sz="1400" i="1" u="sng" dirty="0">
                <a:solidFill>
                  <a:srgbClr val="38393A"/>
                </a:solidFill>
              </a:rPr>
              <a:t>Calendrier indicatif pour une réglementation donnée…~2 mois pour traiter le cœur d’une réglementation</a:t>
            </a:r>
            <a:endParaRPr lang="en-US" sz="1400" i="1" u="sng" dirty="0">
              <a:solidFill>
                <a:srgbClr val="38393A"/>
              </a:solidFill>
            </a:endParaRPr>
          </a:p>
        </p:txBody>
      </p:sp>
      <p:sp>
        <p:nvSpPr>
          <p:cNvPr id="12" name="ZoneTexte 11">
            <a:extLst>
              <a:ext uri="{FF2B5EF4-FFF2-40B4-BE49-F238E27FC236}">
                <a16:creationId xmlns:a16="http://schemas.microsoft.com/office/drawing/2014/main" id="{DDC56025-D48D-1EDF-97FA-77936964C449}"/>
              </a:ext>
            </a:extLst>
          </p:cNvPr>
          <p:cNvSpPr txBox="1"/>
          <p:nvPr/>
        </p:nvSpPr>
        <p:spPr>
          <a:xfrm>
            <a:off x="703083" y="1877173"/>
            <a:ext cx="2622212" cy="600164"/>
          </a:xfrm>
          <a:prstGeom prst="rect">
            <a:avLst/>
          </a:prstGeom>
          <a:noFill/>
        </p:spPr>
        <p:txBody>
          <a:bodyPr wrap="square" rtlCol="0">
            <a:spAutoFit/>
          </a:bodyPr>
          <a:lstStyle/>
          <a:p>
            <a:pPr algn="r"/>
            <a:r>
              <a:rPr lang="fr-FR" sz="1100" b="1" dirty="0">
                <a:solidFill>
                  <a:schemeClr val="bg2"/>
                </a:solidFill>
              </a:rPr>
              <a:t>GT #1 - Acculturation : </a:t>
            </a:r>
            <a:r>
              <a:rPr lang="fr-FR" sz="1100" dirty="0">
                <a:solidFill>
                  <a:schemeClr val="bg2"/>
                </a:solidFill>
              </a:rPr>
              <a:t>Alignement </a:t>
            </a:r>
            <a:br>
              <a:rPr lang="fr-FR" sz="1100" dirty="0">
                <a:solidFill>
                  <a:schemeClr val="bg2"/>
                </a:solidFill>
              </a:rPr>
            </a:br>
            <a:r>
              <a:rPr lang="fr-FR" sz="1100" dirty="0">
                <a:solidFill>
                  <a:schemeClr val="bg2"/>
                </a:solidFill>
              </a:rPr>
              <a:t>des entités et partage </a:t>
            </a:r>
            <a:br>
              <a:rPr lang="fr-FR" sz="1100" dirty="0">
                <a:solidFill>
                  <a:schemeClr val="bg2"/>
                </a:solidFill>
              </a:rPr>
            </a:br>
            <a:r>
              <a:rPr lang="fr-FR" sz="1100" dirty="0">
                <a:solidFill>
                  <a:schemeClr val="bg2"/>
                </a:solidFill>
              </a:rPr>
              <a:t>du socle de connaissances.</a:t>
            </a:r>
            <a:endParaRPr lang="en-US" sz="1100" dirty="0">
              <a:solidFill>
                <a:schemeClr val="bg2"/>
              </a:solidFill>
            </a:endParaRPr>
          </a:p>
        </p:txBody>
      </p:sp>
      <p:sp>
        <p:nvSpPr>
          <p:cNvPr id="13" name="ZoneTexte 12">
            <a:extLst>
              <a:ext uri="{FF2B5EF4-FFF2-40B4-BE49-F238E27FC236}">
                <a16:creationId xmlns:a16="http://schemas.microsoft.com/office/drawing/2014/main" id="{AC4A9CCB-8089-69A1-5A4F-ABDDFA63A85F}"/>
              </a:ext>
            </a:extLst>
          </p:cNvPr>
          <p:cNvSpPr txBox="1"/>
          <p:nvPr/>
        </p:nvSpPr>
        <p:spPr>
          <a:xfrm>
            <a:off x="1065704" y="4748031"/>
            <a:ext cx="2938275" cy="600164"/>
          </a:xfrm>
          <a:prstGeom prst="rect">
            <a:avLst/>
          </a:prstGeom>
          <a:noFill/>
        </p:spPr>
        <p:txBody>
          <a:bodyPr wrap="square" rtlCol="0">
            <a:spAutoFit/>
          </a:bodyPr>
          <a:lstStyle/>
          <a:p>
            <a:pPr algn="r"/>
            <a:r>
              <a:rPr lang="fr-FR" sz="1100" b="1" dirty="0">
                <a:solidFill>
                  <a:schemeClr val="accent1"/>
                </a:solidFill>
              </a:rPr>
              <a:t>Identification des entités leads </a:t>
            </a:r>
            <a:r>
              <a:rPr lang="fr-FR" sz="1100" dirty="0">
                <a:solidFill>
                  <a:schemeClr val="accent1"/>
                </a:solidFill>
              </a:rPr>
              <a:t>et contacts référents pour lancer les ateliers de construction et </a:t>
            </a:r>
            <a:r>
              <a:rPr lang="fr-FR" sz="1100" b="1" dirty="0">
                <a:solidFill>
                  <a:schemeClr val="accent1"/>
                </a:solidFill>
              </a:rPr>
              <a:t>centraliser les travaux.</a:t>
            </a:r>
            <a:endParaRPr lang="en-US" sz="1100" b="1" dirty="0">
              <a:solidFill>
                <a:schemeClr val="accent1"/>
              </a:solidFill>
            </a:endParaRPr>
          </a:p>
        </p:txBody>
      </p:sp>
      <p:sp>
        <p:nvSpPr>
          <p:cNvPr id="15" name="ZoneTexte 14">
            <a:extLst>
              <a:ext uri="{FF2B5EF4-FFF2-40B4-BE49-F238E27FC236}">
                <a16:creationId xmlns:a16="http://schemas.microsoft.com/office/drawing/2014/main" id="{CF1064DA-7E3C-855A-55F2-4683B99C5F73}"/>
              </a:ext>
            </a:extLst>
          </p:cNvPr>
          <p:cNvSpPr txBox="1"/>
          <p:nvPr/>
        </p:nvSpPr>
        <p:spPr>
          <a:xfrm>
            <a:off x="623888" y="3842977"/>
            <a:ext cx="2087669" cy="600164"/>
          </a:xfrm>
          <a:prstGeom prst="rect">
            <a:avLst/>
          </a:prstGeom>
          <a:noFill/>
        </p:spPr>
        <p:txBody>
          <a:bodyPr wrap="square" rtlCol="0">
            <a:spAutoFit/>
          </a:bodyPr>
          <a:lstStyle/>
          <a:p>
            <a:r>
              <a:rPr lang="fr-FR" sz="1100" b="1" dirty="0">
                <a:solidFill>
                  <a:schemeClr val="bg1">
                    <a:lumMod val="50000"/>
                  </a:schemeClr>
                </a:solidFill>
              </a:rPr>
              <a:t>Phase de Cadrage :</a:t>
            </a:r>
            <a:r>
              <a:rPr lang="fr-FR" sz="1100" dirty="0">
                <a:solidFill>
                  <a:schemeClr val="bg1">
                    <a:lumMod val="50000"/>
                  </a:schemeClr>
                </a:solidFill>
              </a:rPr>
              <a:t> Analyse réglementaire, priorisation et </a:t>
            </a:r>
            <a:br>
              <a:rPr lang="fr-FR" sz="1100" dirty="0">
                <a:solidFill>
                  <a:schemeClr val="bg1">
                    <a:lumMod val="50000"/>
                  </a:schemeClr>
                </a:solidFill>
              </a:rPr>
            </a:br>
            <a:r>
              <a:rPr lang="fr-FR" sz="1100" dirty="0">
                <a:solidFill>
                  <a:schemeClr val="bg1">
                    <a:lumMod val="50000"/>
                  </a:schemeClr>
                </a:solidFill>
              </a:rPr>
              <a:t>cartographie des exigences.</a:t>
            </a:r>
            <a:endParaRPr lang="en-US" sz="1100" dirty="0">
              <a:solidFill>
                <a:schemeClr val="bg1">
                  <a:lumMod val="50000"/>
                </a:schemeClr>
              </a:solidFill>
            </a:endParaRPr>
          </a:p>
        </p:txBody>
      </p:sp>
      <p:sp>
        <p:nvSpPr>
          <p:cNvPr id="16" name="ZoneTexte 15">
            <a:extLst>
              <a:ext uri="{FF2B5EF4-FFF2-40B4-BE49-F238E27FC236}">
                <a16:creationId xmlns:a16="http://schemas.microsoft.com/office/drawing/2014/main" id="{134EFA7E-F7E1-2015-CE51-37A62B2B01B8}"/>
              </a:ext>
            </a:extLst>
          </p:cNvPr>
          <p:cNvSpPr txBox="1"/>
          <p:nvPr/>
        </p:nvSpPr>
        <p:spPr>
          <a:xfrm>
            <a:off x="4029470" y="2180541"/>
            <a:ext cx="1889043" cy="600164"/>
          </a:xfrm>
          <a:prstGeom prst="rect">
            <a:avLst/>
          </a:prstGeom>
          <a:noFill/>
        </p:spPr>
        <p:txBody>
          <a:bodyPr wrap="square" rtlCol="0">
            <a:spAutoFit/>
          </a:bodyPr>
          <a:lstStyle/>
          <a:p>
            <a:r>
              <a:rPr lang="fr-FR" sz="1100" b="1" dirty="0">
                <a:solidFill>
                  <a:schemeClr val="accent1"/>
                </a:solidFill>
              </a:rPr>
              <a:t>Audit de Maturité :</a:t>
            </a:r>
            <a:r>
              <a:rPr lang="fr-FR" sz="1100" dirty="0">
                <a:solidFill>
                  <a:schemeClr val="accent1"/>
                </a:solidFill>
              </a:rPr>
              <a:t> État des lieux des travaux existants par entité (1o1).</a:t>
            </a:r>
            <a:endParaRPr lang="en-US" sz="1100" dirty="0">
              <a:solidFill>
                <a:schemeClr val="accent1"/>
              </a:solidFill>
            </a:endParaRPr>
          </a:p>
        </p:txBody>
      </p:sp>
      <p:sp>
        <p:nvSpPr>
          <p:cNvPr id="29" name="ZoneTexte 28">
            <a:extLst>
              <a:ext uri="{FF2B5EF4-FFF2-40B4-BE49-F238E27FC236}">
                <a16:creationId xmlns:a16="http://schemas.microsoft.com/office/drawing/2014/main" id="{08EABAFF-F2A5-0249-6529-F62486174460}"/>
              </a:ext>
            </a:extLst>
          </p:cNvPr>
          <p:cNvSpPr txBox="1"/>
          <p:nvPr/>
        </p:nvSpPr>
        <p:spPr>
          <a:xfrm>
            <a:off x="6208435" y="4875692"/>
            <a:ext cx="1909165" cy="600164"/>
          </a:xfrm>
          <a:prstGeom prst="rect">
            <a:avLst/>
          </a:prstGeom>
          <a:noFill/>
        </p:spPr>
        <p:txBody>
          <a:bodyPr wrap="square" rtlCol="0">
            <a:spAutoFit/>
          </a:bodyPr>
          <a:lstStyle/>
          <a:p>
            <a:r>
              <a:rPr lang="fr-FR" sz="1100" b="1" dirty="0">
                <a:solidFill>
                  <a:srgbClr val="006A4E"/>
                </a:solidFill>
              </a:rPr>
              <a:t>Étude d’impact :</a:t>
            </a:r>
            <a:r>
              <a:rPr lang="fr-FR" sz="1100" dirty="0">
                <a:solidFill>
                  <a:srgbClr val="006A4E"/>
                </a:solidFill>
              </a:rPr>
              <a:t> Évaluation des capacités et des contraintes techniques.</a:t>
            </a:r>
          </a:p>
        </p:txBody>
      </p:sp>
      <p:grpSp>
        <p:nvGrpSpPr>
          <p:cNvPr id="58" name="Groupe 57">
            <a:extLst>
              <a:ext uri="{FF2B5EF4-FFF2-40B4-BE49-F238E27FC236}">
                <a16:creationId xmlns:a16="http://schemas.microsoft.com/office/drawing/2014/main" id="{8D0190D4-E12D-FC44-1256-AE8840FE77BA}"/>
              </a:ext>
            </a:extLst>
          </p:cNvPr>
          <p:cNvGrpSpPr/>
          <p:nvPr/>
        </p:nvGrpSpPr>
        <p:grpSpPr>
          <a:xfrm>
            <a:off x="8680934" y="3403675"/>
            <a:ext cx="354328" cy="388921"/>
            <a:chOff x="8680934" y="3055026"/>
            <a:chExt cx="354328" cy="388921"/>
          </a:xfrm>
        </p:grpSpPr>
        <p:sp>
          <p:nvSpPr>
            <p:cNvPr id="45" name="Organigramme : Décision 44">
              <a:extLst>
                <a:ext uri="{FF2B5EF4-FFF2-40B4-BE49-F238E27FC236}">
                  <a16:creationId xmlns:a16="http://schemas.microsoft.com/office/drawing/2014/main" id="{3FEDFFBC-E468-1EEF-75FD-EBCC974CC202}"/>
                </a:ext>
              </a:extLst>
            </p:cNvPr>
            <p:cNvSpPr/>
            <p:nvPr/>
          </p:nvSpPr>
          <p:spPr>
            <a:xfrm>
              <a:off x="8802642" y="3338531"/>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pic>
          <p:nvPicPr>
            <p:cNvPr id="46" name="Image 45">
              <a:extLst>
                <a:ext uri="{FF2B5EF4-FFF2-40B4-BE49-F238E27FC236}">
                  <a16:creationId xmlns:a16="http://schemas.microsoft.com/office/drawing/2014/main" id="{4956C188-1530-2FAF-4D1E-12B95B1965F1}"/>
                </a:ext>
              </a:extLst>
            </p:cNvPr>
            <p:cNvPicPr>
              <a:picLocks noChangeAspect="1"/>
            </p:cNvPicPr>
            <p:nvPr/>
          </p:nvPicPr>
          <p:blipFill>
            <a:blip r:embed="rId3"/>
            <a:stretch>
              <a:fillRect/>
            </a:stretch>
          </p:blipFill>
          <p:spPr>
            <a:xfrm>
              <a:off x="8680934" y="3055026"/>
              <a:ext cx="354328" cy="371056"/>
            </a:xfrm>
            <a:prstGeom prst="rect">
              <a:avLst/>
            </a:prstGeom>
          </p:spPr>
        </p:pic>
      </p:grpSp>
      <p:sp>
        <p:nvSpPr>
          <p:cNvPr id="47" name="ZoneTexte 46">
            <a:extLst>
              <a:ext uri="{FF2B5EF4-FFF2-40B4-BE49-F238E27FC236}">
                <a16:creationId xmlns:a16="http://schemas.microsoft.com/office/drawing/2014/main" id="{A81853E9-1E5F-5A83-322D-3EC9C8255CB2}"/>
              </a:ext>
            </a:extLst>
          </p:cNvPr>
          <p:cNvSpPr txBox="1"/>
          <p:nvPr/>
        </p:nvSpPr>
        <p:spPr>
          <a:xfrm>
            <a:off x="5654695" y="1497182"/>
            <a:ext cx="2403863" cy="600164"/>
          </a:xfrm>
          <a:prstGeom prst="rect">
            <a:avLst/>
          </a:prstGeom>
          <a:noFill/>
        </p:spPr>
        <p:txBody>
          <a:bodyPr wrap="square" rtlCol="0">
            <a:spAutoFit/>
          </a:bodyPr>
          <a:lstStyle/>
          <a:p>
            <a:r>
              <a:rPr lang="fr-FR" sz="1100" b="1" dirty="0">
                <a:solidFill>
                  <a:schemeClr val="bg2"/>
                </a:solidFill>
              </a:rPr>
              <a:t>GT #2 - Point d'étape :</a:t>
            </a:r>
            <a:r>
              <a:rPr lang="fr-FR" sz="1100" dirty="0">
                <a:solidFill>
                  <a:schemeClr val="bg2"/>
                </a:solidFill>
              </a:rPr>
              <a:t> Consolidation et synthèse des remontées terrain.</a:t>
            </a:r>
            <a:endParaRPr lang="en-US" sz="1100" dirty="0">
              <a:solidFill>
                <a:schemeClr val="bg2"/>
              </a:solidFill>
            </a:endParaRPr>
          </a:p>
        </p:txBody>
      </p:sp>
      <p:sp>
        <p:nvSpPr>
          <p:cNvPr id="49" name="ZoneTexte 48">
            <a:extLst>
              <a:ext uri="{FF2B5EF4-FFF2-40B4-BE49-F238E27FC236}">
                <a16:creationId xmlns:a16="http://schemas.microsoft.com/office/drawing/2014/main" id="{10526EA3-2435-A82B-7F76-B3A744F8E85B}"/>
              </a:ext>
            </a:extLst>
          </p:cNvPr>
          <p:cNvSpPr txBox="1"/>
          <p:nvPr/>
        </p:nvSpPr>
        <p:spPr>
          <a:xfrm>
            <a:off x="7248780" y="3461513"/>
            <a:ext cx="325730" cy="261610"/>
          </a:xfrm>
          <a:prstGeom prst="rect">
            <a:avLst/>
          </a:prstGeom>
          <a:noFill/>
        </p:spPr>
        <p:txBody>
          <a:bodyPr wrap="none" rtlCol="0">
            <a:spAutoFit/>
          </a:bodyPr>
          <a:lstStyle/>
          <a:p>
            <a:r>
              <a:rPr lang="fr-FR" sz="1100" b="1" dirty="0">
                <a:solidFill>
                  <a:srgbClr val="38393A"/>
                </a:solidFill>
              </a:rPr>
              <a:t>…</a:t>
            </a:r>
            <a:endParaRPr lang="en-US" sz="1100" b="1" dirty="0">
              <a:solidFill>
                <a:srgbClr val="38393A"/>
              </a:solidFill>
            </a:endParaRPr>
          </a:p>
        </p:txBody>
      </p:sp>
      <p:sp>
        <p:nvSpPr>
          <p:cNvPr id="50" name="ZoneTexte 49">
            <a:extLst>
              <a:ext uri="{FF2B5EF4-FFF2-40B4-BE49-F238E27FC236}">
                <a16:creationId xmlns:a16="http://schemas.microsoft.com/office/drawing/2014/main" id="{B8D6F464-AB28-B149-CE19-45EE3F4DBA8D}"/>
              </a:ext>
            </a:extLst>
          </p:cNvPr>
          <p:cNvSpPr txBox="1"/>
          <p:nvPr/>
        </p:nvSpPr>
        <p:spPr>
          <a:xfrm>
            <a:off x="7233046" y="2183317"/>
            <a:ext cx="2492244" cy="430887"/>
          </a:xfrm>
          <a:prstGeom prst="rect">
            <a:avLst/>
          </a:prstGeom>
          <a:noFill/>
        </p:spPr>
        <p:txBody>
          <a:bodyPr wrap="square" rtlCol="0">
            <a:spAutoFit/>
          </a:bodyPr>
          <a:lstStyle/>
          <a:p>
            <a:r>
              <a:rPr lang="fr-FR" sz="1100" b="1" dirty="0">
                <a:solidFill>
                  <a:srgbClr val="006A4E"/>
                </a:solidFill>
              </a:rPr>
              <a:t>Production des réponses IT </a:t>
            </a:r>
            <a:r>
              <a:rPr lang="fr-FR" sz="1100" dirty="0">
                <a:solidFill>
                  <a:srgbClr val="006A4E"/>
                </a:solidFill>
              </a:rPr>
              <a:t>(techniques et architecturales).</a:t>
            </a:r>
          </a:p>
        </p:txBody>
      </p:sp>
      <p:sp>
        <p:nvSpPr>
          <p:cNvPr id="66" name="Organigramme : Décision 65">
            <a:extLst>
              <a:ext uri="{FF2B5EF4-FFF2-40B4-BE49-F238E27FC236}">
                <a16:creationId xmlns:a16="http://schemas.microsoft.com/office/drawing/2014/main" id="{98EA0AEE-68F3-F54A-56DC-EEB5C0749849}"/>
              </a:ext>
            </a:extLst>
          </p:cNvPr>
          <p:cNvSpPr/>
          <p:nvPr/>
        </p:nvSpPr>
        <p:spPr>
          <a:xfrm>
            <a:off x="7363148" y="3682994"/>
            <a:ext cx="110912" cy="105416"/>
          </a:xfrm>
          <a:prstGeom prst="flowChartDecision">
            <a:avLst/>
          </a:prstGeom>
          <a:solidFill>
            <a:schemeClr val="accent2"/>
          </a:solidFill>
          <a:effectLst>
            <a:outerShdw blurRad="63500" sx="102000" sy="102000" algn="ctr"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ea typeface="+mn-ea"/>
              <a:cs typeface="+mn-cs"/>
            </a:endParaRPr>
          </a:p>
        </p:txBody>
      </p:sp>
      <p:cxnSp>
        <p:nvCxnSpPr>
          <p:cNvPr id="68" name="Connecteur droit 67">
            <a:extLst>
              <a:ext uri="{FF2B5EF4-FFF2-40B4-BE49-F238E27FC236}">
                <a16:creationId xmlns:a16="http://schemas.microsoft.com/office/drawing/2014/main" id="{21897F12-68F7-22B1-5424-16AEBDB610F1}"/>
              </a:ext>
            </a:extLst>
          </p:cNvPr>
          <p:cNvCxnSpPr>
            <a:cxnSpLocks/>
          </p:cNvCxnSpPr>
          <p:nvPr/>
        </p:nvCxnSpPr>
        <p:spPr>
          <a:xfrm flipV="1">
            <a:off x="2963860" y="2477337"/>
            <a:ext cx="0" cy="875538"/>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69" name="Ellipse 68">
            <a:extLst>
              <a:ext uri="{FF2B5EF4-FFF2-40B4-BE49-F238E27FC236}">
                <a16:creationId xmlns:a16="http://schemas.microsoft.com/office/drawing/2014/main" id="{B8341AFA-7DA8-CDA8-D107-9E3904283AF2}"/>
              </a:ext>
            </a:extLst>
          </p:cNvPr>
          <p:cNvSpPr/>
          <p:nvPr/>
        </p:nvSpPr>
        <p:spPr>
          <a:xfrm>
            <a:off x="3303113" y="2058843"/>
            <a:ext cx="236824" cy="236824"/>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1</a:t>
            </a:r>
            <a:endParaRPr lang="en-US" b="1" dirty="0">
              <a:latin typeface="+mj-lt"/>
            </a:endParaRPr>
          </a:p>
        </p:txBody>
      </p:sp>
      <p:sp>
        <p:nvSpPr>
          <p:cNvPr id="70" name="Ellipse 69">
            <a:extLst>
              <a:ext uri="{FF2B5EF4-FFF2-40B4-BE49-F238E27FC236}">
                <a16:creationId xmlns:a16="http://schemas.microsoft.com/office/drawing/2014/main" id="{B7CE5C54-CFB2-5FEB-761C-51C20F513463}"/>
              </a:ext>
            </a:extLst>
          </p:cNvPr>
          <p:cNvSpPr/>
          <p:nvPr/>
        </p:nvSpPr>
        <p:spPr>
          <a:xfrm>
            <a:off x="437114" y="4024647"/>
            <a:ext cx="236824" cy="23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0</a:t>
            </a:r>
            <a:endParaRPr lang="en-US" b="1" dirty="0">
              <a:latin typeface="+mj-lt"/>
            </a:endParaRPr>
          </a:p>
        </p:txBody>
      </p:sp>
      <p:cxnSp>
        <p:nvCxnSpPr>
          <p:cNvPr id="113" name="Connecteur droit 112">
            <a:extLst>
              <a:ext uri="{FF2B5EF4-FFF2-40B4-BE49-F238E27FC236}">
                <a16:creationId xmlns:a16="http://schemas.microsoft.com/office/drawing/2014/main" id="{A0FB15E9-40D0-18C1-0DC8-4C5707F38CFA}"/>
              </a:ext>
            </a:extLst>
          </p:cNvPr>
          <p:cNvCxnSpPr>
            <a:cxnSpLocks/>
          </p:cNvCxnSpPr>
          <p:nvPr/>
        </p:nvCxnSpPr>
        <p:spPr>
          <a:xfrm flipV="1">
            <a:off x="3648447" y="3854911"/>
            <a:ext cx="0" cy="875538"/>
          </a:xfrm>
          <a:prstGeom prst="line">
            <a:avLst/>
          </a:prstGeom>
          <a:ln w="12700">
            <a:solidFill>
              <a:srgbClr val="006A4E"/>
            </a:solidFill>
            <a:prstDash val="dash"/>
          </a:ln>
        </p:spPr>
        <p:style>
          <a:lnRef idx="1">
            <a:schemeClr val="accent1"/>
          </a:lnRef>
          <a:fillRef idx="0">
            <a:schemeClr val="accent1"/>
          </a:fillRef>
          <a:effectRef idx="0">
            <a:schemeClr val="accent1"/>
          </a:effectRef>
          <a:fontRef idx="minor">
            <a:schemeClr val="tx1"/>
          </a:fontRef>
        </p:style>
      </p:cxnSp>
      <p:sp>
        <p:nvSpPr>
          <p:cNvPr id="114" name="Ellipse 113">
            <a:extLst>
              <a:ext uri="{FF2B5EF4-FFF2-40B4-BE49-F238E27FC236}">
                <a16:creationId xmlns:a16="http://schemas.microsoft.com/office/drawing/2014/main" id="{3BA7DC41-A303-8EDF-948C-CC144F8C1521}"/>
              </a:ext>
            </a:extLst>
          </p:cNvPr>
          <p:cNvSpPr/>
          <p:nvPr/>
        </p:nvSpPr>
        <p:spPr>
          <a:xfrm>
            <a:off x="3991651" y="4929701"/>
            <a:ext cx="236824" cy="236824"/>
          </a:xfrm>
          <a:prstGeom prst="ellipse">
            <a:avLst/>
          </a:prstGeom>
          <a:solidFill>
            <a:srgbClr val="006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2</a:t>
            </a:r>
            <a:endParaRPr lang="en-US" b="1" dirty="0">
              <a:latin typeface="+mj-lt"/>
            </a:endParaRPr>
          </a:p>
        </p:txBody>
      </p:sp>
      <p:cxnSp>
        <p:nvCxnSpPr>
          <p:cNvPr id="115" name="Connecteur droit 114">
            <a:extLst>
              <a:ext uri="{FF2B5EF4-FFF2-40B4-BE49-F238E27FC236}">
                <a16:creationId xmlns:a16="http://schemas.microsoft.com/office/drawing/2014/main" id="{106C7071-E307-EE45-1746-31096028BA83}"/>
              </a:ext>
            </a:extLst>
          </p:cNvPr>
          <p:cNvCxnSpPr>
            <a:cxnSpLocks/>
          </p:cNvCxnSpPr>
          <p:nvPr/>
        </p:nvCxnSpPr>
        <p:spPr>
          <a:xfrm flipV="1">
            <a:off x="4437419" y="2740875"/>
            <a:ext cx="0" cy="612000"/>
          </a:xfrm>
          <a:prstGeom prst="line">
            <a:avLst/>
          </a:prstGeom>
          <a:ln w="12700">
            <a:solidFill>
              <a:srgbClr val="006A4E"/>
            </a:solidFill>
            <a:prstDash val="dash"/>
          </a:ln>
        </p:spPr>
        <p:style>
          <a:lnRef idx="1">
            <a:schemeClr val="accent1"/>
          </a:lnRef>
          <a:fillRef idx="0">
            <a:schemeClr val="accent1"/>
          </a:fillRef>
          <a:effectRef idx="0">
            <a:schemeClr val="accent1"/>
          </a:effectRef>
          <a:fontRef idx="minor">
            <a:schemeClr val="tx1"/>
          </a:fontRef>
        </p:style>
      </p:cxnSp>
      <p:sp>
        <p:nvSpPr>
          <p:cNvPr id="116" name="Ellipse 115">
            <a:extLst>
              <a:ext uri="{FF2B5EF4-FFF2-40B4-BE49-F238E27FC236}">
                <a16:creationId xmlns:a16="http://schemas.microsoft.com/office/drawing/2014/main" id="{BAEDC440-00EF-7AA1-9309-B1AD6C430B8D}"/>
              </a:ext>
            </a:extLst>
          </p:cNvPr>
          <p:cNvSpPr/>
          <p:nvPr/>
        </p:nvSpPr>
        <p:spPr>
          <a:xfrm>
            <a:off x="3855691" y="2362211"/>
            <a:ext cx="236824" cy="236824"/>
          </a:xfrm>
          <a:prstGeom prst="ellipse">
            <a:avLst/>
          </a:prstGeom>
          <a:solidFill>
            <a:srgbClr val="006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3</a:t>
            </a:r>
            <a:endParaRPr lang="en-US" b="1" dirty="0">
              <a:latin typeface="+mj-lt"/>
            </a:endParaRPr>
          </a:p>
        </p:txBody>
      </p:sp>
      <p:cxnSp>
        <p:nvCxnSpPr>
          <p:cNvPr id="117" name="Connecteur droit 116">
            <a:extLst>
              <a:ext uri="{FF2B5EF4-FFF2-40B4-BE49-F238E27FC236}">
                <a16:creationId xmlns:a16="http://schemas.microsoft.com/office/drawing/2014/main" id="{DAFDDBBB-9BD6-4E1D-9C1F-1CE40C137A3D}"/>
              </a:ext>
            </a:extLst>
          </p:cNvPr>
          <p:cNvCxnSpPr>
            <a:cxnSpLocks/>
          </p:cNvCxnSpPr>
          <p:nvPr/>
        </p:nvCxnSpPr>
        <p:spPr>
          <a:xfrm flipV="1">
            <a:off x="5203402" y="3854911"/>
            <a:ext cx="15745" cy="1749895"/>
          </a:xfrm>
          <a:prstGeom prst="line">
            <a:avLst/>
          </a:prstGeom>
          <a:ln w="12700">
            <a:solidFill>
              <a:srgbClr val="006A4E"/>
            </a:solidFill>
            <a:prstDash val="dash"/>
          </a:ln>
        </p:spPr>
        <p:style>
          <a:lnRef idx="1">
            <a:schemeClr val="accent1"/>
          </a:lnRef>
          <a:fillRef idx="0">
            <a:schemeClr val="accent1"/>
          </a:fillRef>
          <a:effectRef idx="0">
            <a:schemeClr val="accent1"/>
          </a:effectRef>
          <a:fontRef idx="minor">
            <a:schemeClr val="tx1"/>
          </a:fontRef>
        </p:style>
      </p:cxnSp>
      <p:sp>
        <p:nvSpPr>
          <p:cNvPr id="121" name="ZoneTexte 120">
            <a:extLst>
              <a:ext uri="{FF2B5EF4-FFF2-40B4-BE49-F238E27FC236}">
                <a16:creationId xmlns:a16="http://schemas.microsoft.com/office/drawing/2014/main" id="{5B9BB7B8-4D4C-C7DE-3B50-94820B1D2498}"/>
              </a:ext>
            </a:extLst>
          </p:cNvPr>
          <p:cNvSpPr txBox="1"/>
          <p:nvPr/>
        </p:nvSpPr>
        <p:spPr>
          <a:xfrm>
            <a:off x="2831849" y="5613614"/>
            <a:ext cx="2622212" cy="430887"/>
          </a:xfrm>
          <a:prstGeom prst="rect">
            <a:avLst/>
          </a:prstGeom>
          <a:noFill/>
        </p:spPr>
        <p:txBody>
          <a:bodyPr wrap="square" rtlCol="0">
            <a:spAutoFit/>
          </a:bodyPr>
          <a:lstStyle/>
          <a:p>
            <a:pPr algn="r"/>
            <a:r>
              <a:rPr lang="fr-FR" sz="1100" dirty="0">
                <a:solidFill>
                  <a:schemeClr val="accent1"/>
                </a:solidFill>
              </a:rPr>
              <a:t>Définition et consolidation de la </a:t>
            </a:r>
            <a:br>
              <a:rPr lang="fr-FR" sz="1100" dirty="0">
                <a:solidFill>
                  <a:schemeClr val="accent1"/>
                </a:solidFill>
              </a:rPr>
            </a:br>
            <a:r>
              <a:rPr lang="fr-FR" sz="1100" b="1" dirty="0">
                <a:solidFill>
                  <a:schemeClr val="accent1"/>
                </a:solidFill>
              </a:rPr>
              <a:t>macroarchitecture technique.</a:t>
            </a:r>
            <a:endParaRPr lang="en-US" sz="1100" dirty="0">
              <a:solidFill>
                <a:schemeClr val="accent1"/>
              </a:solidFill>
            </a:endParaRPr>
          </a:p>
        </p:txBody>
      </p:sp>
      <p:sp>
        <p:nvSpPr>
          <p:cNvPr id="122" name="Ellipse 121">
            <a:extLst>
              <a:ext uri="{FF2B5EF4-FFF2-40B4-BE49-F238E27FC236}">
                <a16:creationId xmlns:a16="http://schemas.microsoft.com/office/drawing/2014/main" id="{704377D1-300B-0CA0-52FA-51C11BB516E8}"/>
              </a:ext>
            </a:extLst>
          </p:cNvPr>
          <p:cNvSpPr/>
          <p:nvPr/>
        </p:nvSpPr>
        <p:spPr>
          <a:xfrm>
            <a:off x="5427736" y="5710645"/>
            <a:ext cx="236824" cy="236824"/>
          </a:xfrm>
          <a:prstGeom prst="ellipse">
            <a:avLst/>
          </a:prstGeom>
          <a:solidFill>
            <a:srgbClr val="006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4</a:t>
            </a:r>
            <a:endParaRPr lang="en-US" b="1" dirty="0">
              <a:latin typeface="+mj-lt"/>
            </a:endParaRPr>
          </a:p>
        </p:txBody>
      </p:sp>
      <p:cxnSp>
        <p:nvCxnSpPr>
          <p:cNvPr id="123" name="Connecteur droit 122">
            <a:extLst>
              <a:ext uri="{FF2B5EF4-FFF2-40B4-BE49-F238E27FC236}">
                <a16:creationId xmlns:a16="http://schemas.microsoft.com/office/drawing/2014/main" id="{FB2FFF83-4442-7AF7-4369-2C861D1E3589}"/>
              </a:ext>
            </a:extLst>
          </p:cNvPr>
          <p:cNvCxnSpPr>
            <a:cxnSpLocks/>
          </p:cNvCxnSpPr>
          <p:nvPr/>
        </p:nvCxnSpPr>
        <p:spPr>
          <a:xfrm flipV="1">
            <a:off x="5895912" y="2076580"/>
            <a:ext cx="0" cy="1276295"/>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25" name="Ellipse 124">
            <a:extLst>
              <a:ext uri="{FF2B5EF4-FFF2-40B4-BE49-F238E27FC236}">
                <a16:creationId xmlns:a16="http://schemas.microsoft.com/office/drawing/2014/main" id="{B870997A-DBBB-AACF-8934-BE1A58AC1D96}"/>
              </a:ext>
            </a:extLst>
          </p:cNvPr>
          <p:cNvSpPr/>
          <p:nvPr/>
        </p:nvSpPr>
        <p:spPr>
          <a:xfrm>
            <a:off x="5447295" y="1678852"/>
            <a:ext cx="236824" cy="236824"/>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5</a:t>
            </a:r>
            <a:endParaRPr lang="en-US" b="1" dirty="0">
              <a:latin typeface="+mj-lt"/>
            </a:endParaRPr>
          </a:p>
        </p:txBody>
      </p:sp>
      <p:cxnSp>
        <p:nvCxnSpPr>
          <p:cNvPr id="126" name="Connecteur droit 125">
            <a:extLst>
              <a:ext uri="{FF2B5EF4-FFF2-40B4-BE49-F238E27FC236}">
                <a16:creationId xmlns:a16="http://schemas.microsoft.com/office/drawing/2014/main" id="{1D203D89-9877-62B4-132C-9CC2EA72F3DE}"/>
              </a:ext>
            </a:extLst>
          </p:cNvPr>
          <p:cNvCxnSpPr>
            <a:cxnSpLocks/>
          </p:cNvCxnSpPr>
          <p:nvPr/>
        </p:nvCxnSpPr>
        <p:spPr>
          <a:xfrm flipV="1">
            <a:off x="6588520" y="3867831"/>
            <a:ext cx="15745" cy="1008000"/>
          </a:xfrm>
          <a:prstGeom prst="line">
            <a:avLst/>
          </a:prstGeom>
          <a:ln w="12700">
            <a:solidFill>
              <a:srgbClr val="006A4E"/>
            </a:solidFill>
            <a:prstDash val="dash"/>
          </a:ln>
        </p:spPr>
        <p:style>
          <a:lnRef idx="1">
            <a:schemeClr val="accent1"/>
          </a:lnRef>
          <a:fillRef idx="0">
            <a:schemeClr val="accent1"/>
          </a:fillRef>
          <a:effectRef idx="0">
            <a:schemeClr val="accent1"/>
          </a:effectRef>
          <a:fontRef idx="minor">
            <a:schemeClr val="tx1"/>
          </a:fontRef>
        </p:style>
      </p:cxnSp>
      <p:sp>
        <p:nvSpPr>
          <p:cNvPr id="128" name="Ellipse 127">
            <a:extLst>
              <a:ext uri="{FF2B5EF4-FFF2-40B4-BE49-F238E27FC236}">
                <a16:creationId xmlns:a16="http://schemas.microsoft.com/office/drawing/2014/main" id="{B6FF961B-66F9-06FF-99D0-F2907A19CAB6}"/>
              </a:ext>
            </a:extLst>
          </p:cNvPr>
          <p:cNvSpPr/>
          <p:nvPr/>
        </p:nvSpPr>
        <p:spPr>
          <a:xfrm>
            <a:off x="6004033" y="5057362"/>
            <a:ext cx="236824" cy="236824"/>
          </a:xfrm>
          <a:prstGeom prst="ellipse">
            <a:avLst/>
          </a:prstGeom>
          <a:solidFill>
            <a:srgbClr val="006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6</a:t>
            </a:r>
            <a:endParaRPr lang="en-US" b="1" dirty="0">
              <a:latin typeface="+mj-lt"/>
            </a:endParaRPr>
          </a:p>
        </p:txBody>
      </p:sp>
      <p:cxnSp>
        <p:nvCxnSpPr>
          <p:cNvPr id="129" name="Connecteur droit 128">
            <a:extLst>
              <a:ext uri="{FF2B5EF4-FFF2-40B4-BE49-F238E27FC236}">
                <a16:creationId xmlns:a16="http://schemas.microsoft.com/office/drawing/2014/main" id="{A743B7D6-4B96-32AE-D94B-191FEB413A16}"/>
              </a:ext>
            </a:extLst>
          </p:cNvPr>
          <p:cNvCxnSpPr>
            <a:cxnSpLocks/>
          </p:cNvCxnSpPr>
          <p:nvPr/>
        </p:nvCxnSpPr>
        <p:spPr>
          <a:xfrm flipV="1">
            <a:off x="7780525" y="2650913"/>
            <a:ext cx="15745" cy="936000"/>
          </a:xfrm>
          <a:prstGeom prst="line">
            <a:avLst/>
          </a:prstGeom>
          <a:ln w="12700">
            <a:solidFill>
              <a:srgbClr val="006A4E"/>
            </a:solidFill>
            <a:prstDash val="dash"/>
          </a:ln>
        </p:spPr>
        <p:style>
          <a:lnRef idx="1">
            <a:schemeClr val="accent1"/>
          </a:lnRef>
          <a:fillRef idx="0">
            <a:schemeClr val="accent1"/>
          </a:fillRef>
          <a:effectRef idx="0">
            <a:schemeClr val="accent1"/>
          </a:effectRef>
          <a:fontRef idx="minor">
            <a:schemeClr val="tx1"/>
          </a:fontRef>
        </p:style>
      </p:cxnSp>
      <p:sp>
        <p:nvSpPr>
          <p:cNvPr id="130" name="Ellipse 129">
            <a:extLst>
              <a:ext uri="{FF2B5EF4-FFF2-40B4-BE49-F238E27FC236}">
                <a16:creationId xmlns:a16="http://schemas.microsoft.com/office/drawing/2014/main" id="{D5264897-52E2-C383-D331-A31FFAA2FCBC}"/>
              </a:ext>
            </a:extLst>
          </p:cNvPr>
          <p:cNvSpPr/>
          <p:nvPr/>
        </p:nvSpPr>
        <p:spPr>
          <a:xfrm>
            <a:off x="7029461" y="2280348"/>
            <a:ext cx="236824" cy="236824"/>
          </a:xfrm>
          <a:prstGeom prst="ellipse">
            <a:avLst/>
          </a:prstGeom>
          <a:solidFill>
            <a:srgbClr val="006A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7</a:t>
            </a:r>
            <a:endParaRPr lang="en-US" b="1" dirty="0">
              <a:latin typeface="+mj-lt"/>
            </a:endParaRPr>
          </a:p>
        </p:txBody>
      </p:sp>
      <p:cxnSp>
        <p:nvCxnSpPr>
          <p:cNvPr id="131" name="Connecteur droit 130">
            <a:extLst>
              <a:ext uri="{FF2B5EF4-FFF2-40B4-BE49-F238E27FC236}">
                <a16:creationId xmlns:a16="http://schemas.microsoft.com/office/drawing/2014/main" id="{63F210ED-F458-FD1D-B47F-C8201B202DFD}"/>
              </a:ext>
            </a:extLst>
          </p:cNvPr>
          <p:cNvCxnSpPr>
            <a:cxnSpLocks/>
          </p:cNvCxnSpPr>
          <p:nvPr/>
        </p:nvCxnSpPr>
        <p:spPr>
          <a:xfrm flipV="1">
            <a:off x="8858098" y="3872493"/>
            <a:ext cx="0" cy="875538"/>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32" name="ZoneTexte 131">
            <a:extLst>
              <a:ext uri="{FF2B5EF4-FFF2-40B4-BE49-F238E27FC236}">
                <a16:creationId xmlns:a16="http://schemas.microsoft.com/office/drawing/2014/main" id="{3D756A49-08DB-D068-9D12-B0F87B7ADAC1}"/>
              </a:ext>
            </a:extLst>
          </p:cNvPr>
          <p:cNvSpPr txBox="1"/>
          <p:nvPr/>
        </p:nvSpPr>
        <p:spPr>
          <a:xfrm>
            <a:off x="8657242" y="4815633"/>
            <a:ext cx="2622212" cy="600164"/>
          </a:xfrm>
          <a:prstGeom prst="rect">
            <a:avLst/>
          </a:prstGeom>
          <a:noFill/>
        </p:spPr>
        <p:txBody>
          <a:bodyPr wrap="square" rtlCol="0">
            <a:spAutoFit/>
          </a:bodyPr>
          <a:lstStyle/>
          <a:p>
            <a:r>
              <a:rPr lang="fr-FR" sz="1100" b="1" dirty="0">
                <a:solidFill>
                  <a:schemeClr val="bg2"/>
                </a:solidFill>
              </a:rPr>
              <a:t>GT #3 - Conclusion : </a:t>
            </a:r>
            <a:r>
              <a:rPr lang="fr-FR" sz="1100" dirty="0">
                <a:solidFill>
                  <a:schemeClr val="bg2"/>
                </a:solidFill>
              </a:rPr>
              <a:t>Partage des résultats et décision d’arbitrage « stop ou encore ».</a:t>
            </a:r>
            <a:endParaRPr lang="en-US" sz="1100" dirty="0">
              <a:solidFill>
                <a:schemeClr val="bg2"/>
              </a:solidFill>
            </a:endParaRPr>
          </a:p>
        </p:txBody>
      </p:sp>
      <p:sp>
        <p:nvSpPr>
          <p:cNvPr id="133" name="Ellipse 132">
            <a:extLst>
              <a:ext uri="{FF2B5EF4-FFF2-40B4-BE49-F238E27FC236}">
                <a16:creationId xmlns:a16="http://schemas.microsoft.com/office/drawing/2014/main" id="{943FDAFF-489F-910B-B18A-142F1CD9F36E}"/>
              </a:ext>
            </a:extLst>
          </p:cNvPr>
          <p:cNvSpPr/>
          <p:nvPr/>
        </p:nvSpPr>
        <p:spPr>
          <a:xfrm>
            <a:off x="8426274" y="4997303"/>
            <a:ext cx="236824" cy="236824"/>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8</a:t>
            </a:r>
            <a:endParaRPr lang="en-US" b="1" dirty="0">
              <a:latin typeface="+mj-lt"/>
            </a:endParaRPr>
          </a:p>
        </p:txBody>
      </p:sp>
      <p:sp>
        <p:nvSpPr>
          <p:cNvPr id="135" name="Ellipse 134">
            <a:extLst>
              <a:ext uri="{FF2B5EF4-FFF2-40B4-BE49-F238E27FC236}">
                <a16:creationId xmlns:a16="http://schemas.microsoft.com/office/drawing/2014/main" id="{D085927F-54F2-0F69-B96A-49DC21BE15D4}"/>
              </a:ext>
            </a:extLst>
          </p:cNvPr>
          <p:cNvSpPr/>
          <p:nvPr/>
        </p:nvSpPr>
        <p:spPr>
          <a:xfrm>
            <a:off x="9958492" y="2789033"/>
            <a:ext cx="236824" cy="23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j-lt"/>
              </a:rPr>
              <a:t>9</a:t>
            </a:r>
            <a:endParaRPr lang="en-US" b="1" dirty="0">
              <a:latin typeface="+mj-lt"/>
            </a:endParaRPr>
          </a:p>
        </p:txBody>
      </p:sp>
      <p:sp>
        <p:nvSpPr>
          <p:cNvPr id="136" name="ZoneTexte 135">
            <a:extLst>
              <a:ext uri="{FF2B5EF4-FFF2-40B4-BE49-F238E27FC236}">
                <a16:creationId xmlns:a16="http://schemas.microsoft.com/office/drawing/2014/main" id="{E74472B3-1732-A17D-F6FD-F7B218E0FD70}"/>
              </a:ext>
            </a:extLst>
          </p:cNvPr>
          <p:cNvSpPr txBox="1"/>
          <p:nvPr/>
        </p:nvSpPr>
        <p:spPr>
          <a:xfrm>
            <a:off x="10159664" y="2692002"/>
            <a:ext cx="1905458" cy="430887"/>
          </a:xfrm>
          <a:prstGeom prst="rect">
            <a:avLst/>
          </a:prstGeom>
          <a:noFill/>
        </p:spPr>
        <p:txBody>
          <a:bodyPr wrap="square" rtlCol="0">
            <a:spAutoFit/>
          </a:bodyPr>
          <a:lstStyle/>
          <a:p>
            <a:r>
              <a:rPr lang="fr-FR" sz="1100" dirty="0">
                <a:solidFill>
                  <a:schemeClr val="bg1">
                    <a:lumMod val="50000"/>
                  </a:schemeClr>
                </a:solidFill>
              </a:rPr>
              <a:t>Début du</a:t>
            </a:r>
            <a:r>
              <a:rPr lang="fr-FR" sz="1100" b="1" dirty="0">
                <a:solidFill>
                  <a:schemeClr val="bg1">
                    <a:lumMod val="50000"/>
                  </a:schemeClr>
                </a:solidFill>
              </a:rPr>
              <a:t> </a:t>
            </a:r>
            <a:r>
              <a:rPr lang="fr-FR" sz="1100" dirty="0">
                <a:solidFill>
                  <a:schemeClr val="bg1">
                    <a:lumMod val="50000"/>
                  </a:schemeClr>
                </a:solidFill>
              </a:rPr>
              <a:t>traitement d’une </a:t>
            </a:r>
            <a:r>
              <a:rPr lang="fr-FR" sz="1100" b="1" dirty="0">
                <a:solidFill>
                  <a:schemeClr val="bg1">
                    <a:lumMod val="50000"/>
                  </a:schemeClr>
                </a:solidFill>
              </a:rPr>
              <a:t>nouvelle réglementation.</a:t>
            </a:r>
          </a:p>
        </p:txBody>
      </p:sp>
    </p:spTree>
    <p:extLst>
      <p:ext uri="{BB962C8B-B14F-4D97-AF65-F5344CB8AC3E}">
        <p14:creationId xmlns:p14="http://schemas.microsoft.com/office/powerpoint/2010/main" val="2964535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37F62-11A6-0739-ED59-6B46BA88F0C8}"/>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147EDBBF-F09B-D47C-73DF-F6744051629A}"/>
              </a:ext>
            </a:extLst>
          </p:cNvPr>
          <p:cNvSpPr>
            <a:spLocks noGrp="1"/>
          </p:cNvSpPr>
          <p:nvPr>
            <p:ph type="ctrTitle"/>
          </p:nvPr>
        </p:nvSpPr>
        <p:spPr>
          <a:xfrm>
            <a:off x="720000" y="2169000"/>
            <a:ext cx="10980000" cy="2520000"/>
          </a:xfrm>
        </p:spPr>
        <p:txBody>
          <a:bodyPr anchor="ctr">
            <a:normAutofit fontScale="90000"/>
          </a:bodyPr>
          <a:lstStyle/>
          <a:p>
            <a:r>
              <a:rPr lang="fr-FR" b="0" i="1" noProof="0" dirty="0">
                <a:latin typeface="+mn-lt"/>
              </a:rPr>
              <a:t>€N</a:t>
            </a:r>
            <a:br>
              <a:rPr lang="fr-FR" noProof="0" dirty="0"/>
            </a:br>
            <a:r>
              <a:rPr lang="fr-FR" noProof="0" dirty="0"/>
              <a:t>Actualités et suivi du texte sur l’Euro Numérique</a:t>
            </a:r>
          </a:p>
        </p:txBody>
      </p:sp>
      <p:sp>
        <p:nvSpPr>
          <p:cNvPr id="5" name="Espace réservé du numéro de diapositive 4">
            <a:extLst>
              <a:ext uri="{FF2B5EF4-FFF2-40B4-BE49-F238E27FC236}">
                <a16:creationId xmlns:a16="http://schemas.microsoft.com/office/drawing/2014/main" id="{1E4EE027-2F07-C3F3-8160-D3D38E3E40FD}"/>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7</a:t>
            </a:fld>
            <a:endParaRPr lang="fr-FR" noProof="0" dirty="0"/>
          </a:p>
        </p:txBody>
      </p:sp>
    </p:spTree>
    <p:extLst>
      <p:ext uri="{BB962C8B-B14F-4D97-AF65-F5344CB8AC3E}">
        <p14:creationId xmlns:p14="http://schemas.microsoft.com/office/powerpoint/2010/main" val="3138993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75F8B-7AF7-343D-8946-A08B6DFE7530}"/>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C780B636-9E88-A0A4-FAF4-91ED697D6406}"/>
              </a:ext>
            </a:extLst>
          </p:cNvPr>
          <p:cNvSpPr>
            <a:spLocks noGrp="1"/>
          </p:cNvSpPr>
          <p:nvPr>
            <p:ph type="ctrTitle"/>
          </p:nvPr>
        </p:nvSpPr>
        <p:spPr>
          <a:xfrm>
            <a:off x="720000" y="2169000"/>
            <a:ext cx="10980000" cy="2520000"/>
          </a:xfrm>
        </p:spPr>
        <p:txBody>
          <a:bodyPr anchor="ctr">
            <a:normAutofit/>
          </a:bodyPr>
          <a:lstStyle/>
          <a:p>
            <a:r>
              <a:rPr lang="fr-FR" b="0" i="1" noProof="0" dirty="0">
                <a:latin typeface="+mn-lt"/>
              </a:rPr>
              <a:t>DSP3/PSR </a:t>
            </a:r>
            <a:br>
              <a:rPr lang="fr-FR" noProof="0" dirty="0"/>
            </a:br>
            <a:r>
              <a:rPr lang="fr-FR" noProof="0" dirty="0"/>
              <a:t>Comprendre le paquet réglementaire </a:t>
            </a:r>
          </a:p>
        </p:txBody>
      </p:sp>
      <p:sp>
        <p:nvSpPr>
          <p:cNvPr id="5" name="Espace réservé du numéro de diapositive 4">
            <a:extLst>
              <a:ext uri="{FF2B5EF4-FFF2-40B4-BE49-F238E27FC236}">
                <a16:creationId xmlns:a16="http://schemas.microsoft.com/office/drawing/2014/main" id="{4B18A849-E338-15A9-75F2-D7A54FB9B767}"/>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8</a:t>
            </a:fld>
            <a:endParaRPr lang="fr-FR" noProof="0" dirty="0"/>
          </a:p>
        </p:txBody>
      </p:sp>
    </p:spTree>
    <p:extLst>
      <p:ext uri="{BB962C8B-B14F-4D97-AF65-F5344CB8AC3E}">
        <p14:creationId xmlns:p14="http://schemas.microsoft.com/office/powerpoint/2010/main" val="2759499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F6EB4-C484-F938-C78F-F5C9EC732ADC}"/>
            </a:ext>
          </a:extLst>
        </p:cNvPr>
        <p:cNvGrpSpPr/>
        <p:nvPr/>
      </p:nvGrpSpPr>
      <p:grpSpPr>
        <a:xfrm>
          <a:off x="0" y="0"/>
          <a:ext cx="0" cy="0"/>
          <a:chOff x="0" y="0"/>
          <a:chExt cx="0" cy="0"/>
        </a:xfrm>
      </p:grpSpPr>
      <p:sp>
        <p:nvSpPr>
          <p:cNvPr id="268" name="Rectangle 267">
            <a:extLst>
              <a:ext uri="{FF2B5EF4-FFF2-40B4-BE49-F238E27FC236}">
                <a16:creationId xmlns:a16="http://schemas.microsoft.com/office/drawing/2014/main" id="{C2B9CE7F-1699-95E7-84AD-1A46C060A4FA}"/>
              </a:ext>
            </a:extLst>
          </p:cNvPr>
          <p:cNvSpPr/>
          <p:nvPr/>
        </p:nvSpPr>
        <p:spPr>
          <a:xfrm rot="5400000">
            <a:off x="-1799124" y="4260599"/>
            <a:ext cx="5112000" cy="85566"/>
          </a:xfrm>
          <a:prstGeom prst="rect">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06" name="Espace réservé du texte 1">
            <a:extLst>
              <a:ext uri="{FF2B5EF4-FFF2-40B4-BE49-F238E27FC236}">
                <a16:creationId xmlns:a16="http://schemas.microsoft.com/office/drawing/2014/main" id="{65766E22-F0A8-5A53-1EFD-12230B83BC6F}"/>
              </a:ext>
            </a:extLst>
          </p:cNvPr>
          <p:cNvSpPr>
            <a:spLocks noGrp="1"/>
          </p:cNvSpPr>
          <p:nvPr>
            <p:ph type="body" sz="quarter" idx="10"/>
          </p:nvPr>
        </p:nvSpPr>
        <p:spPr>
          <a:xfrm>
            <a:off x="631297" y="514654"/>
            <a:ext cx="10955866" cy="200893"/>
          </a:xfrm>
        </p:spPr>
        <p:txBody>
          <a:bodyPr vert="horz" lIns="0" tIns="0" rIns="0" bIns="0" rtlCol="0" anchor="ctr">
            <a:noAutofit/>
          </a:bodyPr>
          <a:lstStyle/>
          <a:p>
            <a:r>
              <a:rPr lang="fr-FR" sz="1800" noProof="0" dirty="0"/>
              <a:t>La réglementation bancaire européenne en matière de paiements se structure autour de directives</a:t>
            </a:r>
            <a:r>
              <a:rPr lang="fr-FR" sz="1800" dirty="0"/>
              <a:t> q</a:t>
            </a:r>
            <a:r>
              <a:rPr lang="fr-FR" sz="1800" noProof="0" dirty="0" err="1"/>
              <a:t>ui</a:t>
            </a:r>
            <a:r>
              <a:rPr lang="fr-FR" sz="1800" noProof="0" dirty="0"/>
              <a:t> sécurisent et Unifient le Marché</a:t>
            </a:r>
            <a:endParaRPr lang="fr-FR" sz="1800" u="sng" noProof="0" dirty="0">
              <a:solidFill>
                <a:schemeClr val="tx2">
                  <a:lumMod val="60000"/>
                  <a:lumOff val="40000"/>
                </a:schemeClr>
              </a:solidFill>
            </a:endParaRPr>
          </a:p>
        </p:txBody>
      </p:sp>
      <p:sp>
        <p:nvSpPr>
          <p:cNvPr id="3" name="Rectangle 2">
            <a:extLst>
              <a:ext uri="{FF2B5EF4-FFF2-40B4-BE49-F238E27FC236}">
                <a16:creationId xmlns:a16="http://schemas.microsoft.com/office/drawing/2014/main" id="{0229975D-C9B6-E0A1-47CD-C5DB4726A429}"/>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dirty="0">
                <a:solidFill>
                  <a:schemeClr val="tx1">
                    <a:lumMod val="50000"/>
                  </a:schemeClr>
                </a:solidFill>
              </a:rPr>
              <a:t>Avant la DSP1, chaque État membre régulait les paiements à sa façon, ce qui freinait la construction d'un marché unique des paiements en euros. </a:t>
            </a:r>
            <a:r>
              <a:rPr lang="fr-FR" sz="1200" b="1" dirty="0">
                <a:solidFill>
                  <a:schemeClr val="tx1">
                    <a:lumMod val="50000"/>
                  </a:schemeClr>
                </a:solidFill>
              </a:rPr>
              <a:t>Avec le cadre DSP, trois objectifs sont poursuivis : ouvrir le marché à des acteurs non bancaires, sécuriser les opérations pour le consommateur, harmoniser les règles de conduite entre États membres.</a:t>
            </a:r>
            <a:endParaRPr lang="fr-FR" sz="1200" dirty="0">
              <a:solidFill>
                <a:schemeClr val="tx1">
                  <a:lumMod val="50000"/>
                </a:schemeClr>
              </a:solidFill>
            </a:endParaRPr>
          </a:p>
        </p:txBody>
      </p:sp>
      <p:sp>
        <p:nvSpPr>
          <p:cNvPr id="30" name="Rectangle : coins arrondis 29">
            <a:extLst>
              <a:ext uri="{FF2B5EF4-FFF2-40B4-BE49-F238E27FC236}">
                <a16:creationId xmlns:a16="http://schemas.microsoft.com/office/drawing/2014/main" id="{B485411D-858D-9D8A-2AD0-C26DC372AD7B}"/>
              </a:ext>
            </a:extLst>
          </p:cNvPr>
          <p:cNvSpPr/>
          <p:nvPr/>
        </p:nvSpPr>
        <p:spPr>
          <a:xfrm>
            <a:off x="3444658" y="1886126"/>
            <a:ext cx="8142505" cy="1080000"/>
          </a:xfrm>
          <a:prstGeom prst="roundRect">
            <a:avLst>
              <a:gd name="adj" fmla="val 6894"/>
            </a:avLst>
          </a:prstGeom>
          <a:solidFill>
            <a:schemeClr val="accent3">
              <a:alpha val="2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171450" indent="-171450">
              <a:spcAft>
                <a:spcPts val="300"/>
              </a:spcAft>
              <a:buFont typeface="Arial" panose="020B0604020202020204" pitchFamily="34" charset="0"/>
              <a:buChar char="•"/>
            </a:pPr>
            <a:r>
              <a:rPr lang="fr-FR" sz="1200" b="1" dirty="0">
                <a:solidFill>
                  <a:schemeClr val="tx1">
                    <a:lumMod val="50000"/>
                  </a:schemeClr>
                </a:solidFill>
              </a:rPr>
              <a:t>Création du statut d’établissement de paiement (EP) : </a:t>
            </a:r>
            <a:r>
              <a:rPr lang="fr-FR" sz="1200" dirty="0">
                <a:solidFill>
                  <a:schemeClr val="tx1">
                    <a:lumMod val="50000"/>
                  </a:schemeClr>
                </a:solidFill>
              </a:rPr>
              <a:t>ouverture du marché à des acteurs non bancaires pouvant proposer des services de paiement sous un cadre réglementé.</a:t>
            </a:r>
          </a:p>
          <a:p>
            <a:pPr marL="171450" indent="-171450">
              <a:spcAft>
                <a:spcPts val="300"/>
              </a:spcAft>
              <a:buFont typeface="Arial" panose="020B0604020202020204" pitchFamily="34" charset="0"/>
              <a:buChar char="•"/>
            </a:pPr>
            <a:r>
              <a:rPr lang="fr-FR" sz="1200" b="1" dirty="0">
                <a:solidFill>
                  <a:schemeClr val="tx1">
                    <a:lumMod val="50000"/>
                  </a:schemeClr>
                </a:solidFill>
              </a:rPr>
              <a:t>Ouverture progressive du marché : </a:t>
            </a:r>
            <a:r>
              <a:rPr lang="fr-FR" sz="1200" dirty="0">
                <a:solidFill>
                  <a:schemeClr val="tx1">
                    <a:lumMod val="50000"/>
                  </a:schemeClr>
                </a:solidFill>
              </a:rPr>
              <a:t>développement de nouveaux acteurs spécialisés dans l'acquisition et les paiements en ligne, comme Adyen ou Worldline.</a:t>
            </a:r>
          </a:p>
          <a:p>
            <a:pPr marL="171450" indent="-171450">
              <a:spcAft>
                <a:spcPts val="300"/>
              </a:spcAft>
              <a:buFont typeface="Arial" panose="020B0604020202020204" pitchFamily="34" charset="0"/>
              <a:buChar char="•"/>
            </a:pPr>
            <a:r>
              <a:rPr lang="fr-FR" sz="1200" b="1" dirty="0">
                <a:solidFill>
                  <a:schemeClr val="tx1">
                    <a:lumMod val="50000"/>
                  </a:schemeClr>
                </a:solidFill>
              </a:rPr>
              <a:t>Harmonisation européenne : </a:t>
            </a:r>
            <a:r>
              <a:rPr lang="fr-FR" sz="1200" dirty="0">
                <a:solidFill>
                  <a:schemeClr val="tx1">
                    <a:lumMod val="50000"/>
                  </a:schemeClr>
                </a:solidFill>
              </a:rPr>
              <a:t>premières bases communes pour les services de paiement dans l’UE.</a:t>
            </a:r>
          </a:p>
        </p:txBody>
      </p:sp>
      <p:cxnSp>
        <p:nvCxnSpPr>
          <p:cNvPr id="32" name="Connecteur droit 31">
            <a:extLst>
              <a:ext uri="{FF2B5EF4-FFF2-40B4-BE49-F238E27FC236}">
                <a16:creationId xmlns:a16="http://schemas.microsoft.com/office/drawing/2014/main" id="{EB3B2A23-4550-8283-781D-FDFB0A2AF067}"/>
              </a:ext>
            </a:extLst>
          </p:cNvPr>
          <p:cNvCxnSpPr>
            <a:cxnSpLocks/>
          </p:cNvCxnSpPr>
          <p:nvPr/>
        </p:nvCxnSpPr>
        <p:spPr>
          <a:xfrm>
            <a:off x="890269" y="2426126"/>
            <a:ext cx="2554389" cy="0"/>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5" name="Shape 1">
            <a:extLst>
              <a:ext uri="{FF2B5EF4-FFF2-40B4-BE49-F238E27FC236}">
                <a16:creationId xmlns:a16="http://schemas.microsoft.com/office/drawing/2014/main" id="{5C6AA006-4DCC-51D9-3071-816FBBF57ED0}"/>
              </a:ext>
            </a:extLst>
          </p:cNvPr>
          <p:cNvSpPr/>
          <p:nvPr/>
        </p:nvSpPr>
        <p:spPr>
          <a:xfrm>
            <a:off x="634832" y="2298408"/>
            <a:ext cx="255437" cy="255437"/>
          </a:xfrm>
          <a:prstGeom prst="ellipse">
            <a:avLst/>
          </a:prstGeom>
          <a:solidFill>
            <a:schemeClr val="accent3"/>
          </a:solidFill>
          <a:ln>
            <a:solidFill>
              <a:schemeClr val="tx1">
                <a:lumMod val="50000"/>
              </a:schemeClr>
            </a:solidFill>
          </a:ln>
        </p:spPr>
        <p:txBody>
          <a:bodyPr/>
          <a:lstStyle/>
          <a:p>
            <a:endParaRPr lang="en-US" dirty="0"/>
          </a:p>
        </p:txBody>
      </p:sp>
      <p:sp>
        <p:nvSpPr>
          <p:cNvPr id="6" name="Text 3">
            <a:extLst>
              <a:ext uri="{FF2B5EF4-FFF2-40B4-BE49-F238E27FC236}">
                <a16:creationId xmlns:a16="http://schemas.microsoft.com/office/drawing/2014/main" id="{FBA07481-CBCC-7F70-D95E-FBB9706DFC93}"/>
              </a:ext>
            </a:extLst>
          </p:cNvPr>
          <p:cNvSpPr/>
          <p:nvPr/>
        </p:nvSpPr>
        <p:spPr>
          <a:xfrm>
            <a:off x="994836" y="2243246"/>
            <a:ext cx="472154" cy="365760"/>
          </a:xfrm>
          <a:prstGeom prst="rect">
            <a:avLst/>
          </a:prstGeom>
          <a:solidFill>
            <a:schemeClr val="bg1"/>
          </a:solidFill>
          <a:ln/>
        </p:spPr>
        <p:txBody>
          <a:bodyPr wrap="square" lIns="36000" tIns="0" rIns="36000" bIns="0" rtlCol="0" anchor="ctr"/>
          <a:lstStyle/>
          <a:p>
            <a:pPr marL="0" indent="0" algn="ctr">
              <a:buNone/>
            </a:pPr>
            <a:r>
              <a:rPr lang="en-US" sz="1400" b="1" dirty="0">
                <a:solidFill>
                  <a:schemeClr val="tx1">
                    <a:lumMod val="50000"/>
                  </a:schemeClr>
                </a:solidFill>
                <a:ea typeface="Calibri" pitchFamily="34" charset="-122"/>
                <a:cs typeface="Calibri" pitchFamily="34" charset="-120"/>
              </a:rPr>
              <a:t>2007</a:t>
            </a:r>
            <a:endParaRPr lang="en-US" sz="1400" b="1" dirty="0">
              <a:solidFill>
                <a:schemeClr val="tx1">
                  <a:lumMod val="50000"/>
                </a:schemeClr>
              </a:solidFill>
            </a:endParaRPr>
          </a:p>
        </p:txBody>
      </p:sp>
      <p:sp>
        <p:nvSpPr>
          <p:cNvPr id="7" name="Text 4">
            <a:extLst>
              <a:ext uri="{FF2B5EF4-FFF2-40B4-BE49-F238E27FC236}">
                <a16:creationId xmlns:a16="http://schemas.microsoft.com/office/drawing/2014/main" id="{443920FB-5156-AA32-B1EC-249045605574}"/>
              </a:ext>
            </a:extLst>
          </p:cNvPr>
          <p:cNvSpPr/>
          <p:nvPr/>
        </p:nvSpPr>
        <p:spPr>
          <a:xfrm>
            <a:off x="1546656" y="2139953"/>
            <a:ext cx="1791530" cy="572346"/>
          </a:xfrm>
          <a:prstGeom prst="rect">
            <a:avLst/>
          </a:prstGeom>
          <a:solidFill>
            <a:schemeClr val="bg1"/>
          </a:solidFill>
          <a:ln/>
        </p:spPr>
        <p:txBody>
          <a:bodyPr wrap="square" lIns="36000" tIns="0" rIns="36000" bIns="0" rtlCol="0" anchor="ctr"/>
          <a:lstStyle/>
          <a:p>
            <a:pPr marL="0" indent="0">
              <a:buNone/>
            </a:pPr>
            <a:r>
              <a:rPr lang="fr-FR" sz="1400" b="1" dirty="0">
                <a:solidFill>
                  <a:schemeClr val="tx1">
                    <a:lumMod val="50000"/>
                  </a:schemeClr>
                </a:solidFill>
                <a:ea typeface="Calibri" pitchFamily="34" charset="-122"/>
                <a:cs typeface="Calibri" pitchFamily="34" charset="-120"/>
              </a:rPr>
              <a:t>DSP1 : </a:t>
            </a:r>
            <a:r>
              <a:rPr lang="fr-FR" sz="1400" dirty="0">
                <a:solidFill>
                  <a:schemeClr val="tx1">
                    <a:lumMod val="50000"/>
                  </a:schemeClr>
                </a:solidFill>
                <a:ea typeface="Calibri" pitchFamily="34" charset="-122"/>
                <a:cs typeface="Calibri" pitchFamily="34" charset="-120"/>
              </a:rPr>
              <a:t>première réglementation des services de paiement</a:t>
            </a:r>
            <a:endParaRPr lang="en-US" sz="1400" dirty="0">
              <a:solidFill>
                <a:schemeClr val="tx1">
                  <a:lumMod val="50000"/>
                </a:schemeClr>
              </a:solidFill>
            </a:endParaRPr>
          </a:p>
        </p:txBody>
      </p:sp>
      <p:cxnSp>
        <p:nvCxnSpPr>
          <p:cNvPr id="40" name="Connecteur droit 39">
            <a:extLst>
              <a:ext uri="{FF2B5EF4-FFF2-40B4-BE49-F238E27FC236}">
                <a16:creationId xmlns:a16="http://schemas.microsoft.com/office/drawing/2014/main" id="{E54B6DE4-5B38-3E42-AF4E-6FA84802CCCA}"/>
              </a:ext>
            </a:extLst>
          </p:cNvPr>
          <p:cNvCxnSpPr>
            <a:cxnSpLocks/>
          </p:cNvCxnSpPr>
          <p:nvPr/>
        </p:nvCxnSpPr>
        <p:spPr>
          <a:xfrm>
            <a:off x="879325" y="4652181"/>
            <a:ext cx="2565333" cy="0"/>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Shape 1">
            <a:extLst>
              <a:ext uri="{FF2B5EF4-FFF2-40B4-BE49-F238E27FC236}">
                <a16:creationId xmlns:a16="http://schemas.microsoft.com/office/drawing/2014/main" id="{C215B910-B2D2-3D60-4C35-3515B04503DE}"/>
              </a:ext>
            </a:extLst>
          </p:cNvPr>
          <p:cNvSpPr/>
          <p:nvPr/>
        </p:nvSpPr>
        <p:spPr>
          <a:xfrm>
            <a:off x="623888" y="4524463"/>
            <a:ext cx="255437" cy="255437"/>
          </a:xfrm>
          <a:prstGeom prst="ellipse">
            <a:avLst/>
          </a:prstGeom>
          <a:solidFill>
            <a:schemeClr val="accent5"/>
          </a:solidFill>
          <a:ln>
            <a:solidFill>
              <a:schemeClr val="tx1">
                <a:lumMod val="50000"/>
              </a:schemeClr>
            </a:solidFill>
          </a:ln>
        </p:spPr>
        <p:txBody>
          <a:bodyPr/>
          <a:lstStyle/>
          <a:p>
            <a:endParaRPr lang="en-US" dirty="0"/>
          </a:p>
        </p:txBody>
      </p:sp>
      <p:sp>
        <p:nvSpPr>
          <p:cNvPr id="42" name="Text 3">
            <a:extLst>
              <a:ext uri="{FF2B5EF4-FFF2-40B4-BE49-F238E27FC236}">
                <a16:creationId xmlns:a16="http://schemas.microsoft.com/office/drawing/2014/main" id="{C5E784CD-B86D-CD96-9093-61D83FE0F41F}"/>
              </a:ext>
            </a:extLst>
          </p:cNvPr>
          <p:cNvSpPr/>
          <p:nvPr/>
        </p:nvSpPr>
        <p:spPr>
          <a:xfrm>
            <a:off x="983892" y="4469301"/>
            <a:ext cx="472154" cy="365760"/>
          </a:xfrm>
          <a:prstGeom prst="rect">
            <a:avLst/>
          </a:prstGeom>
          <a:solidFill>
            <a:schemeClr val="bg1"/>
          </a:solidFill>
          <a:ln/>
        </p:spPr>
        <p:txBody>
          <a:bodyPr wrap="square" lIns="36000" tIns="0" rIns="36000" bIns="0" rtlCol="0" anchor="ctr"/>
          <a:lstStyle/>
          <a:p>
            <a:pPr marL="0" indent="0" algn="ctr">
              <a:buNone/>
            </a:pPr>
            <a:r>
              <a:rPr lang="en-US" sz="1400" b="1" dirty="0">
                <a:solidFill>
                  <a:schemeClr val="tx1">
                    <a:lumMod val="50000"/>
                  </a:schemeClr>
                </a:solidFill>
                <a:ea typeface="Calibri" pitchFamily="34" charset="-122"/>
                <a:cs typeface="Calibri" pitchFamily="34" charset="-120"/>
              </a:rPr>
              <a:t>2018</a:t>
            </a:r>
            <a:endParaRPr lang="en-US" sz="1400" b="1" dirty="0">
              <a:solidFill>
                <a:schemeClr val="tx1">
                  <a:lumMod val="50000"/>
                </a:schemeClr>
              </a:solidFill>
            </a:endParaRPr>
          </a:p>
        </p:txBody>
      </p:sp>
      <p:sp>
        <p:nvSpPr>
          <p:cNvPr id="43" name="Text 4">
            <a:extLst>
              <a:ext uri="{FF2B5EF4-FFF2-40B4-BE49-F238E27FC236}">
                <a16:creationId xmlns:a16="http://schemas.microsoft.com/office/drawing/2014/main" id="{2314920D-6437-53EA-4C56-B75C3FFCA2D3}"/>
              </a:ext>
            </a:extLst>
          </p:cNvPr>
          <p:cNvSpPr/>
          <p:nvPr/>
        </p:nvSpPr>
        <p:spPr>
          <a:xfrm>
            <a:off x="1535712" y="4366008"/>
            <a:ext cx="1791530" cy="572346"/>
          </a:xfrm>
          <a:prstGeom prst="rect">
            <a:avLst/>
          </a:prstGeom>
          <a:solidFill>
            <a:schemeClr val="bg1"/>
          </a:solidFill>
          <a:ln/>
        </p:spPr>
        <p:txBody>
          <a:bodyPr wrap="square" lIns="36000" tIns="0" rIns="36000" bIns="0" rtlCol="0" anchor="ctr"/>
          <a:lstStyle/>
          <a:p>
            <a:pPr marL="0" indent="0">
              <a:buNone/>
            </a:pPr>
            <a:r>
              <a:rPr lang="fr-FR" sz="1400" b="1" dirty="0">
                <a:solidFill>
                  <a:schemeClr val="tx1">
                    <a:lumMod val="50000"/>
                  </a:schemeClr>
                </a:solidFill>
                <a:ea typeface="Calibri" pitchFamily="34" charset="-122"/>
                <a:cs typeface="Calibri" pitchFamily="34" charset="-120"/>
              </a:rPr>
              <a:t>DSP2 : </a:t>
            </a:r>
            <a:r>
              <a:rPr lang="fr-FR" sz="1400" dirty="0">
                <a:solidFill>
                  <a:schemeClr val="tx1">
                    <a:lumMod val="50000"/>
                  </a:schemeClr>
                </a:solidFill>
                <a:ea typeface="Calibri" pitchFamily="34" charset="-122"/>
                <a:cs typeface="Calibri" pitchFamily="34" charset="-120"/>
              </a:rPr>
              <a:t>la genèse de l’Open Banking</a:t>
            </a:r>
            <a:endParaRPr lang="en-US" sz="1400" dirty="0">
              <a:solidFill>
                <a:schemeClr val="tx1">
                  <a:lumMod val="50000"/>
                </a:schemeClr>
              </a:solidFill>
            </a:endParaRPr>
          </a:p>
        </p:txBody>
      </p:sp>
      <p:sp>
        <p:nvSpPr>
          <p:cNvPr id="50" name="Rectangle : coins arrondis 49">
            <a:extLst>
              <a:ext uri="{FF2B5EF4-FFF2-40B4-BE49-F238E27FC236}">
                <a16:creationId xmlns:a16="http://schemas.microsoft.com/office/drawing/2014/main" id="{DA131383-99EB-FBCE-09C5-BBC87AA372F8}"/>
              </a:ext>
            </a:extLst>
          </p:cNvPr>
          <p:cNvSpPr/>
          <p:nvPr/>
        </p:nvSpPr>
        <p:spPr>
          <a:xfrm>
            <a:off x="3444658" y="3894790"/>
            <a:ext cx="8142505" cy="1514782"/>
          </a:xfrm>
          <a:prstGeom prst="roundRect">
            <a:avLst>
              <a:gd name="adj" fmla="val 6894"/>
            </a:avLst>
          </a:prstGeom>
          <a:solidFill>
            <a:schemeClr val="accent5">
              <a:alpha val="2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171450" indent="-171450">
              <a:spcAft>
                <a:spcPts val="300"/>
              </a:spcAft>
              <a:buFont typeface="Arial" panose="020B0604020202020204" pitchFamily="34" charset="0"/>
              <a:buChar char="•"/>
            </a:pPr>
            <a:r>
              <a:rPr lang="fr-FR" sz="1200" b="1" dirty="0">
                <a:solidFill>
                  <a:schemeClr val="tx1">
                    <a:lumMod val="50000"/>
                  </a:schemeClr>
                </a:solidFill>
              </a:rPr>
              <a:t>Ouverture des services de paiement aux fintechs régulées :</a:t>
            </a:r>
            <a:r>
              <a:rPr lang="fr-FR" sz="1200" dirty="0">
                <a:solidFill>
                  <a:schemeClr val="tx1">
                    <a:lumMod val="50000"/>
                  </a:schemeClr>
                </a:solidFill>
              </a:rPr>
              <a:t> les banques doivent partager les données de leurs clients avec ces nouveaux acteurs, via des API ouvertes (ex. : </a:t>
            </a:r>
            <a:r>
              <a:rPr lang="fr-FR" sz="1200" dirty="0" err="1">
                <a:solidFill>
                  <a:schemeClr val="tx1">
                    <a:lumMod val="50000"/>
                  </a:schemeClr>
                </a:solidFill>
              </a:rPr>
              <a:t>Revolut</a:t>
            </a:r>
            <a:r>
              <a:rPr lang="fr-FR" sz="1200" dirty="0">
                <a:solidFill>
                  <a:schemeClr val="tx1">
                    <a:lumMod val="50000"/>
                  </a:schemeClr>
                </a:solidFill>
              </a:rPr>
              <a:t>).</a:t>
            </a:r>
          </a:p>
          <a:p>
            <a:pPr marL="171450" indent="-171450">
              <a:spcAft>
                <a:spcPts val="300"/>
              </a:spcAft>
              <a:buFont typeface="Arial" panose="020B0604020202020204" pitchFamily="34" charset="0"/>
              <a:buChar char="•"/>
            </a:pPr>
            <a:r>
              <a:rPr lang="fr-FR" sz="1200" b="1" dirty="0">
                <a:solidFill>
                  <a:schemeClr val="tx1">
                    <a:lumMod val="50000"/>
                  </a:schemeClr>
                </a:solidFill>
              </a:rPr>
              <a:t>Reconnaissance de 2 nouveaux statuts </a:t>
            </a:r>
            <a:r>
              <a:rPr lang="fr-FR" sz="1200" dirty="0">
                <a:solidFill>
                  <a:schemeClr val="tx1">
                    <a:lumMod val="50000"/>
                  </a:schemeClr>
                </a:solidFill>
              </a:rPr>
              <a:t>: agrégateurs de comptes (AISP) et initiateurs de paiement (PISP).</a:t>
            </a:r>
          </a:p>
          <a:p>
            <a:pPr marL="171450" indent="-171450">
              <a:spcAft>
                <a:spcPts val="300"/>
              </a:spcAft>
              <a:buFont typeface="Arial" panose="020B0604020202020204" pitchFamily="34" charset="0"/>
              <a:buChar char="•"/>
            </a:pPr>
            <a:r>
              <a:rPr lang="fr-FR" sz="1200" b="1" dirty="0">
                <a:solidFill>
                  <a:schemeClr val="tx1">
                    <a:lumMod val="50000"/>
                  </a:schemeClr>
                </a:solidFill>
              </a:rPr>
              <a:t>Stimulation de la concurrence et l'innovation : </a:t>
            </a:r>
            <a:r>
              <a:rPr lang="fr-FR" sz="1200" dirty="0">
                <a:solidFill>
                  <a:schemeClr val="tx1">
                    <a:lumMod val="50000"/>
                  </a:schemeClr>
                </a:solidFill>
              </a:rPr>
              <a:t>agrégation </a:t>
            </a:r>
            <a:r>
              <a:rPr lang="fr-FR" sz="1200" dirty="0" err="1">
                <a:solidFill>
                  <a:schemeClr val="tx1">
                    <a:lumMod val="50000"/>
                  </a:schemeClr>
                </a:solidFill>
              </a:rPr>
              <a:t>multi-comptes</a:t>
            </a:r>
            <a:r>
              <a:rPr lang="fr-FR" sz="1200" dirty="0">
                <a:solidFill>
                  <a:schemeClr val="tx1">
                    <a:lumMod val="50000"/>
                  </a:schemeClr>
                </a:solidFill>
              </a:rPr>
              <a:t>, paiement par virement à l'achat, nouveaux services construits sur ces données (ex. : </a:t>
            </a:r>
            <a:r>
              <a:rPr lang="fr-FR" sz="1200" dirty="0" err="1">
                <a:solidFill>
                  <a:schemeClr val="tx1">
                    <a:lumMod val="50000"/>
                  </a:schemeClr>
                </a:solidFill>
              </a:rPr>
              <a:t>Linxo</a:t>
            </a:r>
            <a:r>
              <a:rPr lang="fr-FR" sz="1200" dirty="0">
                <a:solidFill>
                  <a:schemeClr val="tx1">
                    <a:lumMod val="50000"/>
                  </a:schemeClr>
                </a:solidFill>
              </a:rPr>
              <a:t>).</a:t>
            </a:r>
            <a:endParaRPr lang="fr-FR" sz="1200" b="1" dirty="0">
              <a:solidFill>
                <a:schemeClr val="tx1">
                  <a:lumMod val="50000"/>
                </a:schemeClr>
              </a:solidFill>
            </a:endParaRPr>
          </a:p>
          <a:p>
            <a:pPr marL="171450" indent="-171450">
              <a:spcAft>
                <a:spcPts val="300"/>
              </a:spcAft>
              <a:buFont typeface="Arial" panose="020B0604020202020204" pitchFamily="34" charset="0"/>
              <a:buChar char="•"/>
            </a:pPr>
            <a:r>
              <a:rPr lang="fr-FR" sz="1200" b="1" dirty="0">
                <a:solidFill>
                  <a:schemeClr val="tx1">
                    <a:lumMod val="50000"/>
                  </a:schemeClr>
                </a:solidFill>
              </a:rPr>
              <a:t>Introduction de l’authentification forte </a:t>
            </a:r>
            <a:r>
              <a:rPr lang="fr-FR" sz="1200" dirty="0">
                <a:solidFill>
                  <a:schemeClr val="tx1">
                    <a:lumMod val="50000"/>
                  </a:schemeClr>
                </a:solidFill>
              </a:rPr>
              <a:t>du client (SCA) et </a:t>
            </a:r>
            <a:r>
              <a:rPr lang="fr-FR" sz="1200" b="1" dirty="0">
                <a:solidFill>
                  <a:schemeClr val="tx1">
                    <a:lumMod val="50000"/>
                  </a:schemeClr>
                </a:solidFill>
              </a:rPr>
              <a:t>renforcement de la sécurité </a:t>
            </a:r>
            <a:r>
              <a:rPr lang="fr-FR" sz="1200" dirty="0">
                <a:solidFill>
                  <a:schemeClr val="tx1">
                    <a:lumMod val="50000"/>
                  </a:schemeClr>
                </a:solidFill>
              </a:rPr>
              <a:t>pour les paiements en ligne, notamment via 3DS2.</a:t>
            </a:r>
          </a:p>
        </p:txBody>
      </p:sp>
      <p:grpSp>
        <p:nvGrpSpPr>
          <p:cNvPr id="266" name="Groupe 265">
            <a:extLst>
              <a:ext uri="{FF2B5EF4-FFF2-40B4-BE49-F238E27FC236}">
                <a16:creationId xmlns:a16="http://schemas.microsoft.com/office/drawing/2014/main" id="{A87A8B7F-7570-D2A0-6EF5-115AE8638DF5}"/>
              </a:ext>
            </a:extLst>
          </p:cNvPr>
          <p:cNvGrpSpPr/>
          <p:nvPr/>
        </p:nvGrpSpPr>
        <p:grpSpPr>
          <a:xfrm>
            <a:off x="634832" y="3108785"/>
            <a:ext cx="10933280" cy="646331"/>
            <a:chOff x="634832" y="3083258"/>
            <a:chExt cx="10933280" cy="646331"/>
          </a:xfrm>
        </p:grpSpPr>
        <p:sp>
          <p:nvSpPr>
            <p:cNvPr id="52" name="ZoneTexte 51">
              <a:extLst>
                <a:ext uri="{FF2B5EF4-FFF2-40B4-BE49-F238E27FC236}">
                  <a16:creationId xmlns:a16="http://schemas.microsoft.com/office/drawing/2014/main" id="{4FE68C90-6CE2-0F06-12A4-24FABFA9FD14}"/>
                </a:ext>
              </a:extLst>
            </p:cNvPr>
            <p:cNvSpPr txBox="1"/>
            <p:nvPr/>
          </p:nvSpPr>
          <p:spPr>
            <a:xfrm>
              <a:off x="3444658" y="3083258"/>
              <a:ext cx="8123454" cy="646331"/>
            </a:xfrm>
            <a:prstGeom prst="rect">
              <a:avLst/>
            </a:prstGeom>
            <a:solidFill>
              <a:schemeClr val="bg1"/>
            </a:solidFill>
          </p:spPr>
          <p:txBody>
            <a:bodyPr wrap="square">
              <a:spAutoFit/>
            </a:bodyPr>
            <a:lstStyle/>
            <a:p>
              <a:pPr marL="171450" indent="-171450">
                <a:spcAft>
                  <a:spcPts val="600"/>
                </a:spcAft>
                <a:buFont typeface="Arial" panose="020B0604020202020204" pitchFamily="34" charset="0"/>
                <a:buChar char="•"/>
              </a:pPr>
              <a:r>
                <a:rPr lang="en-US" sz="1200" b="1" dirty="0" err="1">
                  <a:solidFill>
                    <a:schemeClr val="tx1">
                      <a:lumMod val="50000"/>
                    </a:schemeClr>
                  </a:solidFill>
                </a:rPr>
                <a:t>L'arrivée</a:t>
              </a:r>
              <a:r>
                <a:rPr lang="en-US" sz="1200" b="1" dirty="0">
                  <a:solidFill>
                    <a:schemeClr val="tx1">
                      <a:lumMod val="50000"/>
                    </a:schemeClr>
                  </a:solidFill>
                </a:rPr>
                <a:t> massive des fintechs, la </a:t>
              </a:r>
              <a:r>
                <a:rPr lang="en-US" sz="1200" b="1" dirty="0" err="1">
                  <a:solidFill>
                    <a:schemeClr val="tx1">
                      <a:lumMod val="50000"/>
                    </a:schemeClr>
                  </a:solidFill>
                </a:rPr>
                <a:t>croissance</a:t>
              </a:r>
              <a:r>
                <a:rPr lang="en-US" sz="1200" b="1" dirty="0">
                  <a:solidFill>
                    <a:schemeClr val="tx1">
                      <a:lumMod val="50000"/>
                    </a:schemeClr>
                  </a:solidFill>
                </a:rPr>
                <a:t> des transactions </a:t>
              </a:r>
              <a:r>
                <a:rPr lang="en-US" sz="1200" b="1" dirty="0" err="1">
                  <a:solidFill>
                    <a:schemeClr val="tx1">
                      <a:lumMod val="50000"/>
                    </a:schemeClr>
                  </a:solidFill>
                </a:rPr>
                <a:t>en</a:t>
              </a:r>
              <a:r>
                <a:rPr lang="en-US" sz="1200" b="1" dirty="0">
                  <a:solidFill>
                    <a:schemeClr val="tx1">
                      <a:lumMod val="50000"/>
                    </a:schemeClr>
                  </a:solidFill>
                </a:rPr>
                <a:t> </a:t>
              </a:r>
              <a:r>
                <a:rPr lang="en-US" sz="1200" b="1" dirty="0" err="1">
                  <a:solidFill>
                    <a:schemeClr val="tx1">
                      <a:lumMod val="50000"/>
                    </a:schemeClr>
                  </a:solidFill>
                </a:rPr>
                <a:t>ligne</a:t>
              </a:r>
              <a:r>
                <a:rPr lang="en-US" sz="1200" b="1" dirty="0">
                  <a:solidFill>
                    <a:schemeClr val="tx1">
                      <a:lumMod val="50000"/>
                    </a:schemeClr>
                  </a:solidFill>
                </a:rPr>
                <a:t> et la </a:t>
              </a:r>
              <a:r>
                <a:rPr lang="en-US" sz="1200" b="1" dirty="0" err="1">
                  <a:solidFill>
                    <a:schemeClr val="tx1">
                      <a:lumMod val="50000"/>
                    </a:schemeClr>
                  </a:solidFill>
                </a:rPr>
                <a:t>hausse</a:t>
              </a:r>
              <a:r>
                <a:rPr lang="en-US" sz="1200" b="1" dirty="0">
                  <a:solidFill>
                    <a:schemeClr val="tx1">
                      <a:lumMod val="50000"/>
                    </a:schemeClr>
                  </a:solidFill>
                </a:rPr>
                <a:t> de la </a:t>
              </a:r>
              <a:r>
                <a:rPr lang="en-US" sz="1200" b="1" dirty="0" err="1">
                  <a:solidFill>
                    <a:schemeClr val="tx1">
                      <a:lumMod val="50000"/>
                    </a:schemeClr>
                  </a:solidFill>
                </a:rPr>
                <a:t>fraude</a:t>
              </a:r>
              <a:r>
                <a:rPr lang="en-US" sz="1200" b="1" dirty="0">
                  <a:solidFill>
                    <a:schemeClr val="tx1">
                      <a:lumMod val="50000"/>
                    </a:schemeClr>
                  </a:solidFill>
                </a:rPr>
                <a:t> </a:t>
              </a:r>
              <a:r>
                <a:rPr lang="en-US" sz="1200" b="1" dirty="0" err="1">
                  <a:solidFill>
                    <a:schemeClr val="tx1">
                      <a:lumMod val="50000"/>
                    </a:schemeClr>
                  </a:solidFill>
                </a:rPr>
                <a:t>dépassent</a:t>
              </a:r>
              <a:r>
                <a:rPr lang="en-US" sz="1200" b="1" dirty="0">
                  <a:solidFill>
                    <a:schemeClr val="tx1">
                      <a:lumMod val="50000"/>
                    </a:schemeClr>
                  </a:solidFill>
                </a:rPr>
                <a:t> le cadre de la DSP1</a:t>
              </a:r>
              <a:r>
                <a:rPr lang="en-US" sz="1200" dirty="0">
                  <a:solidFill>
                    <a:schemeClr val="tx1">
                      <a:lumMod val="50000"/>
                    </a:schemeClr>
                  </a:solidFill>
                </a:rPr>
                <a:t> : le </a:t>
              </a:r>
              <a:r>
                <a:rPr lang="en-US" sz="1200" dirty="0" err="1">
                  <a:solidFill>
                    <a:schemeClr val="tx1">
                      <a:lumMod val="50000"/>
                    </a:schemeClr>
                  </a:solidFill>
                </a:rPr>
                <a:t>développement</a:t>
              </a:r>
              <a:r>
                <a:rPr lang="en-US" sz="1200" dirty="0">
                  <a:solidFill>
                    <a:schemeClr val="tx1">
                      <a:lumMod val="50000"/>
                    </a:schemeClr>
                  </a:solidFill>
                </a:rPr>
                <a:t> des nouveaux usages fait </a:t>
              </a:r>
              <a:r>
                <a:rPr lang="en-US" sz="1200" dirty="0" err="1">
                  <a:solidFill>
                    <a:schemeClr val="tx1">
                      <a:lumMod val="50000"/>
                    </a:schemeClr>
                  </a:solidFill>
                </a:rPr>
                <a:t>émerger</a:t>
              </a:r>
              <a:r>
                <a:rPr lang="en-US" sz="1200" dirty="0">
                  <a:solidFill>
                    <a:schemeClr val="tx1">
                      <a:lumMod val="50000"/>
                    </a:schemeClr>
                  </a:solidFill>
                </a:rPr>
                <a:t> de nouveaux </a:t>
              </a:r>
              <a:r>
                <a:rPr lang="en-US" sz="1200" dirty="0" err="1">
                  <a:solidFill>
                    <a:schemeClr val="tx1">
                      <a:lumMod val="50000"/>
                    </a:schemeClr>
                  </a:solidFill>
                </a:rPr>
                <a:t>enjeux</a:t>
              </a:r>
              <a:r>
                <a:rPr lang="en-US" sz="1200" dirty="0">
                  <a:solidFill>
                    <a:schemeClr val="tx1">
                      <a:lumMod val="50000"/>
                    </a:schemeClr>
                  </a:solidFill>
                </a:rPr>
                <a:t> de sécurité, de protection des données et </a:t>
              </a:r>
              <a:r>
                <a:rPr lang="en-US" sz="1200" dirty="0" err="1">
                  <a:solidFill>
                    <a:schemeClr val="tx1">
                      <a:lumMod val="50000"/>
                    </a:schemeClr>
                  </a:solidFill>
                </a:rPr>
                <a:t>d'innovation</a:t>
              </a:r>
              <a:r>
                <a:rPr lang="en-US" sz="1200" dirty="0">
                  <a:solidFill>
                    <a:schemeClr val="tx1">
                      <a:lumMod val="50000"/>
                    </a:schemeClr>
                  </a:solidFill>
                </a:rPr>
                <a:t>. La DSP2 est </a:t>
              </a:r>
              <a:r>
                <a:rPr lang="en-US" sz="1200" dirty="0" err="1">
                  <a:solidFill>
                    <a:schemeClr val="tx1">
                      <a:lumMod val="50000"/>
                    </a:schemeClr>
                  </a:solidFill>
                </a:rPr>
                <a:t>conçue</a:t>
              </a:r>
              <a:r>
                <a:rPr lang="en-US" sz="1200" dirty="0">
                  <a:solidFill>
                    <a:schemeClr val="tx1">
                      <a:lumMod val="50000"/>
                    </a:schemeClr>
                  </a:solidFill>
                </a:rPr>
                <a:t> pour </a:t>
              </a:r>
              <a:r>
                <a:rPr lang="en-US" sz="1200" dirty="0" err="1">
                  <a:solidFill>
                    <a:schemeClr val="tx1">
                      <a:lumMod val="50000"/>
                    </a:schemeClr>
                  </a:solidFill>
                </a:rPr>
                <a:t>répondre</a:t>
              </a:r>
              <a:r>
                <a:rPr lang="en-US" sz="1200" dirty="0">
                  <a:solidFill>
                    <a:schemeClr val="tx1">
                      <a:lumMod val="50000"/>
                    </a:schemeClr>
                  </a:solidFill>
                </a:rPr>
                <a:t> à </a:t>
              </a:r>
              <a:r>
                <a:rPr lang="en-US" sz="1200" dirty="0" err="1">
                  <a:solidFill>
                    <a:schemeClr val="tx1">
                      <a:lumMod val="50000"/>
                    </a:schemeClr>
                  </a:solidFill>
                </a:rPr>
                <a:t>ces</a:t>
              </a:r>
              <a:r>
                <a:rPr lang="en-US" sz="1200" dirty="0">
                  <a:solidFill>
                    <a:schemeClr val="tx1">
                      <a:lumMod val="50000"/>
                    </a:schemeClr>
                  </a:solidFill>
                </a:rPr>
                <a:t> </a:t>
              </a:r>
              <a:r>
                <a:rPr lang="en-US" sz="1200" dirty="0" err="1">
                  <a:solidFill>
                    <a:schemeClr val="tx1">
                      <a:lumMod val="50000"/>
                    </a:schemeClr>
                  </a:solidFill>
                </a:rPr>
                <a:t>enjeux</a:t>
              </a:r>
              <a:r>
                <a:rPr lang="en-US" sz="1200" dirty="0">
                  <a:solidFill>
                    <a:schemeClr val="tx1">
                      <a:lumMod val="50000"/>
                    </a:schemeClr>
                  </a:solidFill>
                </a:rPr>
                <a:t>.</a:t>
              </a:r>
              <a:endParaRPr lang="fr-FR" sz="1200" dirty="0">
                <a:solidFill>
                  <a:schemeClr val="tx1">
                    <a:lumMod val="50000"/>
                  </a:schemeClr>
                </a:solidFill>
              </a:endParaRPr>
            </a:p>
          </p:txBody>
        </p:sp>
        <p:sp>
          <p:nvSpPr>
            <p:cNvPr id="58" name="Shape 1">
              <a:extLst>
                <a:ext uri="{FF2B5EF4-FFF2-40B4-BE49-F238E27FC236}">
                  <a16:creationId xmlns:a16="http://schemas.microsoft.com/office/drawing/2014/main" id="{8C856B1B-CA41-4F7D-497F-C068B7343E8B}"/>
                </a:ext>
              </a:extLst>
            </p:cNvPr>
            <p:cNvSpPr/>
            <p:nvPr/>
          </p:nvSpPr>
          <p:spPr>
            <a:xfrm>
              <a:off x="634832" y="3278705"/>
              <a:ext cx="255437" cy="255437"/>
            </a:xfrm>
            <a:prstGeom prst="ellipse">
              <a:avLst/>
            </a:prstGeom>
            <a:solidFill>
              <a:schemeClr val="accent3"/>
            </a:solidFill>
            <a:ln>
              <a:solidFill>
                <a:schemeClr val="tx1">
                  <a:lumMod val="50000"/>
                </a:schemeClr>
              </a:solidFill>
            </a:ln>
          </p:spPr>
          <p:txBody>
            <a:bodyPr/>
            <a:lstStyle/>
            <a:p>
              <a:endParaRPr lang="en-US" dirty="0"/>
            </a:p>
          </p:txBody>
        </p:sp>
        <p:sp>
          <p:nvSpPr>
            <p:cNvPr id="59" name="Text 3">
              <a:extLst>
                <a:ext uri="{FF2B5EF4-FFF2-40B4-BE49-F238E27FC236}">
                  <a16:creationId xmlns:a16="http://schemas.microsoft.com/office/drawing/2014/main" id="{F3927B39-0201-3C00-4143-2FF4351F4048}"/>
                </a:ext>
              </a:extLst>
            </p:cNvPr>
            <p:cNvSpPr/>
            <p:nvPr/>
          </p:nvSpPr>
          <p:spPr>
            <a:xfrm>
              <a:off x="994836" y="3223543"/>
              <a:ext cx="472154" cy="365760"/>
            </a:xfrm>
            <a:prstGeom prst="rect">
              <a:avLst/>
            </a:prstGeom>
            <a:solidFill>
              <a:schemeClr val="bg1"/>
            </a:solidFill>
            <a:ln/>
          </p:spPr>
          <p:txBody>
            <a:bodyPr wrap="square" lIns="36000" tIns="0" rIns="36000" bIns="0" rtlCol="0" anchor="ctr"/>
            <a:lstStyle/>
            <a:p>
              <a:pPr marL="0" indent="0" algn="ctr">
                <a:buNone/>
              </a:pPr>
              <a:r>
                <a:rPr lang="en-US" sz="1400" b="1" dirty="0">
                  <a:solidFill>
                    <a:schemeClr val="tx1">
                      <a:lumMod val="50000"/>
                    </a:schemeClr>
                  </a:solidFill>
                  <a:ea typeface="Calibri" pitchFamily="34" charset="-122"/>
                  <a:cs typeface="Calibri" pitchFamily="34" charset="-120"/>
                </a:rPr>
                <a:t>2015</a:t>
              </a:r>
              <a:endParaRPr lang="en-US" sz="1400" b="1" dirty="0">
                <a:solidFill>
                  <a:schemeClr val="tx1">
                    <a:lumMod val="50000"/>
                  </a:schemeClr>
                </a:solidFill>
              </a:endParaRPr>
            </a:p>
          </p:txBody>
        </p:sp>
        <p:sp>
          <p:nvSpPr>
            <p:cNvPr id="60" name="Text 4">
              <a:extLst>
                <a:ext uri="{FF2B5EF4-FFF2-40B4-BE49-F238E27FC236}">
                  <a16:creationId xmlns:a16="http://schemas.microsoft.com/office/drawing/2014/main" id="{795A34D4-44EC-1FCD-032C-FDA701EEC1B9}"/>
                </a:ext>
              </a:extLst>
            </p:cNvPr>
            <p:cNvSpPr/>
            <p:nvPr/>
          </p:nvSpPr>
          <p:spPr>
            <a:xfrm>
              <a:off x="1546656" y="3120250"/>
              <a:ext cx="1791530" cy="572346"/>
            </a:xfrm>
            <a:prstGeom prst="rect">
              <a:avLst/>
            </a:prstGeom>
            <a:solidFill>
              <a:schemeClr val="bg1"/>
            </a:solidFill>
            <a:ln/>
          </p:spPr>
          <p:txBody>
            <a:bodyPr wrap="square" lIns="36000" tIns="0" rIns="36000" bIns="0" rtlCol="0" anchor="ctr"/>
            <a:lstStyle/>
            <a:p>
              <a:pPr marL="0" indent="0">
                <a:buNone/>
              </a:pPr>
              <a:r>
                <a:rPr lang="fr-FR" sz="1400" b="1" dirty="0">
                  <a:solidFill>
                    <a:schemeClr val="tx1">
                      <a:lumMod val="50000"/>
                    </a:schemeClr>
                  </a:solidFill>
                  <a:ea typeface="Calibri" pitchFamily="34" charset="-122"/>
                  <a:cs typeface="Calibri" pitchFamily="34" charset="-120"/>
                </a:rPr>
                <a:t>Remise en question de la DSP1…</a:t>
              </a:r>
              <a:endParaRPr lang="en-US" sz="1400" dirty="0">
                <a:solidFill>
                  <a:schemeClr val="tx1">
                    <a:lumMod val="50000"/>
                  </a:schemeClr>
                </a:solidFill>
              </a:endParaRPr>
            </a:p>
          </p:txBody>
        </p:sp>
      </p:grpSp>
      <p:grpSp>
        <p:nvGrpSpPr>
          <p:cNvPr id="264" name="Groupe 263">
            <a:extLst>
              <a:ext uri="{FF2B5EF4-FFF2-40B4-BE49-F238E27FC236}">
                <a16:creationId xmlns:a16="http://schemas.microsoft.com/office/drawing/2014/main" id="{3B6EA15A-D454-10D5-7DDB-3D8A3514694C}"/>
              </a:ext>
            </a:extLst>
          </p:cNvPr>
          <p:cNvGrpSpPr/>
          <p:nvPr/>
        </p:nvGrpSpPr>
        <p:grpSpPr>
          <a:xfrm>
            <a:off x="629360" y="5486186"/>
            <a:ext cx="10933280" cy="1277273"/>
            <a:chOff x="629360" y="5401829"/>
            <a:chExt cx="10933280" cy="1277273"/>
          </a:xfrm>
        </p:grpSpPr>
        <p:sp>
          <p:nvSpPr>
            <p:cNvPr id="260" name="ZoneTexte 259">
              <a:extLst>
                <a:ext uri="{FF2B5EF4-FFF2-40B4-BE49-F238E27FC236}">
                  <a16:creationId xmlns:a16="http://schemas.microsoft.com/office/drawing/2014/main" id="{DC4318FE-76F5-A106-016F-A7E9673D7469}"/>
                </a:ext>
              </a:extLst>
            </p:cNvPr>
            <p:cNvSpPr txBox="1"/>
            <p:nvPr/>
          </p:nvSpPr>
          <p:spPr>
            <a:xfrm>
              <a:off x="3439186" y="5401829"/>
              <a:ext cx="8123454" cy="1277273"/>
            </a:xfrm>
            <a:prstGeom prst="rect">
              <a:avLst/>
            </a:prstGeom>
            <a:solidFill>
              <a:schemeClr val="bg1"/>
            </a:solidFill>
          </p:spPr>
          <p:txBody>
            <a:bodyPr wrap="square">
              <a:spAutoFit/>
            </a:bodyPr>
            <a:lstStyle/>
            <a:p>
              <a:pPr marL="171450" lvl="0" indent="-171450">
                <a:spcAft>
                  <a:spcPts val="300"/>
                </a:spcAft>
                <a:buFont typeface="Arial" panose="020B0604020202020204" pitchFamily="34" charset="0"/>
                <a:buChar char="•"/>
              </a:pPr>
              <a:r>
                <a:rPr lang="en-US" sz="1200" b="1" dirty="0">
                  <a:solidFill>
                    <a:schemeClr val="tx1">
                      <a:lumMod val="50000"/>
                    </a:schemeClr>
                  </a:solidFill>
                </a:rPr>
                <a:t>Des API </a:t>
              </a:r>
              <a:r>
                <a:rPr lang="en-US" sz="1200" b="1" dirty="0" err="1">
                  <a:solidFill>
                    <a:schemeClr val="tx1">
                      <a:lumMod val="50000"/>
                    </a:schemeClr>
                  </a:solidFill>
                </a:rPr>
                <a:t>bancaires</a:t>
              </a:r>
              <a:r>
                <a:rPr lang="en-US" sz="1200" b="1" dirty="0">
                  <a:solidFill>
                    <a:schemeClr val="tx1">
                      <a:lumMod val="50000"/>
                    </a:schemeClr>
                  </a:solidFill>
                </a:rPr>
                <a:t> encore </a:t>
              </a:r>
              <a:r>
                <a:rPr lang="en-US" sz="1200" b="1" dirty="0" err="1">
                  <a:solidFill>
                    <a:schemeClr val="tx1">
                      <a:lumMod val="50000"/>
                    </a:schemeClr>
                  </a:solidFill>
                </a:rPr>
                <a:t>hétérogènes</a:t>
              </a:r>
              <a:r>
                <a:rPr lang="en-US" sz="1200" dirty="0">
                  <a:solidFill>
                    <a:schemeClr val="tx1">
                      <a:lumMod val="50000"/>
                    </a:schemeClr>
                  </a:solidFill>
                </a:rPr>
                <a:t> : malgré la DSP2, les fintechs </a:t>
              </a:r>
              <a:r>
                <a:rPr lang="en-US" sz="1200" dirty="0" err="1">
                  <a:solidFill>
                    <a:schemeClr val="tx1">
                      <a:lumMod val="50000"/>
                    </a:schemeClr>
                  </a:solidFill>
                </a:rPr>
                <a:t>doivent</a:t>
              </a:r>
              <a:r>
                <a:rPr lang="en-US" sz="1200" dirty="0">
                  <a:solidFill>
                    <a:schemeClr val="tx1">
                      <a:lumMod val="50000"/>
                    </a:schemeClr>
                  </a:solidFill>
                </a:rPr>
                <a:t> composer avec des </a:t>
              </a:r>
              <a:r>
                <a:rPr lang="en-US" sz="1200" dirty="0" err="1">
                  <a:solidFill>
                    <a:schemeClr val="tx1">
                      <a:lumMod val="50000"/>
                    </a:schemeClr>
                  </a:solidFill>
                </a:rPr>
                <a:t>implémentations</a:t>
              </a:r>
              <a:r>
                <a:rPr lang="en-US" sz="1200" dirty="0">
                  <a:solidFill>
                    <a:schemeClr val="tx1">
                      <a:lumMod val="50000"/>
                    </a:schemeClr>
                  </a:solidFill>
                </a:rPr>
                <a:t> </a:t>
              </a:r>
              <a:r>
                <a:rPr lang="en-US" sz="1200" dirty="0" err="1">
                  <a:solidFill>
                    <a:schemeClr val="tx1">
                      <a:lumMod val="50000"/>
                    </a:schemeClr>
                  </a:solidFill>
                </a:rPr>
                <a:t>différentes</a:t>
              </a:r>
              <a:r>
                <a:rPr lang="en-US" sz="1200" dirty="0">
                  <a:solidFill>
                    <a:schemeClr val="tx1">
                      <a:lumMod val="50000"/>
                    </a:schemeClr>
                  </a:solidFill>
                </a:rPr>
                <a:t> </a:t>
              </a:r>
              <a:r>
                <a:rPr lang="en-US" sz="1200" dirty="0" err="1">
                  <a:solidFill>
                    <a:schemeClr val="tx1">
                      <a:lumMod val="50000"/>
                    </a:schemeClr>
                  </a:solidFill>
                </a:rPr>
                <a:t>selon</a:t>
              </a:r>
              <a:r>
                <a:rPr lang="en-US" sz="1200" dirty="0">
                  <a:solidFill>
                    <a:schemeClr val="tx1">
                      <a:lumMod val="50000"/>
                    </a:schemeClr>
                  </a:solidFill>
                </a:rPr>
                <a:t> les </a:t>
              </a:r>
              <a:r>
                <a:rPr lang="en-US" sz="1200" dirty="0" err="1">
                  <a:solidFill>
                    <a:schemeClr val="tx1">
                      <a:lumMod val="50000"/>
                    </a:schemeClr>
                  </a:solidFill>
                </a:rPr>
                <a:t>banques</a:t>
              </a:r>
              <a:r>
                <a:rPr lang="en-US" sz="1200" dirty="0">
                  <a:solidFill>
                    <a:schemeClr val="tx1">
                      <a:lumMod val="50000"/>
                    </a:schemeClr>
                  </a:solidFill>
                </a:rPr>
                <a:t> et les pays (</a:t>
              </a:r>
              <a:r>
                <a:rPr lang="en-US" sz="1200" b="1" dirty="0">
                  <a:solidFill>
                    <a:schemeClr val="tx1">
                      <a:lumMod val="50000"/>
                    </a:schemeClr>
                  </a:solidFill>
                </a:rPr>
                <a:t>Berlin Group, STET</a:t>
              </a:r>
              <a:r>
                <a:rPr lang="en-US" sz="1200" dirty="0">
                  <a:solidFill>
                    <a:schemeClr val="tx1">
                      <a:lumMod val="50000"/>
                    </a:schemeClr>
                  </a:solidFill>
                </a:rPr>
                <a:t>, interfaces propriétaires, etc.).</a:t>
              </a:r>
            </a:p>
            <a:p>
              <a:pPr marL="171450" lvl="0" indent="-171450">
                <a:spcAft>
                  <a:spcPts val="300"/>
                </a:spcAft>
                <a:buFont typeface="Arial" panose="020B0604020202020204" pitchFamily="34" charset="0"/>
                <a:buChar char="•"/>
              </a:pPr>
              <a:r>
                <a:rPr lang="en-US" sz="1200" b="1" dirty="0">
                  <a:solidFill>
                    <a:schemeClr val="tx1">
                      <a:lumMod val="50000"/>
                    </a:schemeClr>
                  </a:solidFill>
                </a:rPr>
                <a:t>Une </a:t>
              </a:r>
              <a:r>
                <a:rPr lang="en-US" sz="1200" b="1" dirty="0" err="1">
                  <a:solidFill>
                    <a:schemeClr val="tx1">
                      <a:lumMod val="50000"/>
                    </a:schemeClr>
                  </a:solidFill>
                </a:rPr>
                <a:t>expérience</a:t>
              </a:r>
              <a:r>
                <a:rPr lang="en-US" sz="1200" b="1" dirty="0">
                  <a:solidFill>
                    <a:schemeClr val="tx1">
                      <a:lumMod val="50000"/>
                    </a:schemeClr>
                  </a:solidFill>
                </a:rPr>
                <a:t> </a:t>
              </a:r>
              <a:r>
                <a:rPr lang="en-US" sz="1200" b="1" dirty="0" err="1">
                  <a:solidFill>
                    <a:schemeClr val="tx1">
                      <a:lumMod val="50000"/>
                    </a:schemeClr>
                  </a:solidFill>
                </a:rPr>
                <a:t>utilisateur</a:t>
              </a:r>
              <a:r>
                <a:rPr lang="en-US" sz="1200" b="1" dirty="0">
                  <a:solidFill>
                    <a:schemeClr val="tx1">
                      <a:lumMod val="50000"/>
                    </a:schemeClr>
                  </a:solidFill>
                </a:rPr>
                <a:t> encore </a:t>
              </a:r>
              <a:r>
                <a:rPr lang="en-US" sz="1200" b="1" dirty="0" err="1">
                  <a:solidFill>
                    <a:schemeClr val="tx1">
                      <a:lumMod val="50000"/>
                    </a:schemeClr>
                  </a:solidFill>
                </a:rPr>
                <a:t>imparfaite</a:t>
              </a:r>
              <a:r>
                <a:rPr lang="en-US" sz="1200" dirty="0">
                  <a:solidFill>
                    <a:schemeClr val="tx1">
                      <a:lumMod val="50000"/>
                    </a:schemeClr>
                  </a:solidFill>
                </a:rPr>
                <a:t> : </a:t>
              </a:r>
              <a:r>
                <a:rPr lang="en-US" sz="1200" dirty="0" err="1">
                  <a:solidFill>
                    <a:schemeClr val="tx1">
                      <a:lumMod val="50000"/>
                    </a:schemeClr>
                  </a:solidFill>
                </a:rPr>
                <a:t>parcours</a:t>
              </a:r>
              <a:r>
                <a:rPr lang="en-US" sz="1200" dirty="0">
                  <a:solidFill>
                    <a:schemeClr val="tx1">
                      <a:lumMod val="50000"/>
                    </a:schemeClr>
                  </a:solidFill>
                </a:rPr>
                <a:t> de </a:t>
              </a:r>
              <a:r>
                <a:rPr lang="en-US" sz="1200" dirty="0" err="1">
                  <a:solidFill>
                    <a:schemeClr val="tx1">
                      <a:lumMod val="50000"/>
                    </a:schemeClr>
                  </a:solidFill>
                </a:rPr>
                <a:t>connexion</a:t>
              </a:r>
              <a:r>
                <a:rPr lang="en-US" sz="1200" dirty="0">
                  <a:solidFill>
                    <a:schemeClr val="tx1">
                      <a:lumMod val="50000"/>
                    </a:schemeClr>
                  </a:solidFill>
                </a:rPr>
                <a:t>, redirections vers la </a:t>
              </a:r>
              <a:r>
                <a:rPr lang="en-US" sz="1200" dirty="0" err="1">
                  <a:solidFill>
                    <a:schemeClr val="tx1">
                      <a:lumMod val="50000"/>
                    </a:schemeClr>
                  </a:solidFill>
                </a:rPr>
                <a:t>banque</a:t>
              </a:r>
              <a:r>
                <a:rPr lang="en-US" sz="1200" dirty="0">
                  <a:solidFill>
                    <a:schemeClr val="tx1">
                      <a:lumMod val="50000"/>
                    </a:schemeClr>
                  </a:solidFill>
                </a:rPr>
                <a:t>, </a:t>
              </a:r>
              <a:r>
                <a:rPr lang="en-US" sz="1200" dirty="0" err="1">
                  <a:solidFill>
                    <a:schemeClr val="tx1">
                      <a:lumMod val="50000"/>
                    </a:schemeClr>
                  </a:solidFill>
                </a:rPr>
                <a:t>authentification</a:t>
              </a:r>
              <a:r>
                <a:rPr lang="en-US" sz="1200" dirty="0">
                  <a:solidFill>
                    <a:schemeClr val="tx1">
                      <a:lumMod val="50000"/>
                    </a:schemeClr>
                  </a:solidFill>
                </a:rPr>
                <a:t> </a:t>
              </a:r>
              <a:r>
                <a:rPr lang="en-US" sz="1200" dirty="0" err="1">
                  <a:solidFill>
                    <a:schemeClr val="tx1">
                      <a:lumMod val="50000"/>
                    </a:schemeClr>
                  </a:solidFill>
                </a:rPr>
                <a:t>répétée</a:t>
              </a:r>
              <a:r>
                <a:rPr lang="en-US" sz="1200" dirty="0">
                  <a:solidFill>
                    <a:schemeClr val="tx1">
                      <a:lumMod val="50000"/>
                    </a:schemeClr>
                  </a:solidFill>
                </a:rPr>
                <a:t>, de </a:t>
              </a:r>
              <a:r>
                <a:rPr lang="en-US" sz="1200" dirty="0" err="1">
                  <a:solidFill>
                    <a:schemeClr val="tx1">
                      <a:lumMod val="50000"/>
                    </a:schemeClr>
                  </a:solidFill>
                </a:rPr>
                <a:t>nombreux</a:t>
              </a:r>
              <a:r>
                <a:rPr lang="en-US" sz="1200" dirty="0">
                  <a:solidFill>
                    <a:schemeClr val="tx1">
                      <a:lumMod val="50000"/>
                    </a:schemeClr>
                  </a:solidFill>
                </a:rPr>
                <a:t> </a:t>
              </a:r>
              <a:r>
                <a:rPr lang="en-US" sz="1200" dirty="0" err="1">
                  <a:solidFill>
                    <a:schemeClr val="tx1">
                      <a:lumMod val="50000"/>
                    </a:schemeClr>
                  </a:solidFill>
                </a:rPr>
                <a:t>freins</a:t>
              </a:r>
              <a:r>
                <a:rPr lang="en-US" sz="1200" dirty="0">
                  <a:solidFill>
                    <a:schemeClr val="tx1">
                      <a:lumMod val="50000"/>
                    </a:schemeClr>
                  </a:solidFill>
                </a:rPr>
                <a:t> à </a:t>
              </a:r>
              <a:r>
                <a:rPr lang="en-US" sz="1200" dirty="0" err="1">
                  <a:solidFill>
                    <a:schemeClr val="tx1">
                      <a:lumMod val="50000"/>
                    </a:schemeClr>
                  </a:solidFill>
                </a:rPr>
                <a:t>l'adoption</a:t>
              </a:r>
              <a:r>
                <a:rPr lang="en-US" sz="1200" dirty="0">
                  <a:solidFill>
                    <a:schemeClr val="tx1">
                      <a:lumMod val="50000"/>
                    </a:schemeClr>
                  </a:solidFill>
                </a:rPr>
                <a:t> de </a:t>
              </a:r>
              <a:r>
                <a:rPr lang="en-US" sz="1200" dirty="0" err="1">
                  <a:solidFill>
                    <a:schemeClr val="tx1">
                      <a:lumMod val="50000"/>
                    </a:schemeClr>
                  </a:solidFill>
                </a:rPr>
                <a:t>l'Open</a:t>
              </a:r>
              <a:r>
                <a:rPr lang="en-US" sz="1200" dirty="0">
                  <a:solidFill>
                    <a:schemeClr val="tx1">
                      <a:lumMod val="50000"/>
                    </a:schemeClr>
                  </a:solidFill>
                </a:rPr>
                <a:t> Banking. </a:t>
              </a:r>
            </a:p>
            <a:p>
              <a:pPr marL="171450" lvl="0" indent="-171450">
                <a:spcAft>
                  <a:spcPts val="300"/>
                </a:spcAft>
                <a:buFont typeface="Arial" panose="020B0604020202020204" pitchFamily="34" charset="0"/>
                <a:buChar char="•"/>
              </a:pPr>
              <a:r>
                <a:rPr lang="en-US" sz="1200" b="1" dirty="0">
                  <a:solidFill>
                    <a:schemeClr val="tx1">
                      <a:lumMod val="50000"/>
                    </a:schemeClr>
                  </a:solidFill>
                </a:rPr>
                <a:t>Évolution de la </a:t>
              </a:r>
              <a:r>
                <a:rPr lang="en-US" sz="1200" b="1" dirty="0" err="1">
                  <a:solidFill>
                    <a:schemeClr val="tx1">
                      <a:lumMod val="50000"/>
                    </a:schemeClr>
                  </a:solidFill>
                </a:rPr>
                <a:t>fraude</a:t>
              </a:r>
              <a:r>
                <a:rPr lang="en-US" sz="1200" b="1" dirty="0">
                  <a:solidFill>
                    <a:schemeClr val="tx1">
                      <a:lumMod val="50000"/>
                    </a:schemeClr>
                  </a:solidFill>
                </a:rPr>
                <a:t> et </a:t>
              </a:r>
              <a:r>
                <a:rPr lang="en-US" sz="1200" b="1" dirty="0" err="1">
                  <a:solidFill>
                    <a:schemeClr val="tx1">
                      <a:lumMod val="50000"/>
                    </a:schemeClr>
                  </a:solidFill>
                </a:rPr>
                <a:t>limites</a:t>
              </a:r>
              <a:r>
                <a:rPr lang="en-US" sz="1200" b="1" dirty="0">
                  <a:solidFill>
                    <a:schemeClr val="tx1">
                      <a:lumMod val="50000"/>
                    </a:schemeClr>
                  </a:solidFill>
                </a:rPr>
                <a:t> de la SCA</a:t>
              </a:r>
              <a:r>
                <a:rPr lang="en-US" sz="1200" dirty="0">
                  <a:solidFill>
                    <a:schemeClr val="tx1">
                      <a:lumMod val="50000"/>
                    </a:schemeClr>
                  </a:solidFill>
                </a:rPr>
                <a:t> : </a:t>
              </a:r>
              <a:r>
                <a:rPr lang="en-US" sz="1200" dirty="0" err="1">
                  <a:solidFill>
                    <a:schemeClr val="tx1">
                      <a:lumMod val="50000"/>
                    </a:schemeClr>
                  </a:solidFill>
                </a:rPr>
                <a:t>développement</a:t>
              </a:r>
              <a:r>
                <a:rPr lang="en-US" sz="1200" dirty="0">
                  <a:solidFill>
                    <a:schemeClr val="tx1">
                      <a:lumMod val="50000"/>
                    </a:schemeClr>
                  </a:solidFill>
                </a:rPr>
                <a:t> du </a:t>
              </a:r>
              <a:r>
                <a:rPr lang="en-US" sz="1200" b="1" dirty="0">
                  <a:solidFill>
                    <a:schemeClr val="tx1">
                      <a:lumMod val="50000"/>
                    </a:schemeClr>
                  </a:solidFill>
                </a:rPr>
                <a:t>spoofing</a:t>
              </a:r>
              <a:r>
                <a:rPr lang="en-US" sz="1200" dirty="0">
                  <a:solidFill>
                    <a:schemeClr val="tx1">
                      <a:lumMod val="50000"/>
                    </a:schemeClr>
                  </a:solidFill>
                </a:rPr>
                <a:t>, de </a:t>
              </a:r>
              <a:r>
                <a:rPr lang="en-US" sz="1200" dirty="0" err="1">
                  <a:solidFill>
                    <a:schemeClr val="tx1">
                      <a:lumMod val="50000"/>
                    </a:schemeClr>
                  </a:solidFill>
                </a:rPr>
                <a:t>l'ingénierie</a:t>
              </a:r>
              <a:r>
                <a:rPr lang="en-US" sz="1200" dirty="0">
                  <a:solidFill>
                    <a:schemeClr val="tx1">
                      <a:lumMod val="50000"/>
                    </a:schemeClr>
                  </a:solidFill>
                </a:rPr>
                <a:t> </a:t>
              </a:r>
              <a:r>
                <a:rPr lang="en-US" sz="1200" dirty="0" err="1">
                  <a:solidFill>
                    <a:schemeClr val="tx1">
                      <a:lumMod val="50000"/>
                    </a:schemeClr>
                  </a:solidFill>
                </a:rPr>
                <a:t>sociale</a:t>
              </a:r>
              <a:r>
                <a:rPr lang="en-US" sz="1200" dirty="0">
                  <a:solidFill>
                    <a:schemeClr val="tx1">
                      <a:lumMod val="50000"/>
                    </a:schemeClr>
                  </a:solidFill>
                </a:rPr>
                <a:t> et de la </a:t>
              </a:r>
              <a:r>
                <a:rPr lang="en-US" sz="1200" dirty="0" err="1">
                  <a:solidFill>
                    <a:schemeClr val="tx1">
                      <a:lumMod val="50000"/>
                    </a:schemeClr>
                  </a:solidFill>
                </a:rPr>
                <a:t>fraude</a:t>
              </a:r>
              <a:r>
                <a:rPr lang="en-US" sz="1200" dirty="0">
                  <a:solidFill>
                    <a:schemeClr val="tx1">
                      <a:lumMod val="50000"/>
                    </a:schemeClr>
                  </a:solidFill>
                </a:rPr>
                <a:t> au faux </a:t>
              </a:r>
              <a:r>
                <a:rPr lang="en-US" sz="1200" dirty="0" err="1">
                  <a:solidFill>
                    <a:schemeClr val="tx1">
                      <a:lumMod val="50000"/>
                    </a:schemeClr>
                  </a:solidFill>
                </a:rPr>
                <a:t>conseiller</a:t>
              </a:r>
              <a:r>
                <a:rPr lang="en-US" sz="1200" dirty="0">
                  <a:solidFill>
                    <a:schemeClr val="tx1">
                      <a:lumMod val="50000"/>
                    </a:schemeClr>
                  </a:solidFill>
                </a:rPr>
                <a:t>, </a:t>
              </a:r>
              <a:r>
                <a:rPr lang="en-US" sz="1200" dirty="0" err="1">
                  <a:solidFill>
                    <a:schemeClr val="tx1">
                      <a:lumMod val="50000"/>
                    </a:schemeClr>
                  </a:solidFill>
                </a:rPr>
                <a:t>où</a:t>
              </a:r>
              <a:r>
                <a:rPr lang="en-US" sz="1200" dirty="0">
                  <a:solidFill>
                    <a:schemeClr val="tx1">
                      <a:lumMod val="50000"/>
                    </a:schemeClr>
                  </a:solidFill>
                </a:rPr>
                <a:t> le client est </a:t>
              </a:r>
              <a:r>
                <a:rPr lang="en-US" sz="1200" dirty="0" err="1">
                  <a:solidFill>
                    <a:schemeClr val="tx1">
                      <a:lumMod val="50000"/>
                    </a:schemeClr>
                  </a:solidFill>
                </a:rPr>
                <a:t>manipulé</a:t>
              </a:r>
              <a:r>
                <a:rPr lang="en-US" sz="1200" dirty="0">
                  <a:solidFill>
                    <a:schemeClr val="tx1">
                      <a:lumMod val="50000"/>
                    </a:schemeClr>
                  </a:solidFill>
                </a:rPr>
                <a:t> pour </a:t>
              </a:r>
              <a:r>
                <a:rPr lang="en-US" sz="1200" dirty="0" err="1">
                  <a:solidFill>
                    <a:schemeClr val="tx1">
                      <a:lumMod val="50000"/>
                    </a:schemeClr>
                  </a:solidFill>
                </a:rPr>
                <a:t>authentifier</a:t>
              </a:r>
              <a:r>
                <a:rPr lang="en-US" sz="1200" dirty="0">
                  <a:solidFill>
                    <a:schemeClr val="tx1">
                      <a:lumMod val="50000"/>
                    </a:schemeClr>
                  </a:solidFill>
                </a:rPr>
                <a:t> </a:t>
              </a:r>
              <a:r>
                <a:rPr lang="en-US" sz="1200" dirty="0" err="1">
                  <a:solidFill>
                    <a:schemeClr val="tx1">
                      <a:lumMod val="50000"/>
                    </a:schemeClr>
                  </a:solidFill>
                </a:rPr>
                <a:t>lui-même</a:t>
              </a:r>
              <a:r>
                <a:rPr lang="en-US" sz="1200" dirty="0">
                  <a:solidFill>
                    <a:schemeClr val="tx1">
                      <a:lumMod val="50000"/>
                    </a:schemeClr>
                  </a:solidFill>
                </a:rPr>
                <a:t> </a:t>
              </a:r>
              <a:r>
                <a:rPr lang="en-US" sz="1200" dirty="0" err="1">
                  <a:solidFill>
                    <a:schemeClr val="tx1">
                      <a:lumMod val="50000"/>
                    </a:schemeClr>
                  </a:solidFill>
                </a:rPr>
                <a:t>une</a:t>
              </a:r>
              <a:r>
                <a:rPr lang="en-US" sz="1200" dirty="0">
                  <a:solidFill>
                    <a:schemeClr val="tx1">
                      <a:lumMod val="50000"/>
                    </a:schemeClr>
                  </a:solidFill>
                </a:rPr>
                <a:t> </a:t>
              </a:r>
              <a:r>
                <a:rPr lang="en-US" sz="1200" dirty="0" err="1">
                  <a:solidFill>
                    <a:schemeClr val="tx1">
                      <a:lumMod val="50000"/>
                    </a:schemeClr>
                  </a:solidFill>
                </a:rPr>
                <a:t>opération</a:t>
              </a:r>
              <a:r>
                <a:rPr lang="en-US" sz="1200" dirty="0">
                  <a:solidFill>
                    <a:schemeClr val="tx1">
                      <a:lumMod val="50000"/>
                    </a:schemeClr>
                  </a:solidFill>
                </a:rPr>
                <a:t>. </a:t>
              </a:r>
            </a:p>
          </p:txBody>
        </p:sp>
        <p:sp>
          <p:nvSpPr>
            <p:cNvPr id="261" name="Shape 1">
              <a:extLst>
                <a:ext uri="{FF2B5EF4-FFF2-40B4-BE49-F238E27FC236}">
                  <a16:creationId xmlns:a16="http://schemas.microsoft.com/office/drawing/2014/main" id="{E0D5E705-A8ED-8121-CF8B-43219396C2E0}"/>
                </a:ext>
              </a:extLst>
            </p:cNvPr>
            <p:cNvSpPr/>
            <p:nvPr/>
          </p:nvSpPr>
          <p:spPr>
            <a:xfrm>
              <a:off x="629360" y="5912747"/>
              <a:ext cx="255437" cy="255437"/>
            </a:xfrm>
            <a:prstGeom prst="ellipse">
              <a:avLst/>
            </a:prstGeom>
            <a:solidFill>
              <a:schemeClr val="accent5"/>
            </a:solidFill>
            <a:ln>
              <a:solidFill>
                <a:schemeClr val="tx1">
                  <a:lumMod val="50000"/>
                </a:schemeClr>
              </a:solidFill>
            </a:ln>
          </p:spPr>
          <p:txBody>
            <a:bodyPr/>
            <a:lstStyle/>
            <a:p>
              <a:endParaRPr lang="en-US" dirty="0"/>
            </a:p>
          </p:txBody>
        </p:sp>
        <p:sp>
          <p:nvSpPr>
            <p:cNvPr id="262" name="Text 3">
              <a:extLst>
                <a:ext uri="{FF2B5EF4-FFF2-40B4-BE49-F238E27FC236}">
                  <a16:creationId xmlns:a16="http://schemas.microsoft.com/office/drawing/2014/main" id="{344DF10D-1E5C-1F73-4562-07D0FAC4432B}"/>
                </a:ext>
              </a:extLst>
            </p:cNvPr>
            <p:cNvSpPr/>
            <p:nvPr/>
          </p:nvSpPr>
          <p:spPr>
            <a:xfrm>
              <a:off x="989364" y="5857585"/>
              <a:ext cx="472154" cy="365760"/>
            </a:xfrm>
            <a:prstGeom prst="rect">
              <a:avLst/>
            </a:prstGeom>
            <a:solidFill>
              <a:schemeClr val="bg1"/>
            </a:solidFill>
            <a:ln/>
          </p:spPr>
          <p:txBody>
            <a:bodyPr wrap="square" lIns="36000" tIns="0" rIns="36000" bIns="0" rtlCol="0" anchor="ctr"/>
            <a:lstStyle/>
            <a:p>
              <a:pPr marL="0" indent="0" algn="ctr">
                <a:buNone/>
              </a:pPr>
              <a:r>
                <a:rPr lang="en-US" sz="1400" b="1" dirty="0">
                  <a:solidFill>
                    <a:schemeClr val="tx1">
                      <a:lumMod val="50000"/>
                    </a:schemeClr>
                  </a:solidFill>
                  <a:ea typeface="Calibri" pitchFamily="34" charset="-122"/>
                  <a:cs typeface="Calibri" pitchFamily="34" charset="-120"/>
                </a:rPr>
                <a:t>2022</a:t>
              </a:r>
              <a:endParaRPr lang="en-US" sz="1400" b="1" dirty="0">
                <a:solidFill>
                  <a:schemeClr val="tx1">
                    <a:lumMod val="50000"/>
                  </a:schemeClr>
                </a:solidFill>
              </a:endParaRPr>
            </a:p>
          </p:txBody>
        </p:sp>
        <p:sp>
          <p:nvSpPr>
            <p:cNvPr id="263" name="Text 4">
              <a:extLst>
                <a:ext uri="{FF2B5EF4-FFF2-40B4-BE49-F238E27FC236}">
                  <a16:creationId xmlns:a16="http://schemas.microsoft.com/office/drawing/2014/main" id="{017996C0-0A6D-B7F3-B7ED-B5FAF5C61CB3}"/>
                </a:ext>
              </a:extLst>
            </p:cNvPr>
            <p:cNvSpPr/>
            <p:nvPr/>
          </p:nvSpPr>
          <p:spPr>
            <a:xfrm>
              <a:off x="1541184" y="5754292"/>
              <a:ext cx="1791530" cy="572346"/>
            </a:xfrm>
            <a:prstGeom prst="rect">
              <a:avLst/>
            </a:prstGeom>
            <a:solidFill>
              <a:schemeClr val="bg1"/>
            </a:solidFill>
            <a:ln/>
          </p:spPr>
          <p:txBody>
            <a:bodyPr wrap="square" lIns="36000" tIns="0" rIns="36000" bIns="0" rtlCol="0" anchor="ctr"/>
            <a:lstStyle/>
            <a:p>
              <a:pPr marL="0" indent="0">
                <a:buNone/>
              </a:pPr>
              <a:r>
                <a:rPr lang="fr-FR" sz="1400" b="1" dirty="0">
                  <a:solidFill>
                    <a:schemeClr val="tx1">
                      <a:lumMod val="50000"/>
                    </a:schemeClr>
                  </a:solidFill>
                  <a:ea typeface="Calibri" pitchFamily="34" charset="-122"/>
                  <a:cs typeface="Calibri" pitchFamily="34" charset="-120"/>
                </a:rPr>
                <a:t>Remise en question de la DSP2…</a:t>
              </a:r>
              <a:endParaRPr lang="en-US" sz="1400" dirty="0">
                <a:solidFill>
                  <a:schemeClr val="tx1">
                    <a:lumMod val="50000"/>
                  </a:schemeClr>
                </a:solidFill>
              </a:endParaRPr>
            </a:p>
          </p:txBody>
        </p:sp>
      </p:grpSp>
      <p:pic>
        <p:nvPicPr>
          <p:cNvPr id="282" name="Graphique 281" descr="Badge Tick1 avec un remplissage uni">
            <a:extLst>
              <a:ext uri="{FF2B5EF4-FFF2-40B4-BE49-F238E27FC236}">
                <a16:creationId xmlns:a16="http://schemas.microsoft.com/office/drawing/2014/main" id="{77E4E732-7C3A-B72F-CBB1-944D801AFE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1590" y="2345166"/>
            <a:ext cx="161921" cy="161921"/>
          </a:xfrm>
          <a:prstGeom prst="rect">
            <a:avLst/>
          </a:prstGeom>
        </p:spPr>
      </p:pic>
      <p:pic>
        <p:nvPicPr>
          <p:cNvPr id="283" name="Graphique 282" descr="Badge Tick1 avec un remplissage uni">
            <a:extLst>
              <a:ext uri="{FF2B5EF4-FFF2-40B4-BE49-F238E27FC236}">
                <a16:creationId xmlns:a16="http://schemas.microsoft.com/office/drawing/2014/main" id="{A3AED569-74D7-B857-208D-067246B42B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0646" y="4571221"/>
            <a:ext cx="161921" cy="161921"/>
          </a:xfrm>
          <a:prstGeom prst="rect">
            <a:avLst/>
          </a:prstGeom>
        </p:spPr>
      </p:pic>
    </p:spTree>
    <p:extLst>
      <p:ext uri="{BB962C8B-B14F-4D97-AF65-F5344CB8AC3E}">
        <p14:creationId xmlns:p14="http://schemas.microsoft.com/office/powerpoint/2010/main" val="3764508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CA411-8F85-E7BF-62DB-A6B1AB26315A}"/>
            </a:ext>
          </a:extLst>
        </p:cNvPr>
        <p:cNvGrpSpPr/>
        <p:nvPr/>
      </p:nvGrpSpPr>
      <p:grpSpPr>
        <a:xfrm>
          <a:off x="0" y="0"/>
          <a:ext cx="0" cy="0"/>
          <a:chOff x="0" y="0"/>
          <a:chExt cx="0" cy="0"/>
        </a:xfrm>
      </p:grpSpPr>
      <p:sp>
        <p:nvSpPr>
          <p:cNvPr id="13" name="Flèche : pentagone 12">
            <a:extLst>
              <a:ext uri="{FF2B5EF4-FFF2-40B4-BE49-F238E27FC236}">
                <a16:creationId xmlns:a16="http://schemas.microsoft.com/office/drawing/2014/main" id="{4EEE9DFF-0AC4-27D4-170E-9268CD9AC27C}"/>
              </a:ext>
            </a:extLst>
          </p:cNvPr>
          <p:cNvSpPr/>
          <p:nvPr/>
        </p:nvSpPr>
        <p:spPr>
          <a:xfrm rot="5400000">
            <a:off x="216876" y="2250862"/>
            <a:ext cx="1080000" cy="85566"/>
          </a:xfrm>
          <a:prstGeom prst="homePlat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06" name="Espace réservé du texte 1">
            <a:extLst>
              <a:ext uri="{FF2B5EF4-FFF2-40B4-BE49-F238E27FC236}">
                <a16:creationId xmlns:a16="http://schemas.microsoft.com/office/drawing/2014/main" id="{E72CA449-B384-9E93-A062-BE35F2DDABF6}"/>
              </a:ext>
            </a:extLst>
          </p:cNvPr>
          <p:cNvSpPr>
            <a:spLocks noGrp="1"/>
          </p:cNvSpPr>
          <p:nvPr>
            <p:ph type="body" sz="quarter" idx="10"/>
          </p:nvPr>
        </p:nvSpPr>
        <p:spPr>
          <a:xfrm>
            <a:off x="631297" y="514654"/>
            <a:ext cx="10955866" cy="200893"/>
          </a:xfrm>
        </p:spPr>
        <p:txBody>
          <a:bodyPr vert="horz" lIns="0" tIns="0" rIns="0" bIns="0" rtlCol="0" anchor="ctr">
            <a:noAutofit/>
          </a:bodyPr>
          <a:lstStyle/>
          <a:p>
            <a:r>
              <a:rPr lang="en-US" sz="1800" dirty="0"/>
              <a:t>DSP3/PSR </a:t>
            </a:r>
            <a:r>
              <a:rPr lang="en-US" sz="1800" dirty="0" err="1"/>
              <a:t>vient</a:t>
            </a:r>
            <a:r>
              <a:rPr lang="en-US" sz="1800" dirty="0"/>
              <a:t> </a:t>
            </a:r>
            <a:r>
              <a:rPr lang="en-US" sz="1800" dirty="0" err="1"/>
              <a:t>moderniser</a:t>
            </a:r>
            <a:r>
              <a:rPr lang="en-US" sz="1800" dirty="0"/>
              <a:t> la </a:t>
            </a:r>
            <a:r>
              <a:rPr lang="en-US" sz="1800" dirty="0" err="1"/>
              <a:t>réglementation</a:t>
            </a:r>
            <a:r>
              <a:rPr lang="en-US" sz="1800" dirty="0"/>
              <a:t> face aux nouveaux </a:t>
            </a:r>
            <a:r>
              <a:rPr lang="en-US" sz="1800" dirty="0" err="1"/>
              <a:t>enjeux</a:t>
            </a:r>
            <a:r>
              <a:rPr lang="en-US" sz="1800" dirty="0"/>
              <a:t>, </a:t>
            </a:r>
            <a:r>
              <a:rPr lang="en-US" sz="1800" dirty="0">
                <a:latin typeface="+mn-lt"/>
              </a:rPr>
              <a:t>L’OPéRATIONNEL </a:t>
            </a:r>
            <a:r>
              <a:rPr lang="fr-FR" sz="1800" dirty="0">
                <a:latin typeface="+mn-lt"/>
              </a:rPr>
              <a:t>bascule progressivement vers un cadre harmonisé</a:t>
            </a:r>
            <a:endParaRPr lang="fr-FR" sz="1800" u="sng" noProof="0" dirty="0">
              <a:solidFill>
                <a:schemeClr val="tx2">
                  <a:lumMod val="60000"/>
                  <a:lumOff val="40000"/>
                </a:schemeClr>
              </a:solidFill>
              <a:latin typeface="+mn-lt"/>
            </a:endParaRPr>
          </a:p>
        </p:txBody>
      </p:sp>
      <p:sp>
        <p:nvSpPr>
          <p:cNvPr id="9" name="Rectangle 8">
            <a:extLst>
              <a:ext uri="{FF2B5EF4-FFF2-40B4-BE49-F238E27FC236}">
                <a16:creationId xmlns:a16="http://schemas.microsoft.com/office/drawing/2014/main" id="{6BFDC399-3663-5A1D-8250-37CFFDB319B0}"/>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b="1" dirty="0">
                <a:solidFill>
                  <a:schemeClr val="tx1">
                    <a:lumMod val="50000"/>
                  </a:schemeClr>
                </a:solidFill>
              </a:rPr>
              <a:t>La DSP3 et le PSR sont en passe d'être adoptés pour répondre aux limites structurelles de la DSP2. Preuve de l'urgence : les fraudes par manipulation progressent de 37 %, à 245 M€ au S1 2025, </a:t>
            </a:r>
            <a:r>
              <a:rPr lang="fr-FR" sz="1200" dirty="0">
                <a:solidFill>
                  <a:schemeClr val="tx1">
                    <a:lumMod val="50000"/>
                  </a:schemeClr>
                </a:solidFill>
              </a:rPr>
              <a:t>tandis que la fraude par carte recule de 9,8 %. Le PSR ajuste ses règles pour les paiements en jetons de monnaie électronique et pour les virements instantanés, en cohérence avec </a:t>
            </a:r>
            <a:r>
              <a:rPr lang="fr-FR" sz="1200" dirty="0" err="1">
                <a:solidFill>
                  <a:schemeClr val="tx1">
                    <a:lumMod val="50000"/>
                  </a:schemeClr>
                </a:solidFill>
              </a:rPr>
              <a:t>MiCA</a:t>
            </a:r>
            <a:r>
              <a:rPr lang="fr-FR" sz="1200" dirty="0">
                <a:solidFill>
                  <a:schemeClr val="tx1">
                    <a:lumMod val="50000"/>
                  </a:schemeClr>
                </a:solidFill>
              </a:rPr>
              <a:t> et l'IPR.</a:t>
            </a:r>
          </a:p>
        </p:txBody>
      </p:sp>
      <p:sp>
        <p:nvSpPr>
          <p:cNvPr id="3" name="Rectangle : coins arrondis 2">
            <a:extLst>
              <a:ext uri="{FF2B5EF4-FFF2-40B4-BE49-F238E27FC236}">
                <a16:creationId xmlns:a16="http://schemas.microsoft.com/office/drawing/2014/main" id="{2212ACC5-4D08-43A7-E19D-BA4F3027516D}"/>
              </a:ext>
            </a:extLst>
          </p:cNvPr>
          <p:cNvSpPr/>
          <p:nvPr/>
        </p:nvSpPr>
        <p:spPr>
          <a:xfrm>
            <a:off x="3444658" y="1887451"/>
            <a:ext cx="8142505" cy="1080000"/>
          </a:xfrm>
          <a:prstGeom prst="roundRect">
            <a:avLst>
              <a:gd name="adj" fmla="val 6894"/>
            </a:avLst>
          </a:prstGeom>
          <a:solidFill>
            <a:srgbClr val="FBD1D5">
              <a:alpha val="20000"/>
            </a:srgb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171450" indent="-171450">
              <a:spcAft>
                <a:spcPts val="300"/>
              </a:spcAft>
              <a:buFont typeface="Arial" panose="020B0604020202020204" pitchFamily="34" charset="0"/>
              <a:buChar char="•"/>
            </a:pPr>
            <a:r>
              <a:rPr lang="fr-FR" sz="1200" b="1" dirty="0">
                <a:solidFill>
                  <a:schemeClr val="tx1">
                    <a:lumMod val="50000"/>
                  </a:schemeClr>
                </a:solidFill>
              </a:rPr>
              <a:t>Accroître la compétitivité des services d’Open Banking, </a:t>
            </a:r>
            <a:r>
              <a:rPr lang="fr-FR" sz="1200" dirty="0">
                <a:solidFill>
                  <a:schemeClr val="tx1">
                    <a:lumMod val="50000"/>
                  </a:schemeClr>
                </a:solidFill>
              </a:rPr>
              <a:t>notamment avec des APIs plus performantes.</a:t>
            </a:r>
          </a:p>
          <a:p>
            <a:pPr marL="171450" indent="-171450">
              <a:spcAft>
                <a:spcPts val="300"/>
              </a:spcAft>
              <a:buFont typeface="Arial" panose="020B0604020202020204" pitchFamily="34" charset="0"/>
              <a:buChar char="•"/>
            </a:pPr>
            <a:r>
              <a:rPr lang="fr-FR" sz="1200" b="1" dirty="0">
                <a:solidFill>
                  <a:schemeClr val="tx1">
                    <a:lumMod val="50000"/>
                  </a:schemeClr>
                </a:solidFill>
              </a:rPr>
              <a:t>Harmoniser les règles applicables </a:t>
            </a:r>
            <a:r>
              <a:rPr lang="fr-FR" sz="1200" dirty="0">
                <a:solidFill>
                  <a:schemeClr val="tx1">
                    <a:lumMod val="50000"/>
                  </a:schemeClr>
                </a:solidFill>
              </a:rPr>
              <a:t>au secteur des services de paiements pour favoriser la concurrence.</a:t>
            </a:r>
          </a:p>
          <a:p>
            <a:pPr marL="171450" indent="-171450">
              <a:spcAft>
                <a:spcPts val="300"/>
              </a:spcAft>
              <a:buFont typeface="Arial" panose="020B0604020202020204" pitchFamily="34" charset="0"/>
              <a:buChar char="•"/>
            </a:pPr>
            <a:r>
              <a:rPr lang="fr-FR" sz="1200" b="1" dirty="0">
                <a:solidFill>
                  <a:schemeClr val="tx1">
                    <a:lumMod val="50000"/>
                  </a:schemeClr>
                </a:solidFill>
              </a:rPr>
              <a:t>Améliorer la lutte contre la fraude.</a:t>
            </a:r>
          </a:p>
          <a:p>
            <a:pPr marL="171450" indent="-171450">
              <a:spcAft>
                <a:spcPts val="300"/>
              </a:spcAft>
              <a:buFont typeface="Arial" panose="020B0604020202020204" pitchFamily="34" charset="0"/>
              <a:buChar char="•"/>
            </a:pPr>
            <a:r>
              <a:rPr lang="fr-FR" sz="1200" b="1" dirty="0">
                <a:solidFill>
                  <a:schemeClr val="tx1">
                    <a:lumMod val="50000"/>
                  </a:schemeClr>
                </a:solidFill>
              </a:rPr>
              <a:t>Préserver les droits des consommateurs.</a:t>
            </a:r>
            <a:endParaRPr lang="fr-FR" sz="1200" dirty="0">
              <a:solidFill>
                <a:schemeClr val="tx1">
                  <a:lumMod val="50000"/>
                </a:schemeClr>
              </a:solidFill>
            </a:endParaRPr>
          </a:p>
        </p:txBody>
      </p:sp>
      <p:cxnSp>
        <p:nvCxnSpPr>
          <p:cNvPr id="25" name="Connecteur droit avec flèche 24">
            <a:extLst>
              <a:ext uri="{FF2B5EF4-FFF2-40B4-BE49-F238E27FC236}">
                <a16:creationId xmlns:a16="http://schemas.microsoft.com/office/drawing/2014/main" id="{9C1DCE2E-A80D-0D3F-0AD5-26F8B3ED1DFD}"/>
              </a:ext>
            </a:extLst>
          </p:cNvPr>
          <p:cNvCxnSpPr>
            <a:cxnSpLocks/>
          </p:cNvCxnSpPr>
          <p:nvPr/>
        </p:nvCxnSpPr>
        <p:spPr>
          <a:xfrm>
            <a:off x="631297" y="4810631"/>
            <a:ext cx="10955866"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707CCF07-3978-B39D-05AC-752C35CD560F}"/>
              </a:ext>
            </a:extLst>
          </p:cNvPr>
          <p:cNvSpPr txBox="1"/>
          <p:nvPr/>
        </p:nvSpPr>
        <p:spPr>
          <a:xfrm>
            <a:off x="5918388" y="3949950"/>
            <a:ext cx="2260555" cy="461665"/>
          </a:xfrm>
          <a:prstGeom prst="rect">
            <a:avLst/>
          </a:prstGeom>
          <a:noFill/>
        </p:spPr>
        <p:txBody>
          <a:bodyPr wrap="none" rtlCol="0">
            <a:spAutoFit/>
          </a:bodyPr>
          <a:lstStyle/>
          <a:p>
            <a:pPr algn="ctr"/>
            <a:r>
              <a:rPr lang="fr-FR" sz="1200" b="1" dirty="0">
                <a:solidFill>
                  <a:schemeClr val="tx1">
                    <a:lumMod val="50000"/>
                  </a:schemeClr>
                </a:solidFill>
              </a:rPr>
              <a:t>≈T3 2028</a:t>
            </a:r>
            <a:br>
              <a:rPr lang="fr-FR" sz="1200" b="1" dirty="0">
                <a:solidFill>
                  <a:schemeClr val="tx1">
                    <a:lumMod val="50000"/>
                  </a:schemeClr>
                </a:solidFill>
              </a:rPr>
            </a:br>
            <a:r>
              <a:rPr lang="fr-FR" sz="1200" i="1" dirty="0">
                <a:solidFill>
                  <a:schemeClr val="tx1">
                    <a:lumMod val="50000"/>
                  </a:schemeClr>
                </a:solidFill>
              </a:rPr>
              <a:t>application du PSR (+21 mois)</a:t>
            </a:r>
          </a:p>
        </p:txBody>
      </p:sp>
      <p:sp>
        <p:nvSpPr>
          <p:cNvPr id="32" name="Ellipse 31">
            <a:extLst>
              <a:ext uri="{FF2B5EF4-FFF2-40B4-BE49-F238E27FC236}">
                <a16:creationId xmlns:a16="http://schemas.microsoft.com/office/drawing/2014/main" id="{E1546118-3D1C-0967-5C5C-E2C7FE547B14}"/>
              </a:ext>
            </a:extLst>
          </p:cNvPr>
          <p:cNvSpPr/>
          <p:nvPr/>
        </p:nvSpPr>
        <p:spPr>
          <a:xfrm>
            <a:off x="6969214" y="4731186"/>
            <a:ext cx="158890" cy="15889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F72EEE17-AB5E-3543-91A4-BCE8BAD92C25}"/>
              </a:ext>
            </a:extLst>
          </p:cNvPr>
          <p:cNvSpPr txBox="1"/>
          <p:nvPr/>
        </p:nvSpPr>
        <p:spPr>
          <a:xfrm>
            <a:off x="5945858" y="4899230"/>
            <a:ext cx="2205601" cy="707886"/>
          </a:xfrm>
          <a:prstGeom prst="rect">
            <a:avLst/>
          </a:prstGeom>
          <a:noFill/>
        </p:spPr>
        <p:txBody>
          <a:bodyPr wrap="square">
            <a:spAutoFit/>
          </a:bodyPr>
          <a:lstStyle/>
          <a:p>
            <a:pPr algn="ctr"/>
            <a:r>
              <a:rPr lang="fr-FR" sz="1000" dirty="0">
                <a:solidFill>
                  <a:schemeClr val="tx1">
                    <a:lumMod val="50000"/>
                  </a:schemeClr>
                </a:solidFill>
              </a:rPr>
              <a:t>Le PSR s'applique partout en Europe. Les États doivent avoir transposé DSP3. L'ancienne directive DSP2 disparaît.</a:t>
            </a:r>
          </a:p>
        </p:txBody>
      </p:sp>
      <p:sp>
        <p:nvSpPr>
          <p:cNvPr id="26" name="ZoneTexte 25">
            <a:extLst>
              <a:ext uri="{FF2B5EF4-FFF2-40B4-BE49-F238E27FC236}">
                <a16:creationId xmlns:a16="http://schemas.microsoft.com/office/drawing/2014/main" id="{69CA9617-AB36-CA73-EDB0-32CD8C329C22}"/>
              </a:ext>
            </a:extLst>
          </p:cNvPr>
          <p:cNvSpPr txBox="1"/>
          <p:nvPr/>
        </p:nvSpPr>
        <p:spPr>
          <a:xfrm>
            <a:off x="1484438" y="3949950"/>
            <a:ext cx="1377300" cy="461665"/>
          </a:xfrm>
          <a:prstGeom prst="rect">
            <a:avLst/>
          </a:prstGeom>
          <a:noFill/>
        </p:spPr>
        <p:txBody>
          <a:bodyPr wrap="none" rtlCol="0">
            <a:spAutoFit/>
          </a:bodyPr>
          <a:lstStyle/>
          <a:p>
            <a:pPr algn="ctr"/>
            <a:r>
              <a:rPr lang="fr-FR" sz="1200" b="1" dirty="0">
                <a:solidFill>
                  <a:schemeClr val="tx1">
                    <a:lumMod val="50000"/>
                  </a:schemeClr>
                </a:solidFill>
              </a:rPr>
              <a:t>≈T4 2026</a:t>
            </a:r>
            <a:br>
              <a:rPr lang="fr-FR" sz="1200" b="1" dirty="0">
                <a:solidFill>
                  <a:schemeClr val="tx1">
                    <a:lumMod val="50000"/>
                  </a:schemeClr>
                </a:solidFill>
              </a:rPr>
            </a:br>
            <a:r>
              <a:rPr lang="fr-FR" sz="1200" i="1" dirty="0">
                <a:solidFill>
                  <a:schemeClr val="tx1">
                    <a:lumMod val="50000"/>
                  </a:schemeClr>
                </a:solidFill>
              </a:rPr>
              <a:t>entrée en vigueur</a:t>
            </a:r>
          </a:p>
        </p:txBody>
      </p:sp>
      <p:sp>
        <p:nvSpPr>
          <p:cNvPr id="27" name="Ellipse 26">
            <a:extLst>
              <a:ext uri="{FF2B5EF4-FFF2-40B4-BE49-F238E27FC236}">
                <a16:creationId xmlns:a16="http://schemas.microsoft.com/office/drawing/2014/main" id="{921BA46B-30AE-D388-D8B0-2D4B244F986A}"/>
              </a:ext>
            </a:extLst>
          </p:cNvPr>
          <p:cNvSpPr/>
          <p:nvPr/>
        </p:nvSpPr>
        <p:spPr>
          <a:xfrm>
            <a:off x="2093643" y="4731186"/>
            <a:ext cx="158890" cy="15889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FB161DB6-C693-F50F-D71F-DC21830D2BE2}"/>
              </a:ext>
            </a:extLst>
          </p:cNvPr>
          <p:cNvSpPr txBox="1"/>
          <p:nvPr/>
        </p:nvSpPr>
        <p:spPr>
          <a:xfrm>
            <a:off x="978913" y="4899230"/>
            <a:ext cx="2388350" cy="707886"/>
          </a:xfrm>
          <a:prstGeom prst="rect">
            <a:avLst/>
          </a:prstGeom>
          <a:noFill/>
        </p:spPr>
        <p:txBody>
          <a:bodyPr wrap="square">
            <a:spAutoFit/>
          </a:bodyPr>
          <a:lstStyle/>
          <a:p>
            <a:pPr algn="ctr"/>
            <a:r>
              <a:rPr lang="en-US" sz="1000" dirty="0">
                <a:solidFill>
                  <a:schemeClr val="tx1">
                    <a:lumMod val="50000"/>
                  </a:schemeClr>
                </a:solidFill>
              </a:rPr>
              <a:t>Publication des </a:t>
            </a:r>
            <a:r>
              <a:rPr lang="en-US" sz="1000" dirty="0" err="1">
                <a:solidFill>
                  <a:schemeClr val="tx1">
                    <a:lumMod val="50000"/>
                  </a:schemeClr>
                </a:solidFill>
              </a:rPr>
              <a:t>textes</a:t>
            </a:r>
            <a:r>
              <a:rPr lang="en-US" sz="1000" dirty="0">
                <a:solidFill>
                  <a:schemeClr val="tx1">
                    <a:lumMod val="50000"/>
                  </a:schemeClr>
                </a:solidFill>
              </a:rPr>
              <a:t> </a:t>
            </a:r>
            <a:r>
              <a:rPr lang="en-US" sz="1000" dirty="0" err="1">
                <a:solidFill>
                  <a:schemeClr val="tx1">
                    <a:lumMod val="50000"/>
                  </a:schemeClr>
                </a:solidFill>
              </a:rPr>
              <a:t>finaux</a:t>
            </a:r>
            <a:r>
              <a:rPr lang="en-US" sz="1000" dirty="0">
                <a:solidFill>
                  <a:schemeClr val="tx1">
                    <a:lumMod val="50000"/>
                  </a:schemeClr>
                </a:solidFill>
              </a:rPr>
              <a:t> et entrée </a:t>
            </a:r>
            <a:r>
              <a:rPr lang="en-US" sz="1000" dirty="0" err="1">
                <a:solidFill>
                  <a:schemeClr val="tx1">
                    <a:lumMod val="50000"/>
                  </a:schemeClr>
                </a:solidFill>
              </a:rPr>
              <a:t>en</a:t>
            </a:r>
            <a:r>
              <a:rPr lang="en-US" sz="1000" dirty="0">
                <a:solidFill>
                  <a:schemeClr val="tx1">
                    <a:lumMod val="50000"/>
                  </a:schemeClr>
                </a:solidFill>
              </a:rPr>
              <a:t> </a:t>
            </a:r>
            <a:r>
              <a:rPr lang="en-US" sz="1000" dirty="0" err="1">
                <a:solidFill>
                  <a:schemeClr val="tx1">
                    <a:lumMod val="50000"/>
                  </a:schemeClr>
                </a:solidFill>
              </a:rPr>
              <a:t>vigueur</a:t>
            </a:r>
            <a:r>
              <a:rPr lang="en-US" sz="1000" dirty="0">
                <a:solidFill>
                  <a:schemeClr val="tx1">
                    <a:lumMod val="50000"/>
                  </a:schemeClr>
                </a:solidFill>
              </a:rPr>
              <a:t> du nouveau cadre. Les </a:t>
            </a:r>
            <a:r>
              <a:rPr lang="en-US" sz="1000" dirty="0" err="1">
                <a:solidFill>
                  <a:schemeClr val="tx1">
                    <a:lumMod val="50000"/>
                  </a:schemeClr>
                </a:solidFill>
              </a:rPr>
              <a:t>délais</a:t>
            </a:r>
            <a:r>
              <a:rPr lang="en-US" sz="1000" dirty="0">
                <a:solidFill>
                  <a:schemeClr val="tx1">
                    <a:lumMod val="50000"/>
                  </a:schemeClr>
                </a:solidFill>
              </a:rPr>
              <a:t> </a:t>
            </a:r>
            <a:r>
              <a:rPr lang="en-US" sz="1000" dirty="0" err="1">
                <a:solidFill>
                  <a:schemeClr val="tx1">
                    <a:lumMod val="50000"/>
                  </a:schemeClr>
                </a:solidFill>
              </a:rPr>
              <a:t>d'application</a:t>
            </a:r>
            <a:r>
              <a:rPr lang="en-US" sz="1000" dirty="0">
                <a:solidFill>
                  <a:schemeClr val="tx1">
                    <a:lumMod val="50000"/>
                  </a:schemeClr>
                </a:solidFill>
              </a:rPr>
              <a:t> </a:t>
            </a:r>
            <a:r>
              <a:rPr lang="en-US" sz="1000" dirty="0" err="1">
                <a:solidFill>
                  <a:schemeClr val="tx1">
                    <a:lumMod val="50000"/>
                  </a:schemeClr>
                </a:solidFill>
              </a:rPr>
              <a:t>commencent</a:t>
            </a:r>
            <a:r>
              <a:rPr lang="en-US" sz="1000" dirty="0">
                <a:solidFill>
                  <a:schemeClr val="tx1">
                    <a:lumMod val="50000"/>
                  </a:schemeClr>
                </a:solidFill>
              </a:rPr>
              <a:t> à </a:t>
            </a:r>
            <a:r>
              <a:rPr lang="en-US" sz="1000" dirty="0" err="1">
                <a:solidFill>
                  <a:schemeClr val="tx1">
                    <a:lumMod val="50000"/>
                  </a:schemeClr>
                </a:solidFill>
              </a:rPr>
              <a:t>courir</a:t>
            </a:r>
            <a:r>
              <a:rPr lang="en-US" sz="1000" dirty="0">
                <a:solidFill>
                  <a:schemeClr val="tx1">
                    <a:lumMod val="50000"/>
                  </a:schemeClr>
                </a:solidFill>
              </a:rPr>
              <a:t>.</a:t>
            </a:r>
            <a:endParaRPr lang="fr-FR" sz="1000" dirty="0">
              <a:solidFill>
                <a:schemeClr val="tx1">
                  <a:lumMod val="50000"/>
                </a:schemeClr>
              </a:solidFill>
            </a:endParaRPr>
          </a:p>
        </p:txBody>
      </p:sp>
      <p:sp>
        <p:nvSpPr>
          <p:cNvPr id="40" name="ZoneTexte 39">
            <a:extLst>
              <a:ext uri="{FF2B5EF4-FFF2-40B4-BE49-F238E27FC236}">
                <a16:creationId xmlns:a16="http://schemas.microsoft.com/office/drawing/2014/main" id="{E5D70DE4-BDBB-8BD7-5C53-E8B25C556AD3}"/>
              </a:ext>
            </a:extLst>
          </p:cNvPr>
          <p:cNvSpPr txBox="1"/>
          <p:nvPr/>
        </p:nvSpPr>
        <p:spPr>
          <a:xfrm>
            <a:off x="8408059" y="3949950"/>
            <a:ext cx="2657907" cy="461665"/>
          </a:xfrm>
          <a:prstGeom prst="rect">
            <a:avLst/>
          </a:prstGeom>
          <a:noFill/>
        </p:spPr>
        <p:txBody>
          <a:bodyPr wrap="none" rtlCol="0">
            <a:spAutoFit/>
          </a:bodyPr>
          <a:lstStyle/>
          <a:p>
            <a:pPr algn="ctr"/>
            <a:r>
              <a:rPr lang="fr-FR" sz="1200" b="1" dirty="0">
                <a:solidFill>
                  <a:schemeClr val="tx1">
                    <a:lumMod val="50000"/>
                  </a:schemeClr>
                </a:solidFill>
              </a:rPr>
              <a:t>≈T1 2029</a:t>
            </a:r>
            <a:br>
              <a:rPr lang="fr-FR" sz="1200" b="1" dirty="0">
                <a:solidFill>
                  <a:schemeClr val="tx1">
                    <a:lumMod val="50000"/>
                  </a:schemeClr>
                </a:solidFill>
              </a:rPr>
            </a:br>
            <a:r>
              <a:rPr lang="fr-FR" sz="1200" i="1" dirty="0">
                <a:solidFill>
                  <a:schemeClr val="tx1">
                    <a:lumMod val="50000"/>
                  </a:schemeClr>
                </a:solidFill>
              </a:rPr>
              <a:t>nouvelles exigences </a:t>
            </a:r>
            <a:r>
              <a:rPr lang="fr-FR" sz="1200" i="1" dirty="0" err="1">
                <a:solidFill>
                  <a:schemeClr val="tx1">
                    <a:lumMod val="50000"/>
                  </a:schemeClr>
                </a:solidFill>
              </a:rPr>
              <a:t>VoP</a:t>
            </a:r>
            <a:r>
              <a:rPr lang="fr-FR" sz="1200" i="1" dirty="0">
                <a:solidFill>
                  <a:schemeClr val="tx1">
                    <a:lumMod val="50000"/>
                  </a:schemeClr>
                </a:solidFill>
              </a:rPr>
              <a:t> (+27 mois)</a:t>
            </a:r>
          </a:p>
        </p:txBody>
      </p:sp>
      <p:sp>
        <p:nvSpPr>
          <p:cNvPr id="41" name="Ellipse 40">
            <a:extLst>
              <a:ext uri="{FF2B5EF4-FFF2-40B4-BE49-F238E27FC236}">
                <a16:creationId xmlns:a16="http://schemas.microsoft.com/office/drawing/2014/main" id="{78E35A00-8A27-8D94-01EF-1A68EFD9A000}"/>
              </a:ext>
            </a:extLst>
          </p:cNvPr>
          <p:cNvSpPr/>
          <p:nvPr/>
        </p:nvSpPr>
        <p:spPr>
          <a:xfrm>
            <a:off x="9669249" y="4731186"/>
            <a:ext cx="135505" cy="15889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ZoneTexte 46">
            <a:extLst>
              <a:ext uri="{FF2B5EF4-FFF2-40B4-BE49-F238E27FC236}">
                <a16:creationId xmlns:a16="http://schemas.microsoft.com/office/drawing/2014/main" id="{12A4A10D-5047-3F22-2A6E-47EBED11E042}"/>
              </a:ext>
            </a:extLst>
          </p:cNvPr>
          <p:cNvSpPr txBox="1"/>
          <p:nvPr/>
        </p:nvSpPr>
        <p:spPr>
          <a:xfrm>
            <a:off x="8542833" y="4899230"/>
            <a:ext cx="2388350" cy="707886"/>
          </a:xfrm>
          <a:prstGeom prst="rect">
            <a:avLst/>
          </a:prstGeom>
          <a:noFill/>
        </p:spPr>
        <p:txBody>
          <a:bodyPr wrap="square">
            <a:spAutoFit/>
          </a:bodyPr>
          <a:lstStyle/>
          <a:p>
            <a:pPr algn="ctr"/>
            <a:r>
              <a:rPr lang="fr-FR" sz="1000" dirty="0">
                <a:solidFill>
                  <a:schemeClr val="tx1">
                    <a:lumMod val="50000"/>
                  </a:schemeClr>
                </a:solidFill>
              </a:rPr>
              <a:t>Le contrôle du nom et de l'IBAN (</a:t>
            </a:r>
            <a:r>
              <a:rPr lang="fr-FR" sz="1000" dirty="0" err="1">
                <a:solidFill>
                  <a:schemeClr val="tx1">
                    <a:lumMod val="50000"/>
                  </a:schemeClr>
                </a:solidFill>
              </a:rPr>
              <a:t>VoP</a:t>
            </a:r>
            <a:r>
              <a:rPr lang="fr-FR" sz="1000" dirty="0">
                <a:solidFill>
                  <a:schemeClr val="tx1">
                    <a:lumMod val="50000"/>
                  </a:schemeClr>
                </a:solidFill>
              </a:rPr>
              <a:t>) devient obligatoire sur tous les virements. Les établissements existants doivent être en conformité.</a:t>
            </a:r>
          </a:p>
        </p:txBody>
      </p:sp>
      <p:sp>
        <p:nvSpPr>
          <p:cNvPr id="57" name="ZoneTexte 56">
            <a:extLst>
              <a:ext uri="{FF2B5EF4-FFF2-40B4-BE49-F238E27FC236}">
                <a16:creationId xmlns:a16="http://schemas.microsoft.com/office/drawing/2014/main" id="{45D83BB0-ACB1-0686-587D-04FC71A81061}"/>
              </a:ext>
            </a:extLst>
          </p:cNvPr>
          <p:cNvSpPr txBox="1"/>
          <p:nvPr/>
        </p:nvSpPr>
        <p:spPr>
          <a:xfrm>
            <a:off x="1924890" y="3385335"/>
            <a:ext cx="8342220" cy="338554"/>
          </a:xfrm>
          <a:prstGeom prst="rect">
            <a:avLst/>
          </a:prstGeom>
          <a:noFill/>
        </p:spPr>
        <p:txBody>
          <a:bodyPr wrap="none" rtlCol="0">
            <a:spAutoFit/>
          </a:bodyPr>
          <a:lstStyle/>
          <a:p>
            <a:r>
              <a:rPr lang="fr-FR" sz="1600" b="1" dirty="0">
                <a:solidFill>
                  <a:schemeClr val="accent1"/>
                </a:solidFill>
              </a:rPr>
              <a:t>Les jalons clés des textes : </a:t>
            </a:r>
            <a:r>
              <a:rPr lang="fr-FR" sz="1600" b="1" u="sng" dirty="0">
                <a:solidFill>
                  <a:schemeClr val="accent1"/>
                </a:solidFill>
              </a:rPr>
              <a:t>deux principales échéances à tenir,</a:t>
            </a:r>
            <a:r>
              <a:rPr lang="fr-FR" sz="1600" b="1" dirty="0">
                <a:solidFill>
                  <a:schemeClr val="accent1"/>
                </a:solidFill>
              </a:rPr>
              <a:t> T3 2028 et T2 2029…</a:t>
            </a:r>
          </a:p>
        </p:txBody>
      </p:sp>
      <p:sp>
        <p:nvSpPr>
          <p:cNvPr id="58" name="Triangle isocèle 57">
            <a:extLst>
              <a:ext uri="{FF2B5EF4-FFF2-40B4-BE49-F238E27FC236}">
                <a16:creationId xmlns:a16="http://schemas.microsoft.com/office/drawing/2014/main" id="{B7C3FEA7-9231-CCB5-D754-85602FA42976}"/>
              </a:ext>
            </a:extLst>
          </p:cNvPr>
          <p:cNvSpPr/>
          <p:nvPr/>
        </p:nvSpPr>
        <p:spPr>
          <a:xfrm flipV="1">
            <a:off x="614362" y="3153056"/>
            <a:ext cx="10963276" cy="106517"/>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ZoneTexte 58">
            <a:extLst>
              <a:ext uri="{FF2B5EF4-FFF2-40B4-BE49-F238E27FC236}">
                <a16:creationId xmlns:a16="http://schemas.microsoft.com/office/drawing/2014/main" id="{E00DFE43-A872-C434-B35A-74D419889C4D}"/>
              </a:ext>
            </a:extLst>
          </p:cNvPr>
          <p:cNvSpPr txBox="1"/>
          <p:nvPr/>
        </p:nvSpPr>
        <p:spPr>
          <a:xfrm>
            <a:off x="553690" y="4624249"/>
            <a:ext cx="441146" cy="230832"/>
          </a:xfrm>
          <a:prstGeom prst="rect">
            <a:avLst/>
          </a:prstGeom>
          <a:noFill/>
        </p:spPr>
        <p:txBody>
          <a:bodyPr wrap="none" rtlCol="0">
            <a:spAutoFit/>
          </a:bodyPr>
          <a:lstStyle/>
          <a:p>
            <a:r>
              <a:rPr lang="fr-FR" sz="900" b="1" dirty="0">
                <a:solidFill>
                  <a:schemeClr val="accent1"/>
                </a:solidFill>
              </a:rPr>
              <a:t>2026</a:t>
            </a:r>
          </a:p>
        </p:txBody>
      </p:sp>
      <p:sp>
        <p:nvSpPr>
          <p:cNvPr id="60" name="ZoneTexte 59">
            <a:extLst>
              <a:ext uri="{FF2B5EF4-FFF2-40B4-BE49-F238E27FC236}">
                <a16:creationId xmlns:a16="http://schemas.microsoft.com/office/drawing/2014/main" id="{2AA654CB-203B-F8B4-C121-00070C426545}"/>
              </a:ext>
            </a:extLst>
          </p:cNvPr>
          <p:cNvSpPr txBox="1"/>
          <p:nvPr/>
        </p:nvSpPr>
        <p:spPr>
          <a:xfrm>
            <a:off x="3076645" y="4624249"/>
            <a:ext cx="441146" cy="230832"/>
          </a:xfrm>
          <a:prstGeom prst="rect">
            <a:avLst/>
          </a:prstGeom>
          <a:noFill/>
        </p:spPr>
        <p:txBody>
          <a:bodyPr wrap="none" rtlCol="0">
            <a:spAutoFit/>
          </a:bodyPr>
          <a:lstStyle/>
          <a:p>
            <a:r>
              <a:rPr lang="fr-FR" sz="900" b="1" dirty="0">
                <a:solidFill>
                  <a:schemeClr val="accent1"/>
                </a:solidFill>
              </a:rPr>
              <a:t>2027</a:t>
            </a:r>
          </a:p>
        </p:txBody>
      </p:sp>
      <p:sp>
        <p:nvSpPr>
          <p:cNvPr id="61" name="ZoneTexte 60">
            <a:extLst>
              <a:ext uri="{FF2B5EF4-FFF2-40B4-BE49-F238E27FC236}">
                <a16:creationId xmlns:a16="http://schemas.microsoft.com/office/drawing/2014/main" id="{97099418-0A87-A419-CD83-7CBED7950034}"/>
              </a:ext>
            </a:extLst>
          </p:cNvPr>
          <p:cNvSpPr txBox="1"/>
          <p:nvPr/>
        </p:nvSpPr>
        <p:spPr>
          <a:xfrm>
            <a:off x="5599600" y="4624249"/>
            <a:ext cx="441146" cy="230832"/>
          </a:xfrm>
          <a:prstGeom prst="rect">
            <a:avLst/>
          </a:prstGeom>
          <a:noFill/>
        </p:spPr>
        <p:txBody>
          <a:bodyPr wrap="none" rtlCol="0">
            <a:spAutoFit/>
          </a:bodyPr>
          <a:lstStyle/>
          <a:p>
            <a:r>
              <a:rPr lang="fr-FR" sz="900" b="1" dirty="0">
                <a:solidFill>
                  <a:schemeClr val="accent1"/>
                </a:solidFill>
              </a:rPr>
              <a:t>2028</a:t>
            </a:r>
          </a:p>
        </p:txBody>
      </p:sp>
      <p:sp>
        <p:nvSpPr>
          <p:cNvPr id="62" name="ZoneTexte 61">
            <a:extLst>
              <a:ext uri="{FF2B5EF4-FFF2-40B4-BE49-F238E27FC236}">
                <a16:creationId xmlns:a16="http://schemas.microsoft.com/office/drawing/2014/main" id="{6A9E036C-A889-1C18-9438-859344BE472C}"/>
              </a:ext>
            </a:extLst>
          </p:cNvPr>
          <p:cNvSpPr txBox="1"/>
          <p:nvPr/>
        </p:nvSpPr>
        <p:spPr>
          <a:xfrm>
            <a:off x="8122555" y="4624249"/>
            <a:ext cx="441146" cy="230832"/>
          </a:xfrm>
          <a:prstGeom prst="rect">
            <a:avLst/>
          </a:prstGeom>
          <a:noFill/>
        </p:spPr>
        <p:txBody>
          <a:bodyPr wrap="none" rtlCol="0">
            <a:spAutoFit/>
          </a:bodyPr>
          <a:lstStyle/>
          <a:p>
            <a:r>
              <a:rPr lang="fr-FR" sz="900" b="1" dirty="0">
                <a:solidFill>
                  <a:schemeClr val="accent1"/>
                </a:solidFill>
              </a:rPr>
              <a:t>2029</a:t>
            </a:r>
          </a:p>
        </p:txBody>
      </p:sp>
      <p:sp>
        <p:nvSpPr>
          <p:cNvPr id="63" name="ZoneTexte 62">
            <a:extLst>
              <a:ext uri="{FF2B5EF4-FFF2-40B4-BE49-F238E27FC236}">
                <a16:creationId xmlns:a16="http://schemas.microsoft.com/office/drawing/2014/main" id="{B8BB25C7-805E-4BD2-6A20-E2384915A7B5}"/>
              </a:ext>
            </a:extLst>
          </p:cNvPr>
          <p:cNvSpPr txBox="1"/>
          <p:nvPr/>
        </p:nvSpPr>
        <p:spPr>
          <a:xfrm>
            <a:off x="11099319" y="4624249"/>
            <a:ext cx="441146" cy="230832"/>
          </a:xfrm>
          <a:prstGeom prst="rect">
            <a:avLst/>
          </a:prstGeom>
          <a:noFill/>
        </p:spPr>
        <p:txBody>
          <a:bodyPr wrap="none" rtlCol="0">
            <a:spAutoFit/>
          </a:bodyPr>
          <a:lstStyle/>
          <a:p>
            <a:r>
              <a:rPr lang="fr-FR" sz="900" b="1" dirty="0">
                <a:solidFill>
                  <a:schemeClr val="accent1"/>
                </a:solidFill>
              </a:rPr>
              <a:t>2030</a:t>
            </a:r>
          </a:p>
        </p:txBody>
      </p:sp>
      <p:sp>
        <p:nvSpPr>
          <p:cNvPr id="257" name="Rectangle : coins arrondis 256">
            <a:extLst>
              <a:ext uri="{FF2B5EF4-FFF2-40B4-BE49-F238E27FC236}">
                <a16:creationId xmlns:a16="http://schemas.microsoft.com/office/drawing/2014/main" id="{FEF5600A-8954-8936-5847-4EF568468FF9}"/>
              </a:ext>
            </a:extLst>
          </p:cNvPr>
          <p:cNvSpPr/>
          <p:nvPr/>
        </p:nvSpPr>
        <p:spPr>
          <a:xfrm>
            <a:off x="631297" y="5934498"/>
            <a:ext cx="10955866" cy="528708"/>
          </a:xfrm>
          <a:prstGeom prst="roundRect">
            <a:avLst>
              <a:gd name="adj" fmla="val 50000"/>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lumMod val="50000"/>
                  </a:schemeClr>
                </a:solidFill>
              </a:rPr>
              <a:t>✨ </a:t>
            </a:r>
            <a:r>
              <a:rPr lang="en-US" sz="1200" dirty="0">
                <a:solidFill>
                  <a:schemeClr val="tx1">
                    <a:lumMod val="50000"/>
                  </a:schemeClr>
                </a:solidFill>
              </a:rPr>
              <a:t>≈ 6 </a:t>
            </a:r>
            <a:r>
              <a:rPr lang="en-US" sz="1200" dirty="0" err="1">
                <a:solidFill>
                  <a:schemeClr val="tx1">
                    <a:lumMod val="50000"/>
                  </a:schemeClr>
                </a:solidFill>
              </a:rPr>
              <a:t>mois</a:t>
            </a:r>
            <a:r>
              <a:rPr lang="en-US" sz="1200" dirty="0">
                <a:solidFill>
                  <a:schemeClr val="tx1">
                    <a:lumMod val="50000"/>
                  </a:schemeClr>
                </a:solidFill>
              </a:rPr>
              <a:t> de </a:t>
            </a:r>
            <a:r>
              <a:rPr lang="en-US" sz="1200" dirty="0" err="1">
                <a:solidFill>
                  <a:schemeClr val="tx1">
                    <a:lumMod val="50000"/>
                  </a:schemeClr>
                </a:solidFill>
              </a:rPr>
              <a:t>cadrage</a:t>
            </a:r>
            <a:r>
              <a:rPr lang="en-US" sz="1200" dirty="0">
                <a:solidFill>
                  <a:schemeClr val="tx1">
                    <a:lumMod val="50000"/>
                  </a:schemeClr>
                </a:solidFill>
              </a:rPr>
              <a:t> + 18 </a:t>
            </a:r>
            <a:r>
              <a:rPr lang="en-US" sz="1200" dirty="0" err="1">
                <a:solidFill>
                  <a:schemeClr val="tx1">
                    <a:lumMod val="50000"/>
                  </a:schemeClr>
                </a:solidFill>
              </a:rPr>
              <a:t>mois</a:t>
            </a:r>
            <a:r>
              <a:rPr lang="en-US" sz="1200" dirty="0">
                <a:solidFill>
                  <a:schemeClr val="tx1">
                    <a:lumMod val="50000"/>
                  </a:schemeClr>
                </a:solidFill>
              </a:rPr>
              <a:t> de dev. : </a:t>
            </a:r>
            <a:r>
              <a:rPr lang="en-US" sz="1200" dirty="0" err="1">
                <a:solidFill>
                  <a:schemeClr val="tx1">
                    <a:lumMod val="50000"/>
                  </a:schemeClr>
                </a:solidFill>
              </a:rPr>
              <a:t>jusqu'à</a:t>
            </a:r>
            <a:r>
              <a:rPr lang="en-US" sz="1200" dirty="0">
                <a:solidFill>
                  <a:schemeClr val="tx1">
                    <a:lumMod val="50000"/>
                  </a:schemeClr>
                </a:solidFill>
              </a:rPr>
              <a:t> 24 </a:t>
            </a:r>
            <a:r>
              <a:rPr lang="en-US" sz="1200" dirty="0" err="1">
                <a:solidFill>
                  <a:schemeClr val="tx1">
                    <a:lumMod val="50000"/>
                  </a:schemeClr>
                </a:solidFill>
              </a:rPr>
              <a:t>mois</a:t>
            </a:r>
            <a:r>
              <a:rPr lang="en-US" sz="1200" dirty="0">
                <a:solidFill>
                  <a:schemeClr val="tx1">
                    <a:lumMod val="50000"/>
                  </a:schemeClr>
                </a:solidFill>
              </a:rPr>
              <a:t> pour se </a:t>
            </a:r>
            <a:r>
              <a:rPr lang="en-US" sz="1200" dirty="0" err="1">
                <a:solidFill>
                  <a:schemeClr val="tx1">
                    <a:lumMod val="50000"/>
                  </a:schemeClr>
                </a:solidFill>
              </a:rPr>
              <a:t>mettre</a:t>
            </a:r>
            <a:r>
              <a:rPr lang="en-US" sz="1200" dirty="0">
                <a:solidFill>
                  <a:schemeClr val="tx1">
                    <a:lumMod val="50000"/>
                  </a:schemeClr>
                </a:solidFill>
              </a:rPr>
              <a:t> </a:t>
            </a:r>
            <a:r>
              <a:rPr lang="en-US" sz="1200" dirty="0" err="1">
                <a:solidFill>
                  <a:schemeClr val="tx1">
                    <a:lumMod val="50000"/>
                  </a:schemeClr>
                </a:solidFill>
              </a:rPr>
              <a:t>en</a:t>
            </a:r>
            <a:r>
              <a:rPr lang="en-US" sz="1200" dirty="0">
                <a:solidFill>
                  <a:schemeClr val="tx1">
                    <a:lumMod val="50000"/>
                  </a:schemeClr>
                </a:solidFill>
              </a:rPr>
              <a:t> </a:t>
            </a:r>
            <a:r>
              <a:rPr lang="en-US" sz="1200" dirty="0" err="1">
                <a:solidFill>
                  <a:schemeClr val="tx1">
                    <a:lumMod val="50000"/>
                  </a:schemeClr>
                </a:solidFill>
              </a:rPr>
              <a:t>conformité</a:t>
            </a:r>
            <a:r>
              <a:rPr lang="en-US" sz="1200" dirty="0">
                <a:solidFill>
                  <a:schemeClr val="tx1">
                    <a:lumMod val="50000"/>
                  </a:schemeClr>
                </a:solidFill>
              </a:rPr>
              <a:t>, un </a:t>
            </a:r>
            <a:r>
              <a:rPr lang="en-US" sz="1200" dirty="0" err="1">
                <a:solidFill>
                  <a:schemeClr val="tx1">
                    <a:lumMod val="50000"/>
                  </a:schemeClr>
                </a:solidFill>
              </a:rPr>
              <a:t>délai</a:t>
            </a:r>
            <a:r>
              <a:rPr lang="en-US" sz="1200" dirty="0">
                <a:solidFill>
                  <a:schemeClr val="tx1">
                    <a:lumMod val="50000"/>
                  </a:schemeClr>
                </a:solidFill>
              </a:rPr>
              <a:t> qui rejoint </a:t>
            </a:r>
            <a:r>
              <a:rPr lang="en-US" sz="1200" dirty="0" err="1">
                <a:solidFill>
                  <a:schemeClr val="tx1">
                    <a:lumMod val="50000"/>
                  </a:schemeClr>
                </a:solidFill>
              </a:rPr>
              <a:t>presque</a:t>
            </a:r>
            <a:r>
              <a:rPr lang="en-US" sz="1200" dirty="0">
                <a:solidFill>
                  <a:schemeClr val="tx1">
                    <a:lumMod val="50000"/>
                  </a:schemeClr>
                </a:solidFill>
              </a:rPr>
              <a:t> </a:t>
            </a:r>
            <a:r>
              <a:rPr lang="en-US" sz="1200" dirty="0" err="1">
                <a:solidFill>
                  <a:schemeClr val="tx1">
                    <a:lumMod val="50000"/>
                  </a:schemeClr>
                </a:solidFill>
              </a:rPr>
              <a:t>l'application</a:t>
            </a:r>
            <a:r>
              <a:rPr lang="en-US" sz="1200" dirty="0">
                <a:solidFill>
                  <a:schemeClr val="tx1">
                    <a:lumMod val="50000"/>
                  </a:schemeClr>
                </a:solidFill>
              </a:rPr>
              <a:t> </a:t>
            </a:r>
            <a:r>
              <a:rPr lang="en-US" sz="1200" dirty="0" err="1">
                <a:solidFill>
                  <a:schemeClr val="tx1">
                    <a:lumMod val="50000"/>
                  </a:schemeClr>
                </a:solidFill>
              </a:rPr>
              <a:t>générale</a:t>
            </a:r>
            <a:r>
              <a:rPr lang="en-US" sz="1200" dirty="0">
                <a:solidFill>
                  <a:schemeClr val="tx1">
                    <a:lumMod val="50000"/>
                  </a:schemeClr>
                </a:solidFill>
              </a:rPr>
              <a:t> du PSR. </a:t>
            </a:r>
            <a:r>
              <a:rPr lang="en-US" sz="1200" b="1" dirty="0">
                <a:solidFill>
                  <a:schemeClr val="tx1">
                    <a:lumMod val="50000"/>
                  </a:schemeClr>
                </a:solidFill>
              </a:rPr>
              <a:t>Le GT Architectures </a:t>
            </a:r>
            <a:r>
              <a:rPr lang="en-US" sz="1200" b="1" dirty="0" err="1">
                <a:solidFill>
                  <a:schemeClr val="tx1">
                    <a:lumMod val="50000"/>
                  </a:schemeClr>
                </a:solidFill>
              </a:rPr>
              <a:t>Réglementaires</a:t>
            </a:r>
            <a:r>
              <a:rPr lang="en-US" sz="1200" b="1" dirty="0">
                <a:solidFill>
                  <a:schemeClr val="tx1">
                    <a:lumMod val="50000"/>
                  </a:schemeClr>
                </a:solidFill>
              </a:rPr>
              <a:t> engage </a:t>
            </a:r>
            <a:r>
              <a:rPr lang="en-US" sz="1200" b="1" dirty="0" err="1">
                <a:solidFill>
                  <a:schemeClr val="tx1">
                    <a:lumMod val="50000"/>
                  </a:schemeClr>
                </a:solidFill>
              </a:rPr>
              <a:t>donc</a:t>
            </a:r>
            <a:r>
              <a:rPr lang="en-US" sz="1200" b="1" dirty="0">
                <a:solidFill>
                  <a:schemeClr val="tx1">
                    <a:lumMod val="50000"/>
                  </a:schemeClr>
                </a:solidFill>
              </a:rPr>
              <a:t> le </a:t>
            </a:r>
            <a:r>
              <a:rPr lang="en-US" sz="1200" b="1" dirty="0" err="1">
                <a:solidFill>
                  <a:schemeClr val="tx1">
                    <a:lumMod val="50000"/>
                  </a:schemeClr>
                </a:solidFill>
              </a:rPr>
              <a:t>sujet</a:t>
            </a:r>
            <a:r>
              <a:rPr lang="en-US" sz="1200" b="1" dirty="0">
                <a:solidFill>
                  <a:schemeClr val="tx1">
                    <a:lumMod val="50000"/>
                  </a:schemeClr>
                </a:solidFill>
              </a:rPr>
              <a:t> </a:t>
            </a:r>
            <a:r>
              <a:rPr lang="en-US" sz="1200" b="1" dirty="0" err="1">
                <a:solidFill>
                  <a:schemeClr val="tx1">
                    <a:lumMod val="50000"/>
                  </a:schemeClr>
                </a:solidFill>
              </a:rPr>
              <a:t>dès</a:t>
            </a:r>
            <a:r>
              <a:rPr lang="en-US" sz="1200" b="1" dirty="0">
                <a:solidFill>
                  <a:schemeClr val="tx1">
                    <a:lumMod val="50000"/>
                  </a:schemeClr>
                </a:solidFill>
              </a:rPr>
              <a:t> </a:t>
            </a:r>
            <a:r>
              <a:rPr lang="en-US" sz="1200" b="1" dirty="0" err="1">
                <a:solidFill>
                  <a:schemeClr val="tx1">
                    <a:lumMod val="50000"/>
                  </a:schemeClr>
                </a:solidFill>
              </a:rPr>
              <a:t>maintenant</a:t>
            </a:r>
            <a:r>
              <a:rPr lang="en-US" sz="1200" b="1" dirty="0">
                <a:solidFill>
                  <a:schemeClr val="tx1">
                    <a:lumMod val="50000"/>
                  </a:schemeClr>
                </a:solidFill>
              </a:rPr>
              <a:t> pour </a:t>
            </a:r>
            <a:r>
              <a:rPr lang="en-US" sz="1200" b="1" dirty="0" err="1">
                <a:solidFill>
                  <a:schemeClr val="tx1">
                    <a:lumMod val="50000"/>
                  </a:schemeClr>
                </a:solidFill>
              </a:rPr>
              <a:t>accompagner</a:t>
            </a:r>
            <a:r>
              <a:rPr lang="en-US" sz="1200" b="1" dirty="0">
                <a:solidFill>
                  <a:schemeClr val="tx1">
                    <a:lumMod val="50000"/>
                  </a:schemeClr>
                </a:solidFill>
              </a:rPr>
              <a:t> les </a:t>
            </a:r>
            <a:r>
              <a:rPr lang="en-US" sz="1200" b="1" dirty="0" err="1">
                <a:solidFill>
                  <a:schemeClr val="tx1">
                    <a:lumMod val="50000"/>
                  </a:schemeClr>
                </a:solidFill>
              </a:rPr>
              <a:t>entités</a:t>
            </a:r>
            <a:r>
              <a:rPr lang="en-US" sz="1200" b="1" dirty="0">
                <a:solidFill>
                  <a:schemeClr val="tx1">
                    <a:lumMod val="50000"/>
                  </a:schemeClr>
                </a:solidFill>
              </a:rPr>
              <a:t> et </a:t>
            </a:r>
            <a:r>
              <a:rPr lang="en-US" sz="1200" b="1" dirty="0" err="1">
                <a:solidFill>
                  <a:schemeClr val="tx1">
                    <a:lumMod val="50000"/>
                  </a:schemeClr>
                </a:solidFill>
              </a:rPr>
              <a:t>sécuriser</a:t>
            </a:r>
            <a:r>
              <a:rPr lang="en-US" sz="1200" b="1" dirty="0">
                <a:solidFill>
                  <a:schemeClr val="tx1">
                    <a:lumMod val="50000"/>
                  </a:schemeClr>
                </a:solidFill>
              </a:rPr>
              <a:t> le </a:t>
            </a:r>
            <a:r>
              <a:rPr lang="en-US" sz="1200" b="1" dirty="0" err="1">
                <a:solidFill>
                  <a:schemeClr val="tx1">
                    <a:lumMod val="50000"/>
                  </a:schemeClr>
                </a:solidFill>
              </a:rPr>
              <a:t>calendrier</a:t>
            </a:r>
            <a:r>
              <a:rPr lang="en-US" sz="1200" b="1" dirty="0">
                <a:solidFill>
                  <a:schemeClr val="tx1">
                    <a:lumMod val="50000"/>
                  </a:schemeClr>
                </a:solidFill>
              </a:rPr>
              <a:t> </a:t>
            </a:r>
            <a:r>
              <a:rPr lang="en-US" sz="1200" b="1" dirty="0" err="1">
                <a:solidFill>
                  <a:schemeClr val="tx1">
                    <a:lumMod val="50000"/>
                  </a:schemeClr>
                </a:solidFill>
              </a:rPr>
              <a:t>réglementaire</a:t>
            </a:r>
            <a:r>
              <a:rPr lang="en-US" sz="1200" b="1" dirty="0">
                <a:solidFill>
                  <a:schemeClr val="tx1">
                    <a:lumMod val="50000"/>
                  </a:schemeClr>
                </a:solidFill>
              </a:rPr>
              <a:t>.</a:t>
            </a:r>
          </a:p>
        </p:txBody>
      </p:sp>
      <p:sp>
        <p:nvSpPr>
          <p:cNvPr id="21" name="ZoneTexte 20">
            <a:extLst>
              <a:ext uri="{FF2B5EF4-FFF2-40B4-BE49-F238E27FC236}">
                <a16:creationId xmlns:a16="http://schemas.microsoft.com/office/drawing/2014/main" id="{6418BC9B-3DAC-057B-6DAF-0AF2741CF46B}"/>
              </a:ext>
            </a:extLst>
          </p:cNvPr>
          <p:cNvSpPr txBox="1"/>
          <p:nvPr/>
        </p:nvSpPr>
        <p:spPr>
          <a:xfrm>
            <a:off x="3270955" y="3943486"/>
            <a:ext cx="2459777" cy="461665"/>
          </a:xfrm>
          <a:prstGeom prst="rect">
            <a:avLst/>
          </a:prstGeom>
          <a:noFill/>
        </p:spPr>
        <p:txBody>
          <a:bodyPr wrap="none" rtlCol="0">
            <a:spAutoFit/>
          </a:bodyPr>
          <a:lstStyle/>
          <a:p>
            <a:pPr algn="ctr"/>
            <a:r>
              <a:rPr lang="fr-FR" sz="1200" b="1" dirty="0">
                <a:solidFill>
                  <a:schemeClr val="tx1">
                    <a:lumMod val="50000"/>
                  </a:schemeClr>
                </a:solidFill>
              </a:rPr>
              <a:t>≈T4 2027</a:t>
            </a:r>
            <a:br>
              <a:rPr lang="fr-FR" sz="1200" b="1" dirty="0">
                <a:solidFill>
                  <a:schemeClr val="tx1">
                    <a:lumMod val="50000"/>
                  </a:schemeClr>
                </a:solidFill>
              </a:rPr>
            </a:br>
            <a:r>
              <a:rPr lang="fr-FR" sz="1200" i="1" dirty="0">
                <a:solidFill>
                  <a:schemeClr val="tx1">
                    <a:lumMod val="50000"/>
                  </a:schemeClr>
                </a:solidFill>
              </a:rPr>
              <a:t>Premiers RTS/ITS (+9 à 12 mois)</a:t>
            </a:r>
          </a:p>
        </p:txBody>
      </p:sp>
      <p:sp>
        <p:nvSpPr>
          <p:cNvPr id="22" name="Ellipse 21">
            <a:extLst>
              <a:ext uri="{FF2B5EF4-FFF2-40B4-BE49-F238E27FC236}">
                <a16:creationId xmlns:a16="http://schemas.microsoft.com/office/drawing/2014/main" id="{9C80782A-47C0-96F1-9296-B5A529D14369}"/>
              </a:ext>
            </a:extLst>
          </p:cNvPr>
          <p:cNvSpPr/>
          <p:nvPr/>
        </p:nvSpPr>
        <p:spPr>
          <a:xfrm>
            <a:off x="4421388" y="4724722"/>
            <a:ext cx="158890" cy="15889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D297F801-0B1B-8F9D-6BA4-4DC065427AA9}"/>
              </a:ext>
            </a:extLst>
          </p:cNvPr>
          <p:cNvSpPr txBox="1"/>
          <p:nvPr/>
        </p:nvSpPr>
        <p:spPr>
          <a:xfrm>
            <a:off x="3330188" y="4892766"/>
            <a:ext cx="2341290" cy="400110"/>
          </a:xfrm>
          <a:prstGeom prst="rect">
            <a:avLst/>
          </a:prstGeom>
          <a:noFill/>
        </p:spPr>
        <p:txBody>
          <a:bodyPr wrap="square">
            <a:spAutoFit/>
          </a:bodyPr>
          <a:lstStyle/>
          <a:p>
            <a:pPr algn="ctr"/>
            <a:r>
              <a:rPr lang="fr-FR" sz="1000" dirty="0">
                <a:solidFill>
                  <a:schemeClr val="tx1">
                    <a:lumMod val="50000"/>
                  </a:schemeClr>
                </a:solidFill>
              </a:rPr>
              <a:t>RTS EBA (SCA, sécurité,</a:t>
            </a:r>
          </a:p>
          <a:p>
            <a:pPr algn="ctr"/>
            <a:r>
              <a:rPr lang="fr-FR" sz="1000" dirty="0">
                <a:solidFill>
                  <a:schemeClr val="tx1">
                    <a:lumMod val="50000"/>
                  </a:schemeClr>
                </a:solidFill>
              </a:rPr>
              <a:t>monitoring) soumis</a:t>
            </a:r>
          </a:p>
        </p:txBody>
      </p:sp>
      <p:cxnSp>
        <p:nvCxnSpPr>
          <p:cNvPr id="36" name="Connecteur droit 35">
            <a:extLst>
              <a:ext uri="{FF2B5EF4-FFF2-40B4-BE49-F238E27FC236}">
                <a16:creationId xmlns:a16="http://schemas.microsoft.com/office/drawing/2014/main" id="{8F12839E-7623-82A3-3C56-0AFBD173F0D1}"/>
              </a:ext>
            </a:extLst>
          </p:cNvPr>
          <p:cNvCxnSpPr>
            <a:cxnSpLocks/>
          </p:cNvCxnSpPr>
          <p:nvPr/>
        </p:nvCxnSpPr>
        <p:spPr>
          <a:xfrm>
            <a:off x="890269" y="2426126"/>
            <a:ext cx="2554389" cy="0"/>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Shape 1">
            <a:extLst>
              <a:ext uri="{FF2B5EF4-FFF2-40B4-BE49-F238E27FC236}">
                <a16:creationId xmlns:a16="http://schemas.microsoft.com/office/drawing/2014/main" id="{B1098F07-F61E-5E8E-C2DF-B0B18E7F9EE5}"/>
              </a:ext>
            </a:extLst>
          </p:cNvPr>
          <p:cNvSpPr/>
          <p:nvPr/>
        </p:nvSpPr>
        <p:spPr>
          <a:xfrm>
            <a:off x="634832" y="2298408"/>
            <a:ext cx="255437" cy="255437"/>
          </a:xfrm>
          <a:prstGeom prst="ellipse">
            <a:avLst/>
          </a:prstGeom>
          <a:solidFill>
            <a:srgbClr val="F47682"/>
          </a:solidFill>
          <a:ln>
            <a:solidFill>
              <a:schemeClr val="tx1">
                <a:lumMod val="50000"/>
              </a:schemeClr>
            </a:solidFill>
          </a:ln>
        </p:spPr>
        <p:txBody>
          <a:bodyPr/>
          <a:lstStyle/>
          <a:p>
            <a:endParaRPr lang="en-US" dirty="0"/>
          </a:p>
        </p:txBody>
      </p:sp>
      <p:sp>
        <p:nvSpPr>
          <p:cNvPr id="38" name="Text 3">
            <a:extLst>
              <a:ext uri="{FF2B5EF4-FFF2-40B4-BE49-F238E27FC236}">
                <a16:creationId xmlns:a16="http://schemas.microsoft.com/office/drawing/2014/main" id="{BDF93608-F7E1-B5D2-934C-D20D543E94C6}"/>
              </a:ext>
            </a:extLst>
          </p:cNvPr>
          <p:cNvSpPr/>
          <p:nvPr/>
        </p:nvSpPr>
        <p:spPr>
          <a:xfrm>
            <a:off x="994836" y="2243246"/>
            <a:ext cx="472154" cy="365760"/>
          </a:xfrm>
          <a:prstGeom prst="rect">
            <a:avLst/>
          </a:prstGeom>
          <a:solidFill>
            <a:schemeClr val="bg1"/>
          </a:solidFill>
          <a:ln/>
        </p:spPr>
        <p:txBody>
          <a:bodyPr wrap="square" lIns="36000" tIns="0" rIns="36000" bIns="0" rtlCol="0" anchor="ctr"/>
          <a:lstStyle/>
          <a:p>
            <a:pPr marL="0" indent="0" algn="ctr">
              <a:buNone/>
            </a:pPr>
            <a:r>
              <a:rPr lang="en-US" sz="1400" b="1" dirty="0">
                <a:solidFill>
                  <a:schemeClr val="tx1">
                    <a:lumMod val="50000"/>
                  </a:schemeClr>
                </a:solidFill>
                <a:ea typeface="Calibri" pitchFamily="34" charset="-122"/>
                <a:cs typeface="Calibri" pitchFamily="34" charset="-120"/>
              </a:rPr>
              <a:t>2023</a:t>
            </a:r>
            <a:endParaRPr lang="en-US" sz="1400" b="1" dirty="0">
              <a:solidFill>
                <a:schemeClr val="tx1">
                  <a:lumMod val="50000"/>
                </a:schemeClr>
              </a:solidFill>
            </a:endParaRPr>
          </a:p>
        </p:txBody>
      </p:sp>
      <p:sp>
        <p:nvSpPr>
          <p:cNvPr id="42" name="Text 4">
            <a:extLst>
              <a:ext uri="{FF2B5EF4-FFF2-40B4-BE49-F238E27FC236}">
                <a16:creationId xmlns:a16="http://schemas.microsoft.com/office/drawing/2014/main" id="{82392ECF-352B-EB43-3FB2-5DABF8B78326}"/>
              </a:ext>
            </a:extLst>
          </p:cNvPr>
          <p:cNvSpPr/>
          <p:nvPr/>
        </p:nvSpPr>
        <p:spPr>
          <a:xfrm>
            <a:off x="1546656" y="2139953"/>
            <a:ext cx="1791530" cy="572346"/>
          </a:xfrm>
          <a:prstGeom prst="rect">
            <a:avLst/>
          </a:prstGeom>
          <a:solidFill>
            <a:schemeClr val="bg1"/>
          </a:solidFill>
          <a:ln/>
        </p:spPr>
        <p:txBody>
          <a:bodyPr wrap="square" lIns="36000" tIns="0" rIns="36000" bIns="0" rtlCol="0" anchor="ctr"/>
          <a:lstStyle/>
          <a:p>
            <a:pPr marL="0" indent="0">
              <a:buNone/>
            </a:pPr>
            <a:r>
              <a:rPr lang="fr-FR" sz="1400" b="1" dirty="0">
                <a:solidFill>
                  <a:schemeClr val="tx1">
                    <a:lumMod val="50000"/>
                  </a:schemeClr>
                </a:solidFill>
                <a:ea typeface="Calibri" pitchFamily="34" charset="-122"/>
                <a:cs typeface="Calibri" pitchFamily="34" charset="-120"/>
              </a:rPr>
              <a:t>DSP3/PSR : </a:t>
            </a:r>
            <a:r>
              <a:rPr lang="fr-FR" sz="1400" dirty="0">
                <a:solidFill>
                  <a:schemeClr val="tx1">
                    <a:lumMod val="50000"/>
                  </a:schemeClr>
                </a:solidFill>
                <a:ea typeface="Calibri" pitchFamily="34" charset="-122"/>
                <a:cs typeface="Calibri" pitchFamily="34" charset="-120"/>
              </a:rPr>
              <a:t>de nouvelles perspectives pour l’Open Banking</a:t>
            </a:r>
            <a:endParaRPr lang="en-US" sz="1400" dirty="0">
              <a:solidFill>
                <a:schemeClr val="tx1">
                  <a:lumMod val="50000"/>
                </a:schemeClr>
              </a:solidFill>
            </a:endParaRPr>
          </a:p>
        </p:txBody>
      </p:sp>
      <p:pic>
        <p:nvPicPr>
          <p:cNvPr id="43" name="Graphique 42" descr="Sablier plein avec un remplissage uni">
            <a:extLst>
              <a:ext uri="{FF2B5EF4-FFF2-40B4-BE49-F238E27FC236}">
                <a16:creationId xmlns:a16="http://schemas.microsoft.com/office/drawing/2014/main" id="{B1747F8A-728A-7FC3-41FB-699873D33F8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1590" y="2345166"/>
            <a:ext cx="161921" cy="161921"/>
          </a:xfrm>
          <a:prstGeom prst="rect">
            <a:avLst/>
          </a:prstGeom>
        </p:spPr>
      </p:pic>
      <p:cxnSp>
        <p:nvCxnSpPr>
          <p:cNvPr id="4" name="Connecteur droit 3">
            <a:extLst>
              <a:ext uri="{FF2B5EF4-FFF2-40B4-BE49-F238E27FC236}">
                <a16:creationId xmlns:a16="http://schemas.microsoft.com/office/drawing/2014/main" id="{03FD6071-5EE5-01D5-D929-7B2AC0CAABE2}"/>
              </a:ext>
            </a:extLst>
          </p:cNvPr>
          <p:cNvCxnSpPr>
            <a:stCxn id="26" idx="2"/>
            <a:endCxn id="27" idx="0"/>
          </p:cNvCxnSpPr>
          <p:nvPr/>
        </p:nvCxnSpPr>
        <p:spPr>
          <a:xfrm>
            <a:off x="2173088" y="4411615"/>
            <a:ext cx="0" cy="31957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A196EC03-C0CC-9B17-08DE-664332D370C6}"/>
              </a:ext>
            </a:extLst>
          </p:cNvPr>
          <p:cNvCxnSpPr>
            <a:cxnSpLocks/>
            <a:stCxn id="21" idx="2"/>
            <a:endCxn id="22" idx="0"/>
          </p:cNvCxnSpPr>
          <p:nvPr/>
        </p:nvCxnSpPr>
        <p:spPr>
          <a:xfrm flipH="1">
            <a:off x="4500833" y="4405151"/>
            <a:ext cx="11" cy="31957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454F6C7E-54AB-A7CA-2A5B-EA6470323A32}"/>
              </a:ext>
            </a:extLst>
          </p:cNvPr>
          <p:cNvCxnSpPr>
            <a:cxnSpLocks/>
            <a:stCxn id="31" idx="2"/>
            <a:endCxn id="32" idx="0"/>
          </p:cNvCxnSpPr>
          <p:nvPr/>
        </p:nvCxnSpPr>
        <p:spPr>
          <a:xfrm flipH="1">
            <a:off x="7048659" y="4411615"/>
            <a:ext cx="7" cy="31957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48CEA269-B940-E223-FE46-EAC6EA7D255F}"/>
              </a:ext>
            </a:extLst>
          </p:cNvPr>
          <p:cNvCxnSpPr>
            <a:cxnSpLocks/>
            <a:stCxn id="40" idx="2"/>
            <a:endCxn id="41" idx="0"/>
          </p:cNvCxnSpPr>
          <p:nvPr/>
        </p:nvCxnSpPr>
        <p:spPr>
          <a:xfrm flipH="1">
            <a:off x="9737002" y="4411615"/>
            <a:ext cx="11" cy="31957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6786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D8462-D844-D168-1794-67CBE7D1CCFC}"/>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5210F9E6-96EA-7068-0C27-2ADEEE263758}"/>
              </a:ext>
            </a:extLst>
          </p:cNvPr>
          <p:cNvSpPr>
            <a:spLocks noGrp="1"/>
          </p:cNvSpPr>
          <p:nvPr>
            <p:ph type="body" sz="quarter" idx="10"/>
          </p:nvPr>
        </p:nvSpPr>
        <p:spPr>
          <a:xfrm>
            <a:off x="631297" y="514654"/>
            <a:ext cx="10955866" cy="200893"/>
          </a:xfrm>
        </p:spPr>
        <p:txBody>
          <a:bodyPr vert="horz" lIns="0" tIns="0" rIns="0" bIns="0" rtlCol="0" anchor="ctr">
            <a:noAutofit/>
          </a:bodyPr>
          <a:lstStyle/>
          <a:p>
            <a:r>
              <a:rPr lang="en-US" sz="1800" dirty="0"/>
              <a:t>UN </a:t>
            </a:r>
            <a:r>
              <a:rPr lang="en-US" sz="1800" dirty="0" err="1"/>
              <a:t>paquet</a:t>
            </a:r>
            <a:r>
              <a:rPr lang="en-US" sz="1800" dirty="0"/>
              <a:t> </a:t>
            </a:r>
            <a:r>
              <a:rPr lang="en-US" sz="1800" dirty="0" err="1"/>
              <a:t>réglementaire</a:t>
            </a:r>
            <a:r>
              <a:rPr lang="en-US" sz="1800" dirty="0"/>
              <a:t>, DEUX INSTRUMENTS JURIDIQUES, DEUX MODES DE MISE EN ŒUVRE… </a:t>
            </a:r>
            <a:r>
              <a:rPr lang="en-US" sz="1800" u="sng" dirty="0"/>
              <a:t>quelle difference entre la dsp3 et le PSR ?</a:t>
            </a:r>
            <a:endParaRPr lang="fr-FR" sz="1800" u="sng" noProof="0" dirty="0">
              <a:latin typeface="+mn-lt"/>
            </a:endParaRPr>
          </a:p>
        </p:txBody>
      </p:sp>
      <p:sp>
        <p:nvSpPr>
          <p:cNvPr id="3" name="Rectangle 2">
            <a:extLst>
              <a:ext uri="{FF2B5EF4-FFF2-40B4-BE49-F238E27FC236}">
                <a16:creationId xmlns:a16="http://schemas.microsoft.com/office/drawing/2014/main" id="{2AF31993-B258-DA4A-1773-36094916CCC8}"/>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b="1" dirty="0">
                <a:solidFill>
                  <a:schemeClr val="tx1">
                    <a:lumMod val="50000"/>
                  </a:schemeClr>
                </a:solidFill>
              </a:rPr>
              <a:t>La DSP3 est une directive </a:t>
            </a:r>
            <a:r>
              <a:rPr lang="fr-FR" sz="1200" dirty="0">
                <a:solidFill>
                  <a:schemeClr val="tx1">
                    <a:lumMod val="50000"/>
                  </a:schemeClr>
                </a:solidFill>
              </a:rPr>
              <a:t>qui encadre notamment l'accès à l'activité et la supervision des prestataires de services de paiement </a:t>
            </a:r>
            <a:r>
              <a:rPr lang="fr-FR" sz="1200" b="1" dirty="0">
                <a:solidFill>
                  <a:schemeClr val="tx1">
                    <a:lumMod val="50000"/>
                  </a:schemeClr>
                </a:solidFill>
              </a:rPr>
              <a:t>et doit être transposée dans le droit national. Le PSR est un règlement qui établit directement des règles harmonisées </a:t>
            </a:r>
            <a:r>
              <a:rPr lang="fr-FR" sz="1200" dirty="0">
                <a:solidFill>
                  <a:schemeClr val="tx1">
                    <a:lumMod val="50000"/>
                  </a:schemeClr>
                </a:solidFill>
              </a:rPr>
              <a:t>applicables aux services de paiement.</a:t>
            </a:r>
            <a:r>
              <a:rPr lang="fr-FR" sz="1200" b="1" dirty="0">
                <a:solidFill>
                  <a:schemeClr val="tx1">
                    <a:lumMod val="50000"/>
                  </a:schemeClr>
                </a:solidFill>
              </a:rPr>
              <a:t> Les deux textes sont complémentaires.</a:t>
            </a:r>
          </a:p>
        </p:txBody>
      </p:sp>
      <p:sp>
        <p:nvSpPr>
          <p:cNvPr id="291" name="Rectangle 290">
            <a:extLst>
              <a:ext uri="{FF2B5EF4-FFF2-40B4-BE49-F238E27FC236}">
                <a16:creationId xmlns:a16="http://schemas.microsoft.com/office/drawing/2014/main" id="{F1CB5B44-769C-9A9F-AF14-4825459040BA}"/>
              </a:ext>
            </a:extLst>
          </p:cNvPr>
          <p:cNvSpPr/>
          <p:nvPr/>
        </p:nvSpPr>
        <p:spPr>
          <a:xfrm>
            <a:off x="6832948" y="2048248"/>
            <a:ext cx="4754215" cy="4528158"/>
          </a:xfrm>
          <a:prstGeom prst="rect">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2" name="ZoneTexte 291">
            <a:extLst>
              <a:ext uri="{FF2B5EF4-FFF2-40B4-BE49-F238E27FC236}">
                <a16:creationId xmlns:a16="http://schemas.microsoft.com/office/drawing/2014/main" id="{14F3C49F-CC2F-C827-27EC-5C5B1C90FDE2}"/>
              </a:ext>
            </a:extLst>
          </p:cNvPr>
          <p:cNvSpPr txBox="1"/>
          <p:nvPr/>
        </p:nvSpPr>
        <p:spPr>
          <a:xfrm>
            <a:off x="6801419" y="1931493"/>
            <a:ext cx="4870244" cy="261610"/>
          </a:xfrm>
          <a:prstGeom prst="rect">
            <a:avLst/>
          </a:prstGeom>
          <a:noFill/>
        </p:spPr>
        <p:txBody>
          <a:bodyPr wrap="none" rtlCol="0">
            <a:spAutoFit/>
          </a:bodyPr>
          <a:lstStyle/>
          <a:p>
            <a:r>
              <a:rPr lang="fr-FR" sz="1100" b="1" dirty="0">
                <a:solidFill>
                  <a:schemeClr val="accent5"/>
                </a:solidFill>
                <a:highlight>
                  <a:srgbClr val="FFFFFF"/>
                </a:highlight>
                <a:latin typeface="+mj-lt"/>
              </a:rPr>
              <a:t>PARCOURS D’ADOPTION D’UN ACTE LÉGISLATIF EUROPÉEN</a:t>
            </a:r>
          </a:p>
        </p:txBody>
      </p:sp>
      <p:grpSp>
        <p:nvGrpSpPr>
          <p:cNvPr id="296" name="Groupe 295">
            <a:extLst>
              <a:ext uri="{FF2B5EF4-FFF2-40B4-BE49-F238E27FC236}">
                <a16:creationId xmlns:a16="http://schemas.microsoft.com/office/drawing/2014/main" id="{EDEBAB43-0893-6233-8B55-87E029E5CA02}"/>
              </a:ext>
            </a:extLst>
          </p:cNvPr>
          <p:cNvGrpSpPr/>
          <p:nvPr/>
        </p:nvGrpSpPr>
        <p:grpSpPr>
          <a:xfrm>
            <a:off x="6912704" y="2167003"/>
            <a:ext cx="4588416" cy="4334627"/>
            <a:chOff x="6912704" y="2167003"/>
            <a:chExt cx="4588416" cy="4334627"/>
          </a:xfrm>
        </p:grpSpPr>
        <p:grpSp>
          <p:nvGrpSpPr>
            <p:cNvPr id="294" name="Groupe 293">
              <a:extLst>
                <a:ext uri="{FF2B5EF4-FFF2-40B4-BE49-F238E27FC236}">
                  <a16:creationId xmlns:a16="http://schemas.microsoft.com/office/drawing/2014/main" id="{40F133F9-CE77-2424-F574-79DFCC82DD08}"/>
                </a:ext>
              </a:extLst>
            </p:cNvPr>
            <p:cNvGrpSpPr/>
            <p:nvPr/>
          </p:nvGrpSpPr>
          <p:grpSpPr>
            <a:xfrm>
              <a:off x="6912704" y="2167003"/>
              <a:ext cx="4588416" cy="4334627"/>
              <a:chOff x="6912704" y="2167003"/>
              <a:chExt cx="4588416" cy="4334627"/>
            </a:xfrm>
          </p:grpSpPr>
          <p:grpSp>
            <p:nvGrpSpPr>
              <p:cNvPr id="289" name="Groupe 288">
                <a:extLst>
                  <a:ext uri="{FF2B5EF4-FFF2-40B4-BE49-F238E27FC236}">
                    <a16:creationId xmlns:a16="http://schemas.microsoft.com/office/drawing/2014/main" id="{66C97DAB-081F-F6A0-FF98-DA1FC56D95A7}"/>
                  </a:ext>
                </a:extLst>
              </p:cNvPr>
              <p:cNvGrpSpPr/>
              <p:nvPr/>
            </p:nvGrpSpPr>
            <p:grpSpPr>
              <a:xfrm>
                <a:off x="6912704" y="2167003"/>
                <a:ext cx="4588416" cy="4334627"/>
                <a:chOff x="7000386" y="2060532"/>
                <a:chExt cx="4588416" cy="4334627"/>
              </a:xfrm>
            </p:grpSpPr>
            <p:sp>
              <p:nvSpPr>
                <p:cNvPr id="6" name="Rectangle : coins arrondis 5">
                  <a:extLst>
                    <a:ext uri="{FF2B5EF4-FFF2-40B4-BE49-F238E27FC236}">
                      <a16:creationId xmlns:a16="http://schemas.microsoft.com/office/drawing/2014/main" id="{38FD4D94-973B-B84E-B2E2-2464F9CE15E3}"/>
                    </a:ext>
                  </a:extLst>
                </p:cNvPr>
                <p:cNvSpPr/>
                <p:nvPr/>
              </p:nvSpPr>
              <p:spPr>
                <a:xfrm>
                  <a:off x="7214992" y="2167004"/>
                  <a:ext cx="3024000" cy="544882"/>
                </a:xfrm>
                <a:prstGeom prst="roundRect">
                  <a:avLst/>
                </a:prstGeom>
                <a:solidFill>
                  <a:schemeClr val="accent5"/>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000" b="1" u="sng" dirty="0"/>
                    <a:t>La commission européenne propose un acte </a:t>
                  </a:r>
                  <a:r>
                    <a:rPr lang="fr-FR" sz="1000" b="1" dirty="0"/>
                    <a:t>législatif au Parlement Européen et au Conseil de l’UE</a:t>
                  </a:r>
                </a:p>
              </p:txBody>
            </p:sp>
            <p:sp>
              <p:nvSpPr>
                <p:cNvPr id="7" name="Ellipse 6">
                  <a:extLst>
                    <a:ext uri="{FF2B5EF4-FFF2-40B4-BE49-F238E27FC236}">
                      <a16:creationId xmlns:a16="http://schemas.microsoft.com/office/drawing/2014/main" id="{E0C856A9-8F40-3C36-7718-14B57DF3F7D4}"/>
                    </a:ext>
                  </a:extLst>
                </p:cNvPr>
                <p:cNvSpPr/>
                <p:nvPr/>
              </p:nvSpPr>
              <p:spPr>
                <a:xfrm>
                  <a:off x="7108521" y="2060532"/>
                  <a:ext cx="212943" cy="21294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solidFill>
                    </a:rPr>
                    <a:t>1</a:t>
                  </a:r>
                </a:p>
              </p:txBody>
            </p:sp>
            <p:sp>
              <p:nvSpPr>
                <p:cNvPr id="10" name="Rectangle : coins arrondis 9">
                  <a:extLst>
                    <a:ext uri="{FF2B5EF4-FFF2-40B4-BE49-F238E27FC236}">
                      <a16:creationId xmlns:a16="http://schemas.microsoft.com/office/drawing/2014/main" id="{C3547427-43ED-9D67-A93D-2C5534784CE8}"/>
                    </a:ext>
                  </a:extLst>
                </p:cNvPr>
                <p:cNvSpPr/>
                <p:nvPr/>
              </p:nvSpPr>
              <p:spPr>
                <a:xfrm>
                  <a:off x="8564802" y="2901885"/>
                  <a:ext cx="3024000" cy="544882"/>
                </a:xfrm>
                <a:prstGeom prst="roundRect">
                  <a:avLst/>
                </a:prstGeom>
                <a:solidFill>
                  <a:schemeClr val="accent5"/>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000" b="1" u="sng" dirty="0"/>
                    <a:t>Le Parlement Européen exprime son avis </a:t>
                  </a:r>
                  <a:r>
                    <a:rPr lang="fr-FR" sz="1000" b="1" dirty="0"/>
                    <a:t>sur l’acte par l’adoption d’une « position »</a:t>
                  </a:r>
                </a:p>
              </p:txBody>
            </p:sp>
            <p:sp>
              <p:nvSpPr>
                <p:cNvPr id="11" name="Ellipse 10">
                  <a:extLst>
                    <a:ext uri="{FF2B5EF4-FFF2-40B4-BE49-F238E27FC236}">
                      <a16:creationId xmlns:a16="http://schemas.microsoft.com/office/drawing/2014/main" id="{457AAD36-82B6-6338-5461-93E78320594D}"/>
                    </a:ext>
                  </a:extLst>
                </p:cNvPr>
                <p:cNvSpPr/>
                <p:nvPr/>
              </p:nvSpPr>
              <p:spPr>
                <a:xfrm>
                  <a:off x="8458331" y="2795413"/>
                  <a:ext cx="212943" cy="21294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solidFill>
                    </a:rPr>
                    <a:t>2</a:t>
                  </a:r>
                </a:p>
              </p:txBody>
            </p:sp>
            <p:sp>
              <p:nvSpPr>
                <p:cNvPr id="17" name="Rectangle : coins arrondis 16">
                  <a:extLst>
                    <a:ext uri="{FF2B5EF4-FFF2-40B4-BE49-F238E27FC236}">
                      <a16:creationId xmlns:a16="http://schemas.microsoft.com/office/drawing/2014/main" id="{E4270DB4-016F-88C8-E4C7-B3F394697831}"/>
                    </a:ext>
                  </a:extLst>
                </p:cNvPr>
                <p:cNvSpPr/>
                <p:nvPr/>
              </p:nvSpPr>
              <p:spPr>
                <a:xfrm>
                  <a:off x="7268227" y="3636765"/>
                  <a:ext cx="3024000" cy="543600"/>
                </a:xfrm>
                <a:prstGeom prst="roundRect">
                  <a:avLst/>
                </a:prstGeom>
                <a:solidFill>
                  <a:schemeClr val="accent5"/>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000" b="1" u="sng" dirty="0"/>
                    <a:t>Le Conseil se prononce sur l’acte </a:t>
                  </a:r>
                  <a:r>
                    <a:rPr lang="fr-FR" sz="1000" b="1" dirty="0"/>
                    <a:t>par le biais d’une « orientation générale »</a:t>
                  </a:r>
                </a:p>
              </p:txBody>
            </p:sp>
            <p:sp>
              <p:nvSpPr>
                <p:cNvPr id="18" name="Ellipse 17">
                  <a:extLst>
                    <a:ext uri="{FF2B5EF4-FFF2-40B4-BE49-F238E27FC236}">
                      <a16:creationId xmlns:a16="http://schemas.microsoft.com/office/drawing/2014/main" id="{C60785E3-1AF8-81AD-8E7C-56E838B8E027}"/>
                    </a:ext>
                  </a:extLst>
                </p:cNvPr>
                <p:cNvSpPr/>
                <p:nvPr/>
              </p:nvSpPr>
              <p:spPr>
                <a:xfrm>
                  <a:off x="7161756" y="3530294"/>
                  <a:ext cx="212943" cy="21294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solidFill>
                    </a:rPr>
                    <a:t>3</a:t>
                  </a:r>
                </a:p>
              </p:txBody>
            </p:sp>
            <p:sp>
              <p:nvSpPr>
                <p:cNvPr id="20" name="Rectangle : coins arrondis 19">
                  <a:extLst>
                    <a:ext uri="{FF2B5EF4-FFF2-40B4-BE49-F238E27FC236}">
                      <a16:creationId xmlns:a16="http://schemas.microsoft.com/office/drawing/2014/main" id="{4760C1AC-2EFB-7EFA-7E6D-3AA59AF5974F}"/>
                    </a:ext>
                  </a:extLst>
                </p:cNvPr>
                <p:cNvSpPr/>
                <p:nvPr/>
              </p:nvSpPr>
              <p:spPr>
                <a:xfrm>
                  <a:off x="8564803" y="4370364"/>
                  <a:ext cx="3022360" cy="543600"/>
                </a:xfrm>
                <a:prstGeom prst="roundRect">
                  <a:avLst/>
                </a:prstGeom>
                <a:solidFill>
                  <a:schemeClr val="accent5"/>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000" b="1" dirty="0"/>
                    <a:t>Trilogues : négociations interinstitutionnelles entre la Commission, le Conseil et le Parlement européen afin de parvenir à un </a:t>
                  </a:r>
                  <a:r>
                    <a:rPr lang="fr-FR" sz="1000" b="1" u="sng" dirty="0"/>
                    <a:t>accord commun</a:t>
                  </a:r>
                </a:p>
              </p:txBody>
            </p:sp>
            <p:sp>
              <p:nvSpPr>
                <p:cNvPr id="21" name="Ellipse 20">
                  <a:extLst>
                    <a:ext uri="{FF2B5EF4-FFF2-40B4-BE49-F238E27FC236}">
                      <a16:creationId xmlns:a16="http://schemas.microsoft.com/office/drawing/2014/main" id="{2D3965EF-18C6-9E74-8D14-CC1D2AE17671}"/>
                    </a:ext>
                  </a:extLst>
                </p:cNvPr>
                <p:cNvSpPr/>
                <p:nvPr/>
              </p:nvSpPr>
              <p:spPr>
                <a:xfrm>
                  <a:off x="8458331" y="4263892"/>
                  <a:ext cx="212943" cy="21294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solidFill>
                    </a:rPr>
                    <a:t>4</a:t>
                  </a:r>
                </a:p>
              </p:txBody>
            </p:sp>
            <p:cxnSp>
              <p:nvCxnSpPr>
                <p:cNvPr id="23" name="Connecteur : en angle 22">
                  <a:extLst>
                    <a:ext uri="{FF2B5EF4-FFF2-40B4-BE49-F238E27FC236}">
                      <a16:creationId xmlns:a16="http://schemas.microsoft.com/office/drawing/2014/main" id="{0A55F2D2-0621-8C39-5584-3886545D797F}"/>
                    </a:ext>
                  </a:extLst>
                </p:cNvPr>
                <p:cNvCxnSpPr>
                  <a:cxnSpLocks/>
                  <a:stCxn id="6" idx="3"/>
                  <a:endCxn id="10" idx="0"/>
                </p:cNvCxnSpPr>
                <p:nvPr/>
              </p:nvCxnSpPr>
              <p:spPr>
                <a:xfrm flipH="1">
                  <a:off x="10076802" y="2439445"/>
                  <a:ext cx="162190" cy="462440"/>
                </a:xfrm>
                <a:prstGeom prst="bentConnector4">
                  <a:avLst>
                    <a:gd name="adj1" fmla="val -140946"/>
                    <a:gd name="adj2" fmla="val 79457"/>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 en angle 23">
                  <a:extLst>
                    <a:ext uri="{FF2B5EF4-FFF2-40B4-BE49-F238E27FC236}">
                      <a16:creationId xmlns:a16="http://schemas.microsoft.com/office/drawing/2014/main" id="{CCF33E3B-FABA-B7B9-CEC9-C44CF4BDA32C}"/>
                    </a:ext>
                  </a:extLst>
                </p:cNvPr>
                <p:cNvCxnSpPr>
                  <a:cxnSpLocks/>
                  <a:stCxn id="10" idx="1"/>
                  <a:endCxn id="17" idx="0"/>
                </p:cNvCxnSpPr>
                <p:nvPr/>
              </p:nvCxnSpPr>
              <p:spPr>
                <a:xfrm rot="10800000" flipH="1" flipV="1">
                  <a:off x="8564801" y="3174325"/>
                  <a:ext cx="215425" cy="462439"/>
                </a:xfrm>
                <a:prstGeom prst="bentConnector4">
                  <a:avLst>
                    <a:gd name="adj1" fmla="val -106116"/>
                    <a:gd name="adj2" fmla="val 79457"/>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 en angle 26">
                  <a:extLst>
                    <a:ext uri="{FF2B5EF4-FFF2-40B4-BE49-F238E27FC236}">
                      <a16:creationId xmlns:a16="http://schemas.microsoft.com/office/drawing/2014/main" id="{B102A02C-EDB9-5FFE-0886-B4C1D4BC4B84}"/>
                    </a:ext>
                  </a:extLst>
                </p:cNvPr>
                <p:cNvCxnSpPr>
                  <a:cxnSpLocks/>
                  <a:stCxn id="17" idx="3"/>
                  <a:endCxn id="20" idx="0"/>
                </p:cNvCxnSpPr>
                <p:nvPr/>
              </p:nvCxnSpPr>
              <p:spPr>
                <a:xfrm flipH="1">
                  <a:off x="10075983" y="3908565"/>
                  <a:ext cx="216244" cy="461799"/>
                </a:xfrm>
                <a:prstGeom prst="bentConnector4">
                  <a:avLst>
                    <a:gd name="adj1" fmla="val -105714"/>
                    <a:gd name="adj2" fmla="val 79428"/>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 en angle 40">
                  <a:extLst>
                    <a:ext uri="{FF2B5EF4-FFF2-40B4-BE49-F238E27FC236}">
                      <a16:creationId xmlns:a16="http://schemas.microsoft.com/office/drawing/2014/main" id="{F3B432D4-A276-7463-BAC1-562A054CC127}"/>
                    </a:ext>
                  </a:extLst>
                </p:cNvPr>
                <p:cNvCxnSpPr>
                  <a:cxnSpLocks/>
                  <a:stCxn id="20" idx="1"/>
                  <a:endCxn id="39" idx="0"/>
                </p:cNvCxnSpPr>
                <p:nvPr/>
              </p:nvCxnSpPr>
              <p:spPr>
                <a:xfrm rot="10800000" flipH="1" flipV="1">
                  <a:off x="8564802" y="4642163"/>
                  <a:ext cx="53233" cy="461799"/>
                </a:xfrm>
                <a:prstGeom prst="bentConnector4">
                  <a:avLst>
                    <a:gd name="adj1" fmla="val -429433"/>
                    <a:gd name="adj2" fmla="val 79428"/>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 coins arrondis 38">
                  <a:extLst>
                    <a:ext uri="{FF2B5EF4-FFF2-40B4-BE49-F238E27FC236}">
                      <a16:creationId xmlns:a16="http://schemas.microsoft.com/office/drawing/2014/main" id="{E4286C94-0F50-FAC4-AC30-41AEE0E86B97}"/>
                    </a:ext>
                  </a:extLst>
                </p:cNvPr>
                <p:cNvSpPr/>
                <p:nvPr/>
              </p:nvSpPr>
              <p:spPr>
                <a:xfrm>
                  <a:off x="7106856" y="5103963"/>
                  <a:ext cx="3022360" cy="543600"/>
                </a:xfrm>
                <a:prstGeom prst="roundRect">
                  <a:avLst/>
                </a:prstGeom>
                <a:solidFill>
                  <a:schemeClr val="accent5"/>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fr-FR" sz="1000" b="1" u="sng" dirty="0"/>
                    <a:t>Adoption et publication de l’acte final au Journal officiel </a:t>
                  </a:r>
                  <a:r>
                    <a:rPr lang="fr-FR" sz="1000" b="1" dirty="0"/>
                    <a:t>de l’UE (JOUE) permettant son entrée en vigueur</a:t>
                  </a:r>
                </a:p>
              </p:txBody>
            </p:sp>
            <p:sp>
              <p:nvSpPr>
                <p:cNvPr id="40" name="Ellipse 39">
                  <a:extLst>
                    <a:ext uri="{FF2B5EF4-FFF2-40B4-BE49-F238E27FC236}">
                      <a16:creationId xmlns:a16="http://schemas.microsoft.com/office/drawing/2014/main" id="{445A3FE1-9ECF-FB3B-9667-048E6BE65CFB}"/>
                    </a:ext>
                  </a:extLst>
                </p:cNvPr>
                <p:cNvSpPr/>
                <p:nvPr/>
              </p:nvSpPr>
              <p:spPr>
                <a:xfrm>
                  <a:off x="7000386" y="4997491"/>
                  <a:ext cx="212943" cy="212943"/>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accent5"/>
                      </a:solidFill>
                    </a:rPr>
                    <a:t>5</a:t>
                  </a:r>
                </a:p>
              </p:txBody>
            </p:sp>
            <p:sp>
              <p:nvSpPr>
                <p:cNvPr id="48" name="Hexagon 92">
                  <a:extLst>
                    <a:ext uri="{FF2B5EF4-FFF2-40B4-BE49-F238E27FC236}">
                      <a16:creationId xmlns:a16="http://schemas.microsoft.com/office/drawing/2014/main" id="{CB413FFF-0C08-107F-645C-2E23DFE65456}"/>
                    </a:ext>
                  </a:extLst>
                </p:cNvPr>
                <p:cNvSpPr/>
                <p:nvPr/>
              </p:nvSpPr>
              <p:spPr>
                <a:xfrm>
                  <a:off x="10696703" y="5103962"/>
                  <a:ext cx="890460" cy="543599"/>
                </a:xfrm>
                <a:prstGeom prst="hexagon">
                  <a:avLst>
                    <a:gd name="adj" fmla="val 13063"/>
                    <a:gd name="vf" fmla="val 115470"/>
                  </a:avLst>
                </a:prstGeom>
                <a:solidFill>
                  <a:srgbClr val="94F09B"/>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0" tIns="36000" rIns="0" bIns="36000" rtlCol="0" anchor="ctr"/>
                <a:lstStyle/>
                <a:p>
                  <a:pPr algn="ctr"/>
                  <a:r>
                    <a:rPr lang="fr-FR" sz="800" b="1" dirty="0">
                      <a:solidFill>
                        <a:schemeClr val="tx1">
                          <a:lumMod val="50000"/>
                        </a:schemeClr>
                      </a:solidFill>
                    </a:rPr>
                    <a:t>Entrée en vigueur </a:t>
                  </a:r>
                  <a:r>
                    <a:rPr lang="fr-FR" sz="800" i="1" dirty="0">
                      <a:solidFill>
                        <a:schemeClr val="tx1">
                          <a:lumMod val="50000"/>
                        </a:schemeClr>
                      </a:solidFill>
                    </a:rPr>
                    <a:t>(EEV)</a:t>
                  </a:r>
                </a:p>
              </p:txBody>
            </p:sp>
            <p:cxnSp>
              <p:nvCxnSpPr>
                <p:cNvPr id="52" name="Connecteur droit avec flèche 51">
                  <a:extLst>
                    <a:ext uri="{FF2B5EF4-FFF2-40B4-BE49-F238E27FC236}">
                      <a16:creationId xmlns:a16="http://schemas.microsoft.com/office/drawing/2014/main" id="{1327C633-9631-EC70-3799-DFCFE85C2CFB}"/>
                    </a:ext>
                  </a:extLst>
                </p:cNvPr>
                <p:cNvCxnSpPr>
                  <a:cxnSpLocks/>
                  <a:stCxn id="39" idx="3"/>
                  <a:endCxn id="48" idx="3"/>
                </p:cNvCxnSpPr>
                <p:nvPr/>
              </p:nvCxnSpPr>
              <p:spPr>
                <a:xfrm flipV="1">
                  <a:off x="10129216" y="5375762"/>
                  <a:ext cx="567487" cy="1"/>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3" name="Rectangle: Rounded Corners 31">
                  <a:extLst>
                    <a:ext uri="{FF2B5EF4-FFF2-40B4-BE49-F238E27FC236}">
                      <a16:creationId xmlns:a16="http://schemas.microsoft.com/office/drawing/2014/main" id="{0B3CC657-D45C-5AC4-EB64-E8B120D125BB}"/>
                    </a:ext>
                  </a:extLst>
                </p:cNvPr>
                <p:cNvSpPr/>
                <p:nvPr/>
              </p:nvSpPr>
              <p:spPr>
                <a:xfrm>
                  <a:off x="7106856" y="5789125"/>
                  <a:ext cx="1923332" cy="606034"/>
                </a:xfrm>
                <a:prstGeom prst="roundRect">
                  <a:avLst>
                    <a:gd name="adj" fmla="val 3118"/>
                  </a:avLst>
                </a:prstGeom>
                <a:solidFill>
                  <a:srgbClr val="FFBFA7"/>
                </a:solidFill>
                <a:ln w="6350" cap="flat" cmpd="sng" algn="ctr">
                  <a:solidFill>
                    <a:srgbClr val="00002C"/>
                  </a:solidFill>
                  <a:prstDash val="solid"/>
                  <a:miter lim="800000"/>
                </a:ln>
                <a:effectLst/>
              </p:spPr>
              <p:txBody>
                <a:bodyPr lIns="72000" rIns="72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1" i="0" u="none" strike="noStrike" kern="0" cap="none" spc="0" normalizeH="0" baseline="0" noProof="0" dirty="0">
                      <a:ln>
                        <a:noFill/>
                      </a:ln>
                      <a:solidFill>
                        <a:srgbClr val="00002C"/>
                      </a:solidFill>
                      <a:effectLst/>
                      <a:uLnTx/>
                      <a:uFillTx/>
                      <a:latin typeface="+mj-lt"/>
                      <a:ea typeface="+mn-ea"/>
                      <a:cs typeface="+mn-cs"/>
                    </a:rPr>
                    <a:t>Règlement (PSR)</a:t>
                  </a:r>
                  <a:br>
                    <a:rPr kumimoji="0" lang="fr-FR" sz="1000" b="0" i="0" u="none" strike="noStrike" kern="0" cap="none" spc="0" normalizeH="0" baseline="0" noProof="0" dirty="0">
                      <a:ln>
                        <a:noFill/>
                      </a:ln>
                      <a:solidFill>
                        <a:srgbClr val="00002C"/>
                      </a:solidFill>
                      <a:effectLst/>
                      <a:uLnTx/>
                      <a:uFillTx/>
                      <a:ea typeface="+mn-ea"/>
                      <a:cs typeface="+mn-cs"/>
                    </a:rPr>
                  </a:br>
                  <a:r>
                    <a:rPr kumimoji="0" lang="fr-FR" sz="800" b="0" i="0" u="none" strike="noStrike" kern="0" cap="none" spc="0" normalizeH="0" baseline="0" noProof="0" dirty="0">
                      <a:ln>
                        <a:noFill/>
                      </a:ln>
                      <a:solidFill>
                        <a:srgbClr val="00002C"/>
                      </a:solidFill>
                      <a:effectLst/>
                      <a:uLnTx/>
                      <a:uFillTx/>
                      <a:ea typeface="+mn-ea"/>
                      <a:cs typeface="+mn-cs"/>
                    </a:rPr>
                    <a:t>Application directe dans les États membres</a:t>
                  </a:r>
                  <a:endParaRPr kumimoji="0" lang="fr-FR" sz="1000" b="0" i="0" u="none" strike="noStrike" kern="0" cap="none" spc="0" normalizeH="0" baseline="0" noProof="0" dirty="0">
                    <a:ln>
                      <a:noFill/>
                    </a:ln>
                    <a:solidFill>
                      <a:srgbClr val="00002C"/>
                    </a:solidFill>
                    <a:effectLst/>
                    <a:uLnTx/>
                    <a:uFillTx/>
                    <a:ea typeface="+mn-ea"/>
                    <a:cs typeface="+mn-cs"/>
                  </a:endParaRPr>
                </a:p>
              </p:txBody>
            </p:sp>
            <p:sp>
              <p:nvSpPr>
                <p:cNvPr id="275" name="Rectangle: Rounded Corners 33">
                  <a:extLst>
                    <a:ext uri="{FF2B5EF4-FFF2-40B4-BE49-F238E27FC236}">
                      <a16:creationId xmlns:a16="http://schemas.microsoft.com/office/drawing/2014/main" id="{DFE39F68-72C2-7814-AEFC-1E77B5EB8030}"/>
                    </a:ext>
                  </a:extLst>
                </p:cNvPr>
                <p:cNvSpPr/>
                <p:nvPr/>
              </p:nvSpPr>
              <p:spPr>
                <a:xfrm>
                  <a:off x="9663830" y="5784815"/>
                  <a:ext cx="1923333" cy="606034"/>
                </a:xfrm>
                <a:prstGeom prst="roundRect">
                  <a:avLst>
                    <a:gd name="adj" fmla="val 3118"/>
                  </a:avLst>
                </a:prstGeom>
                <a:solidFill>
                  <a:srgbClr val="48D5FF">
                    <a:alpha val="75000"/>
                  </a:srgbClr>
                </a:solidFill>
                <a:ln w="6350" cap="flat" cmpd="sng" algn="ctr">
                  <a:solidFill>
                    <a:srgbClr val="00002C"/>
                  </a:solidFill>
                  <a:prstDash val="solid"/>
                  <a:miter lim="800000"/>
                </a:ln>
                <a:effectLst/>
              </p:spPr>
              <p:txBody>
                <a:bodyPr lIns="72000" rIns="72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a:ln>
                        <a:noFill/>
                      </a:ln>
                      <a:solidFill>
                        <a:srgbClr val="00002C"/>
                      </a:solidFill>
                      <a:effectLst/>
                      <a:uLnTx/>
                      <a:uFillTx/>
                      <a:latin typeface="+mj-lt"/>
                      <a:ea typeface="+mn-ea"/>
                      <a:cs typeface="+mn-cs"/>
                    </a:rPr>
                    <a:t>Directive (DSP3)</a:t>
                  </a:r>
                </a:p>
                <a:p>
                  <a:pPr lvl="0" algn="ctr"/>
                  <a:r>
                    <a:rPr kumimoji="0" lang="fr-FR" sz="800" b="0" i="0" u="none" strike="noStrike" kern="0" cap="none" spc="0" normalizeH="0" baseline="0" noProof="0" dirty="0">
                      <a:ln>
                        <a:noFill/>
                      </a:ln>
                      <a:solidFill>
                        <a:srgbClr val="00002C"/>
                      </a:solidFill>
                      <a:effectLst/>
                      <a:uLnTx/>
                      <a:uFillTx/>
                      <a:latin typeface="TASA Orbiter"/>
                      <a:ea typeface="+mn-ea"/>
                      <a:cs typeface="+mn-cs"/>
                    </a:rPr>
                    <a:t>Transposition par </a:t>
                  </a:r>
                  <a:r>
                    <a:rPr lang="fr-FR" sz="800" kern="0" dirty="0">
                      <a:solidFill>
                        <a:srgbClr val="00002C"/>
                      </a:solidFill>
                    </a:rPr>
                    <a:t>États membres selon les délais (mesures nationales, publication au JO, etc.)</a:t>
                  </a:r>
                  <a:r>
                    <a:rPr kumimoji="0" lang="fr-FR" sz="800" b="0" i="0" u="none" strike="noStrike" kern="0" cap="none" spc="0" normalizeH="0" baseline="0" noProof="0" dirty="0">
                      <a:ln>
                        <a:noFill/>
                      </a:ln>
                      <a:solidFill>
                        <a:srgbClr val="00002C"/>
                      </a:solidFill>
                      <a:effectLst/>
                      <a:uLnTx/>
                      <a:uFillTx/>
                      <a:latin typeface="TASA Orbiter"/>
                      <a:ea typeface="+mn-ea"/>
                      <a:cs typeface="+mn-cs"/>
                    </a:rPr>
                    <a:t> </a:t>
                  </a:r>
                </a:p>
              </p:txBody>
            </p:sp>
            <p:cxnSp>
              <p:nvCxnSpPr>
                <p:cNvPr id="276" name="Connecteur : en angle 275">
                  <a:extLst>
                    <a:ext uri="{FF2B5EF4-FFF2-40B4-BE49-F238E27FC236}">
                      <a16:creationId xmlns:a16="http://schemas.microsoft.com/office/drawing/2014/main" id="{C03AC22F-FAE3-1ABB-463B-1BBCE3D6DFA1}"/>
                    </a:ext>
                  </a:extLst>
                </p:cNvPr>
                <p:cNvCxnSpPr>
                  <a:cxnSpLocks/>
                </p:cNvCxnSpPr>
                <p:nvPr/>
              </p:nvCxnSpPr>
              <p:spPr>
                <a:xfrm rot="5400000">
                  <a:off x="9669881" y="4321775"/>
                  <a:ext cx="235509" cy="2699191"/>
                </a:xfrm>
                <a:prstGeom prst="bentConnector3">
                  <a:avLst>
                    <a:gd name="adj1" fmla="val 50000"/>
                  </a:avLst>
                </a:prstGeom>
                <a:ln>
                  <a:solidFill>
                    <a:srgbClr val="FFBFA7"/>
                  </a:solidFill>
                  <a:tailEnd type="triangle"/>
                </a:ln>
              </p:spPr>
              <p:style>
                <a:lnRef idx="1">
                  <a:schemeClr val="accent1"/>
                </a:lnRef>
                <a:fillRef idx="0">
                  <a:schemeClr val="accent1"/>
                </a:fillRef>
                <a:effectRef idx="0">
                  <a:schemeClr val="accent1"/>
                </a:effectRef>
                <a:fontRef idx="minor">
                  <a:schemeClr val="tx1"/>
                </a:fontRef>
              </p:style>
            </p:cxnSp>
            <p:cxnSp>
              <p:nvCxnSpPr>
                <p:cNvPr id="286" name="Connecteur : en angle 285">
                  <a:extLst>
                    <a:ext uri="{FF2B5EF4-FFF2-40B4-BE49-F238E27FC236}">
                      <a16:creationId xmlns:a16="http://schemas.microsoft.com/office/drawing/2014/main" id="{D0496389-F679-24B1-3882-D6BCA773CC74}"/>
                    </a:ext>
                  </a:extLst>
                </p:cNvPr>
                <p:cNvCxnSpPr>
                  <a:cxnSpLocks/>
                </p:cNvCxnSpPr>
                <p:nvPr/>
              </p:nvCxnSpPr>
              <p:spPr>
                <a:xfrm rot="5400000">
                  <a:off x="10573183" y="5223887"/>
                  <a:ext cx="231199" cy="890656"/>
                </a:xfrm>
                <a:prstGeom prst="bentConnector3">
                  <a:avLst>
                    <a:gd name="adj1" fmla="val 50000"/>
                  </a:avLst>
                </a:prstGeom>
                <a:ln>
                  <a:solidFill>
                    <a:srgbClr val="76E0FF"/>
                  </a:solidFill>
                  <a:tailEnd type="triangle"/>
                </a:ln>
              </p:spPr>
              <p:style>
                <a:lnRef idx="1">
                  <a:schemeClr val="accent1"/>
                </a:lnRef>
                <a:fillRef idx="0">
                  <a:schemeClr val="accent1"/>
                </a:fillRef>
                <a:effectRef idx="0">
                  <a:schemeClr val="accent1"/>
                </a:effectRef>
                <a:fontRef idx="minor">
                  <a:schemeClr val="tx1"/>
                </a:fontRef>
              </p:style>
            </p:cxnSp>
          </p:grpSp>
          <p:pic>
            <p:nvPicPr>
              <p:cNvPr id="293" name="Image 292" descr="Photo logo de l'union européenne drapeau de l'union européenne avec des lettres de l'ue au milieu">
                <a:extLst>
                  <a:ext uri="{FF2B5EF4-FFF2-40B4-BE49-F238E27FC236}">
                    <a16:creationId xmlns:a16="http://schemas.microsoft.com/office/drawing/2014/main" id="{049E6912-DEB9-31FF-157E-C29F10B29B6A}"/>
                  </a:ext>
                </a:extLst>
              </p:cNvPr>
              <p:cNvPicPr>
                <a:picLocks noChangeAspect="1"/>
              </p:cNvPicPr>
              <p:nvPr/>
            </p:nvPicPr>
            <p:blipFill>
              <a:blip r:embed="rId3"/>
              <a:stretch>
                <a:fillRect/>
              </a:stretch>
            </p:blipFill>
            <p:spPr>
              <a:xfrm>
                <a:off x="7019174" y="5895596"/>
                <a:ext cx="285956" cy="198237"/>
              </a:xfrm>
              <a:prstGeom prst="roundRect">
                <a:avLst>
                  <a:gd name="adj" fmla="val 11061"/>
                </a:avLst>
              </a:prstGeom>
            </p:spPr>
          </p:pic>
        </p:grpSp>
        <p:pic>
          <p:nvPicPr>
            <p:cNvPr id="295" name="Image 294" descr="français drapeau de France rond coins png">
              <a:extLst>
                <a:ext uri="{FF2B5EF4-FFF2-40B4-BE49-F238E27FC236}">
                  <a16:creationId xmlns:a16="http://schemas.microsoft.com/office/drawing/2014/main" id="{2E21F72C-C877-9562-BA75-C6E05B6E5C53}"/>
                </a:ext>
              </a:extLst>
            </p:cNvPr>
            <p:cNvPicPr>
              <a:picLocks noChangeAspect="1"/>
            </p:cNvPicPr>
            <p:nvPr/>
          </p:nvPicPr>
          <p:blipFill>
            <a:blip r:embed="rId4"/>
            <a:stretch>
              <a:fillRect/>
            </a:stretch>
          </p:blipFill>
          <p:spPr>
            <a:xfrm>
              <a:off x="9572972" y="5888110"/>
              <a:ext cx="297000" cy="198000"/>
            </a:xfrm>
            <a:prstGeom prst="rect">
              <a:avLst/>
            </a:prstGeom>
          </p:spPr>
        </p:pic>
      </p:grpSp>
      <p:graphicFrame>
        <p:nvGraphicFramePr>
          <p:cNvPr id="298" name="Tableau 297">
            <a:extLst>
              <a:ext uri="{FF2B5EF4-FFF2-40B4-BE49-F238E27FC236}">
                <a16:creationId xmlns:a16="http://schemas.microsoft.com/office/drawing/2014/main" id="{0C4F6F1C-7ADC-6C38-B962-FCF98108A740}"/>
              </a:ext>
            </a:extLst>
          </p:cNvPr>
          <p:cNvGraphicFramePr>
            <a:graphicFrameLocks noGrp="1"/>
          </p:cNvGraphicFramePr>
          <p:nvPr>
            <p:extLst>
              <p:ext uri="{D42A27DB-BD31-4B8C-83A1-F6EECF244321}">
                <p14:modId xmlns:p14="http://schemas.microsoft.com/office/powerpoint/2010/main" val="4244516496"/>
              </p:ext>
            </p:extLst>
          </p:nvPr>
        </p:nvGraphicFramePr>
        <p:xfrm>
          <a:off x="617195" y="2048249"/>
          <a:ext cx="6096543" cy="3865713"/>
        </p:xfrm>
        <a:graphic>
          <a:graphicData uri="http://schemas.openxmlformats.org/drawingml/2006/table">
            <a:tbl>
              <a:tblPr firstRow="1" bandRow="1">
                <a:tableStyleId>{5940675A-B579-460E-94D1-54222C63F5DA}</a:tableStyleId>
              </a:tblPr>
              <a:tblGrid>
                <a:gridCol w="1358485">
                  <a:extLst>
                    <a:ext uri="{9D8B030D-6E8A-4147-A177-3AD203B41FA5}">
                      <a16:colId xmlns:a16="http://schemas.microsoft.com/office/drawing/2014/main" val="1123917366"/>
                    </a:ext>
                  </a:extLst>
                </a:gridCol>
                <a:gridCol w="2369029">
                  <a:extLst>
                    <a:ext uri="{9D8B030D-6E8A-4147-A177-3AD203B41FA5}">
                      <a16:colId xmlns:a16="http://schemas.microsoft.com/office/drawing/2014/main" val="3184738081"/>
                    </a:ext>
                  </a:extLst>
                </a:gridCol>
                <a:gridCol w="2369029">
                  <a:extLst>
                    <a:ext uri="{9D8B030D-6E8A-4147-A177-3AD203B41FA5}">
                      <a16:colId xmlns:a16="http://schemas.microsoft.com/office/drawing/2014/main" val="2246484413"/>
                    </a:ext>
                  </a:extLst>
                </a:gridCol>
              </a:tblGrid>
              <a:tr h="354017">
                <a:tc>
                  <a:txBody>
                    <a:bodyPr/>
                    <a:lstStyle/>
                    <a:p>
                      <a:pPr marL="228600" marR="0" lvl="0" indent="-228600" algn="ctr" defTabSz="914400" rtl="0" eaLnBrk="1" fontAlgn="auto" latinLnBrk="0" hangingPunct="1">
                        <a:lnSpc>
                          <a:spcPct val="100000"/>
                        </a:lnSpc>
                        <a:spcBef>
                          <a:spcPts val="0"/>
                        </a:spcBef>
                        <a:spcAft>
                          <a:spcPts val="0"/>
                        </a:spcAft>
                        <a:buClrTx/>
                        <a:buSzTx/>
                        <a:buFontTx/>
                        <a:buAutoNum type="arabicPeriod"/>
                        <a:tabLst/>
                        <a:defRPr/>
                      </a:pPr>
                      <a:endParaRPr lang="en-US" sz="1200" i="1"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PSR</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BFA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DSP3</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6E0FF"/>
                    </a:solidFill>
                  </a:tcPr>
                </a:tc>
                <a:extLst>
                  <a:ext uri="{0D108BD9-81ED-4DB2-BD59-A6C34878D82A}">
                    <a16:rowId xmlns:a16="http://schemas.microsoft.com/office/drawing/2014/main" val="1381131708"/>
                  </a:ext>
                </a:extLst>
              </a:tr>
              <a:tr h="557884">
                <a:tc>
                  <a:txBody>
                    <a:bodyPr/>
                    <a:lstStyle/>
                    <a:p>
                      <a:pPr algn="r">
                        <a:buNone/>
                      </a:pPr>
                      <a:r>
                        <a:rPr lang="en-US" sz="1200" b="1" dirty="0">
                          <a:solidFill>
                            <a:schemeClr val="tx1">
                              <a:lumMod val="50000"/>
                            </a:schemeClr>
                          </a:solidFill>
                        </a:rPr>
                        <a:t>Nature</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dirty="0" err="1">
                          <a:solidFill>
                            <a:schemeClr val="tx1">
                              <a:lumMod val="50000"/>
                            </a:schemeClr>
                          </a:solidFill>
                        </a:rPr>
                        <a:t>Règlement</a:t>
                      </a:r>
                      <a:r>
                        <a:rPr lang="en-US" sz="1200" dirty="0">
                          <a:solidFill>
                            <a:schemeClr val="tx1">
                              <a:lumMod val="50000"/>
                            </a:schemeClr>
                          </a:solidFill>
                        </a:rPr>
                        <a:t> </a:t>
                      </a:r>
                      <a:r>
                        <a:rPr lang="en-US" sz="1200" dirty="0" err="1">
                          <a:solidFill>
                            <a:schemeClr val="tx1">
                              <a:lumMod val="50000"/>
                            </a:schemeClr>
                          </a:solidFill>
                        </a:rPr>
                        <a:t>européen</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a:solidFill>
                            <a:schemeClr val="tx1">
                              <a:lumMod val="50000"/>
                            </a:schemeClr>
                          </a:solidFill>
                        </a:rPr>
                        <a:t>Directive </a:t>
                      </a:r>
                      <a:r>
                        <a:rPr lang="en-US" sz="1200" dirty="0" err="1">
                          <a:solidFill>
                            <a:schemeClr val="tx1">
                              <a:lumMod val="50000"/>
                            </a:schemeClr>
                          </a:solidFill>
                        </a:rPr>
                        <a:t>européenne</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691089"/>
                  </a:ext>
                </a:extLst>
              </a:tr>
              <a:tr h="557884">
                <a:tc>
                  <a:txBody>
                    <a:bodyPr/>
                    <a:lstStyle/>
                    <a:p>
                      <a:pPr algn="r">
                        <a:buNone/>
                      </a:pPr>
                      <a:r>
                        <a:rPr lang="en-US" sz="1200" b="1" dirty="0" err="1">
                          <a:solidFill>
                            <a:schemeClr val="tx1">
                              <a:lumMod val="50000"/>
                            </a:schemeClr>
                          </a:solidFill>
                        </a:rPr>
                        <a:t>Effet</a:t>
                      </a:r>
                      <a:r>
                        <a:rPr lang="en-US" sz="1200" b="1" dirty="0">
                          <a:solidFill>
                            <a:schemeClr val="tx1">
                              <a:lumMod val="50000"/>
                            </a:schemeClr>
                          </a:solidFill>
                        </a:rPr>
                        <a:t> </a:t>
                      </a:r>
                      <a:r>
                        <a:rPr lang="en-US" sz="1200" b="1" dirty="0" err="1">
                          <a:solidFill>
                            <a:schemeClr val="tx1">
                              <a:lumMod val="50000"/>
                            </a:schemeClr>
                          </a:solidFill>
                        </a:rPr>
                        <a:t>juridique</a:t>
                      </a:r>
                      <a:endParaRPr lang="en-US" sz="1200" b="1"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b="1" dirty="0" err="1">
                          <a:solidFill>
                            <a:schemeClr val="tx1">
                              <a:lumMod val="50000"/>
                            </a:schemeClr>
                          </a:solidFill>
                        </a:rPr>
                        <a:t>S'applique</a:t>
                      </a:r>
                      <a:r>
                        <a:rPr lang="en-US" sz="1200" b="1" dirty="0">
                          <a:solidFill>
                            <a:schemeClr val="tx1">
                              <a:lumMod val="50000"/>
                            </a:schemeClr>
                          </a:solidFill>
                        </a:rPr>
                        <a:t> </a:t>
                      </a:r>
                      <a:r>
                        <a:rPr lang="en-US" sz="1200" b="1" dirty="0" err="1">
                          <a:solidFill>
                            <a:schemeClr val="tx1">
                              <a:lumMod val="50000"/>
                            </a:schemeClr>
                          </a:solidFill>
                        </a:rPr>
                        <a:t>directement</a:t>
                      </a:r>
                      <a:r>
                        <a:rPr lang="en-US" sz="1200" dirty="0">
                          <a:solidFill>
                            <a:schemeClr val="tx1">
                              <a:lumMod val="50000"/>
                            </a:schemeClr>
                          </a:solidFill>
                        </a:rPr>
                        <a:t> dans les États </a:t>
                      </a:r>
                      <a:r>
                        <a:rPr lang="en-US" sz="1200" dirty="0" err="1">
                          <a:solidFill>
                            <a:schemeClr val="tx1">
                              <a:lumMod val="50000"/>
                            </a:schemeClr>
                          </a:solidFill>
                        </a:rPr>
                        <a:t>membres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a:solidFill>
                            <a:schemeClr val="tx1">
                              <a:lumMod val="50000"/>
                            </a:schemeClr>
                          </a:solidFill>
                        </a:rPr>
                        <a:t>Doit </a:t>
                      </a:r>
                      <a:r>
                        <a:rPr lang="en-US" sz="1200" dirty="0" err="1">
                          <a:solidFill>
                            <a:schemeClr val="tx1">
                              <a:lumMod val="50000"/>
                            </a:schemeClr>
                          </a:solidFill>
                        </a:rPr>
                        <a:t>être</a:t>
                      </a:r>
                      <a:r>
                        <a:rPr lang="en-US" sz="1200" dirty="0">
                          <a:solidFill>
                            <a:schemeClr val="tx1">
                              <a:lumMod val="50000"/>
                            </a:schemeClr>
                          </a:solidFill>
                        </a:rPr>
                        <a:t> </a:t>
                      </a:r>
                      <a:r>
                        <a:rPr lang="en-US" sz="1200" b="1" dirty="0" err="1">
                          <a:solidFill>
                            <a:schemeClr val="tx1">
                              <a:lumMod val="50000"/>
                            </a:schemeClr>
                          </a:solidFill>
                        </a:rPr>
                        <a:t>transposée</a:t>
                      </a:r>
                      <a:r>
                        <a:rPr lang="en-US" sz="1200" dirty="0">
                          <a:solidFill>
                            <a:schemeClr val="tx1">
                              <a:lumMod val="50000"/>
                            </a:schemeClr>
                          </a:solidFill>
                        </a:rPr>
                        <a:t> dans le droit national</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2396291"/>
                  </a:ext>
                </a:extLst>
              </a:tr>
              <a:tr h="557884">
                <a:tc>
                  <a:txBody>
                    <a:bodyPr/>
                    <a:lstStyle/>
                    <a:p>
                      <a:pPr algn="r">
                        <a:buNone/>
                      </a:pPr>
                      <a:r>
                        <a:rPr lang="en-US" sz="1200" b="1" dirty="0">
                          <a:solidFill>
                            <a:schemeClr val="tx1">
                              <a:lumMod val="50000"/>
                            </a:schemeClr>
                          </a:solidFill>
                        </a:rPr>
                        <a:t>Droit national</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dirty="0">
                          <a:solidFill>
                            <a:schemeClr val="tx1">
                              <a:lumMod val="50000"/>
                            </a:schemeClr>
                          </a:solidFill>
                        </a:rPr>
                        <a:t>En </a:t>
                      </a:r>
                      <a:r>
                        <a:rPr lang="en-US" sz="1200" dirty="0" err="1">
                          <a:solidFill>
                            <a:schemeClr val="tx1">
                              <a:lumMod val="50000"/>
                            </a:schemeClr>
                          </a:solidFill>
                        </a:rPr>
                        <a:t>principe</a:t>
                      </a:r>
                      <a:r>
                        <a:rPr lang="en-US" sz="1200" dirty="0">
                          <a:solidFill>
                            <a:schemeClr val="tx1">
                              <a:lumMod val="50000"/>
                            </a:schemeClr>
                          </a:solidFill>
                        </a:rPr>
                        <a:t>, pas </a:t>
                      </a:r>
                      <a:r>
                        <a:rPr lang="en-US" sz="1200" dirty="0" err="1">
                          <a:solidFill>
                            <a:schemeClr val="tx1">
                              <a:lumMod val="50000"/>
                            </a:schemeClr>
                          </a:solidFill>
                        </a:rPr>
                        <a:t>besoin</a:t>
                      </a:r>
                      <a:r>
                        <a:rPr lang="en-US" sz="1200" dirty="0">
                          <a:solidFill>
                            <a:schemeClr val="tx1">
                              <a:lumMod val="50000"/>
                            </a:schemeClr>
                          </a:solidFill>
                        </a:rPr>
                        <a:t> de </a:t>
                      </a:r>
                      <a:r>
                        <a:rPr lang="en-US" sz="1200" dirty="0" err="1">
                          <a:solidFill>
                            <a:schemeClr val="tx1">
                              <a:lumMod val="50000"/>
                            </a:schemeClr>
                          </a:solidFill>
                        </a:rPr>
                        <a:t>loi</a:t>
                      </a:r>
                      <a:r>
                        <a:rPr lang="en-US" sz="1200" dirty="0">
                          <a:solidFill>
                            <a:schemeClr val="tx1">
                              <a:lumMod val="50000"/>
                            </a:schemeClr>
                          </a:solidFill>
                        </a:rPr>
                        <a:t> de transposition</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err="1">
                          <a:solidFill>
                            <a:schemeClr val="tx1">
                              <a:lumMod val="50000"/>
                            </a:schemeClr>
                          </a:solidFill>
                        </a:rPr>
                        <a:t>Chaque</a:t>
                      </a:r>
                      <a:r>
                        <a:rPr lang="en-US" sz="1200" dirty="0">
                          <a:solidFill>
                            <a:schemeClr val="tx1">
                              <a:lumMod val="50000"/>
                            </a:schemeClr>
                          </a:solidFill>
                        </a:rPr>
                        <a:t> État </a:t>
                      </a:r>
                      <a:r>
                        <a:rPr lang="en-US" sz="1200" dirty="0" err="1">
                          <a:solidFill>
                            <a:schemeClr val="tx1">
                              <a:lumMod val="50000"/>
                            </a:schemeClr>
                          </a:solidFill>
                        </a:rPr>
                        <a:t>adopte</a:t>
                      </a:r>
                      <a:r>
                        <a:rPr lang="en-US" sz="1200" dirty="0">
                          <a:solidFill>
                            <a:schemeClr val="tx1">
                              <a:lumMod val="50000"/>
                            </a:schemeClr>
                          </a:solidFill>
                        </a:rPr>
                        <a:t>/</a:t>
                      </a:r>
                      <a:r>
                        <a:rPr lang="en-US" sz="1200" dirty="0" err="1">
                          <a:solidFill>
                            <a:schemeClr val="tx1">
                              <a:lumMod val="50000"/>
                            </a:schemeClr>
                          </a:solidFill>
                        </a:rPr>
                        <a:t>modifie</a:t>
                      </a:r>
                      <a:r>
                        <a:rPr lang="en-US" sz="1200" dirty="0">
                          <a:solidFill>
                            <a:schemeClr val="tx1">
                              <a:lumMod val="50000"/>
                            </a:schemeClr>
                          </a:solidFill>
                        </a:rPr>
                        <a:t> </a:t>
                      </a:r>
                      <a:r>
                        <a:rPr lang="en-US" sz="1200" dirty="0" err="1">
                          <a:solidFill>
                            <a:schemeClr val="tx1">
                              <a:lumMod val="50000"/>
                            </a:schemeClr>
                          </a:solidFill>
                        </a:rPr>
                        <a:t>ses</a:t>
                      </a:r>
                      <a:r>
                        <a:rPr lang="en-US" sz="1200" dirty="0">
                          <a:solidFill>
                            <a:schemeClr val="tx1">
                              <a:lumMod val="50000"/>
                            </a:schemeClr>
                          </a:solidFill>
                        </a:rPr>
                        <a:t> </a:t>
                      </a:r>
                      <a:r>
                        <a:rPr lang="en-US" sz="1200" dirty="0" err="1">
                          <a:solidFill>
                            <a:schemeClr val="tx1">
                              <a:lumMod val="50000"/>
                            </a:schemeClr>
                          </a:solidFill>
                        </a:rPr>
                        <a:t>textes</a:t>
                      </a:r>
                      <a:r>
                        <a:rPr lang="en-US" sz="1200" dirty="0">
                          <a:solidFill>
                            <a:schemeClr val="tx1">
                              <a:lumMod val="50000"/>
                            </a:schemeClr>
                          </a:solidFill>
                        </a:rPr>
                        <a:t> </a:t>
                      </a:r>
                      <a:r>
                        <a:rPr lang="en-US" sz="1200" dirty="0" err="1">
                          <a:solidFill>
                            <a:schemeClr val="tx1">
                              <a:lumMod val="50000"/>
                            </a:schemeClr>
                          </a:solidFill>
                        </a:rPr>
                        <a:t>nationaux</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9944938"/>
                  </a:ext>
                </a:extLst>
              </a:tr>
              <a:tr h="557884">
                <a:tc>
                  <a:txBody>
                    <a:bodyPr/>
                    <a:lstStyle/>
                    <a:p>
                      <a:pPr algn="r">
                        <a:buNone/>
                      </a:pPr>
                      <a:r>
                        <a:rPr lang="en-US" sz="1200" b="1" dirty="0" err="1">
                          <a:solidFill>
                            <a:schemeClr val="tx1">
                              <a:lumMod val="50000"/>
                            </a:schemeClr>
                          </a:solidFill>
                        </a:rPr>
                        <a:t>Harmonisation</a:t>
                      </a:r>
                      <a:endParaRPr lang="en-US" sz="1200" b="1"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dirty="0">
                          <a:solidFill>
                            <a:schemeClr val="tx1">
                              <a:lumMod val="50000"/>
                            </a:schemeClr>
                          </a:solidFill>
                        </a:rPr>
                        <a:t>Vise </a:t>
                      </a:r>
                      <a:r>
                        <a:rPr lang="en-US" sz="1200" dirty="0" err="1">
                          <a:solidFill>
                            <a:schemeClr val="tx1">
                              <a:lumMod val="50000"/>
                            </a:schemeClr>
                          </a:solidFill>
                        </a:rPr>
                        <a:t>une</a:t>
                      </a:r>
                      <a:r>
                        <a:rPr lang="en-US" sz="1200" dirty="0">
                          <a:solidFill>
                            <a:schemeClr val="tx1">
                              <a:lumMod val="50000"/>
                            </a:schemeClr>
                          </a:solidFill>
                        </a:rPr>
                        <a:t> </a:t>
                      </a:r>
                      <a:r>
                        <a:rPr lang="en-US" sz="1200" dirty="0" err="1">
                          <a:solidFill>
                            <a:schemeClr val="tx1">
                              <a:lumMod val="50000"/>
                            </a:schemeClr>
                          </a:solidFill>
                        </a:rPr>
                        <a:t>harmonisation</a:t>
                      </a:r>
                      <a:r>
                        <a:rPr lang="en-US" sz="1200" dirty="0">
                          <a:solidFill>
                            <a:schemeClr val="tx1">
                              <a:lumMod val="50000"/>
                            </a:schemeClr>
                          </a:solidFill>
                        </a:rPr>
                        <a:t> beaucoup plus </a:t>
                      </a:r>
                      <a:r>
                        <a:rPr lang="en-US" sz="1200" dirty="0" err="1">
                          <a:solidFill>
                            <a:schemeClr val="tx1">
                              <a:lumMod val="50000"/>
                            </a:schemeClr>
                          </a:solidFill>
                        </a:rPr>
                        <a:t>uniforme</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err="1">
                          <a:solidFill>
                            <a:schemeClr val="tx1">
                              <a:lumMod val="50000"/>
                            </a:schemeClr>
                          </a:solidFill>
                        </a:rPr>
                        <a:t>Peut</a:t>
                      </a:r>
                      <a:r>
                        <a:rPr lang="en-US" sz="1200" dirty="0">
                          <a:solidFill>
                            <a:schemeClr val="tx1">
                              <a:lumMod val="50000"/>
                            </a:schemeClr>
                          </a:solidFill>
                        </a:rPr>
                        <a:t> </a:t>
                      </a:r>
                      <a:r>
                        <a:rPr lang="en-US" sz="1200" dirty="0" err="1">
                          <a:solidFill>
                            <a:schemeClr val="tx1">
                              <a:lumMod val="50000"/>
                            </a:schemeClr>
                          </a:solidFill>
                        </a:rPr>
                        <a:t>laisser</a:t>
                      </a:r>
                      <a:r>
                        <a:rPr lang="en-US" sz="1200" dirty="0">
                          <a:solidFill>
                            <a:schemeClr val="tx1">
                              <a:lumMod val="50000"/>
                            </a:schemeClr>
                          </a:solidFill>
                        </a:rPr>
                        <a:t> </a:t>
                      </a:r>
                      <a:r>
                        <a:rPr lang="en-US" sz="1200" dirty="0" err="1">
                          <a:solidFill>
                            <a:schemeClr val="tx1">
                              <a:lumMod val="50000"/>
                            </a:schemeClr>
                          </a:solidFill>
                        </a:rPr>
                        <a:t>une</a:t>
                      </a:r>
                      <a:r>
                        <a:rPr lang="en-US" sz="1200" dirty="0">
                          <a:solidFill>
                            <a:schemeClr val="tx1">
                              <a:lumMod val="50000"/>
                            </a:schemeClr>
                          </a:solidFill>
                        </a:rPr>
                        <a:t> </a:t>
                      </a:r>
                      <a:r>
                        <a:rPr lang="en-US" sz="1200" dirty="0" err="1">
                          <a:solidFill>
                            <a:schemeClr val="tx1">
                              <a:lumMod val="50000"/>
                            </a:schemeClr>
                          </a:solidFill>
                        </a:rPr>
                        <a:t>certaine</a:t>
                      </a:r>
                      <a:r>
                        <a:rPr lang="en-US" sz="1200" dirty="0">
                          <a:solidFill>
                            <a:schemeClr val="tx1">
                              <a:lumMod val="50000"/>
                            </a:schemeClr>
                          </a:solidFill>
                        </a:rPr>
                        <a:t> marge aux États</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2257829"/>
                  </a:ext>
                </a:extLst>
              </a:tr>
              <a:tr h="560116">
                <a:tc>
                  <a:txBody>
                    <a:bodyPr/>
                    <a:lstStyle/>
                    <a:p>
                      <a:pPr algn="r">
                        <a:buNone/>
                      </a:pPr>
                      <a:r>
                        <a:rPr lang="en-US" sz="1200" b="1" dirty="0">
                          <a:solidFill>
                            <a:schemeClr val="tx1">
                              <a:lumMod val="50000"/>
                            </a:schemeClr>
                          </a:solidFill>
                        </a:rPr>
                        <a:t>Entrée </a:t>
                      </a:r>
                      <a:r>
                        <a:rPr lang="en-US" sz="1200" b="1" dirty="0" err="1">
                          <a:solidFill>
                            <a:schemeClr val="tx1">
                              <a:lumMod val="50000"/>
                            </a:schemeClr>
                          </a:solidFill>
                        </a:rPr>
                        <a:t>en</a:t>
                      </a:r>
                      <a:r>
                        <a:rPr lang="en-US" sz="1200" b="1" dirty="0">
                          <a:solidFill>
                            <a:schemeClr val="tx1">
                              <a:lumMod val="50000"/>
                            </a:schemeClr>
                          </a:solidFill>
                        </a:rPr>
                        <a:t> application</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dirty="0">
                          <a:solidFill>
                            <a:schemeClr val="tx1">
                              <a:lumMod val="50000"/>
                            </a:schemeClr>
                          </a:solidFill>
                        </a:rPr>
                        <a:t>À la date </a:t>
                      </a:r>
                      <a:r>
                        <a:rPr lang="en-US" sz="1200" dirty="0" err="1">
                          <a:solidFill>
                            <a:schemeClr val="tx1">
                              <a:lumMod val="50000"/>
                            </a:schemeClr>
                          </a:solidFill>
                        </a:rPr>
                        <a:t>prévue</a:t>
                      </a:r>
                      <a:r>
                        <a:rPr lang="en-US" sz="1200" dirty="0">
                          <a:solidFill>
                            <a:schemeClr val="tx1">
                              <a:lumMod val="50000"/>
                            </a:schemeClr>
                          </a:solidFill>
                        </a:rPr>
                        <a:t> par le </a:t>
                      </a:r>
                      <a:r>
                        <a:rPr lang="en-US" sz="1200" dirty="0" err="1">
                          <a:solidFill>
                            <a:schemeClr val="tx1">
                              <a:lumMod val="50000"/>
                            </a:schemeClr>
                          </a:solidFill>
                        </a:rPr>
                        <a:t>règlement</a:t>
                      </a:r>
                      <a:r>
                        <a:rPr lang="en-US" sz="1200" dirty="0">
                          <a:solidFill>
                            <a:schemeClr val="tx1">
                              <a:lumMod val="50000"/>
                            </a:schemeClr>
                          </a:solidFill>
                        </a:rPr>
                        <a:t>, avec </a:t>
                      </a:r>
                      <a:r>
                        <a:rPr lang="en-US" sz="1200" dirty="0" err="1">
                          <a:solidFill>
                            <a:schemeClr val="tx1">
                              <a:lumMod val="50000"/>
                            </a:schemeClr>
                          </a:solidFill>
                        </a:rPr>
                        <a:t>éventuelles</a:t>
                      </a:r>
                      <a:r>
                        <a:rPr lang="en-US" sz="1200" dirty="0">
                          <a:solidFill>
                            <a:schemeClr val="tx1">
                              <a:lumMod val="50000"/>
                            </a:schemeClr>
                          </a:solidFill>
                        </a:rPr>
                        <a:t> dispositions </a:t>
                      </a:r>
                      <a:r>
                        <a:rPr lang="en-US" sz="1200" dirty="0" err="1">
                          <a:solidFill>
                            <a:schemeClr val="tx1">
                              <a:lumMod val="50000"/>
                            </a:schemeClr>
                          </a:solidFill>
                        </a:rPr>
                        <a:t>transitoires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a:solidFill>
                            <a:schemeClr val="tx1">
                              <a:lumMod val="50000"/>
                            </a:schemeClr>
                          </a:solidFill>
                        </a:rPr>
                        <a:t>Après transposition </a:t>
                      </a:r>
                      <a:r>
                        <a:rPr lang="en-US" sz="1200" dirty="0" err="1">
                          <a:solidFill>
                            <a:schemeClr val="tx1">
                              <a:lumMod val="50000"/>
                            </a:schemeClr>
                          </a:solidFill>
                        </a:rPr>
                        <a:t>nationale</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8662121"/>
                  </a:ext>
                </a:extLst>
              </a:tr>
              <a:tr h="560116">
                <a:tc>
                  <a:txBody>
                    <a:bodyPr/>
                    <a:lstStyle/>
                    <a:p>
                      <a:pPr algn="r">
                        <a:buNone/>
                      </a:pPr>
                      <a:r>
                        <a:rPr lang="en-US" sz="1200" b="1" dirty="0" err="1">
                          <a:solidFill>
                            <a:schemeClr val="tx1">
                              <a:lumMod val="50000"/>
                            </a:schemeClr>
                          </a:solidFill>
                        </a:rPr>
                        <a:t>Exemple</a:t>
                      </a:r>
                      <a:endParaRPr lang="en-US" sz="1200" b="1"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en-US" sz="1200" dirty="0" err="1">
                          <a:solidFill>
                            <a:schemeClr val="tx1">
                              <a:lumMod val="50000"/>
                            </a:schemeClr>
                          </a:solidFill>
                        </a:rPr>
                        <a:t>Règles</a:t>
                      </a:r>
                      <a:r>
                        <a:rPr lang="en-US" sz="1200" dirty="0">
                          <a:solidFill>
                            <a:schemeClr val="tx1">
                              <a:lumMod val="50000"/>
                            </a:schemeClr>
                          </a:solidFill>
                        </a:rPr>
                        <a:t> </a:t>
                      </a:r>
                      <a:r>
                        <a:rPr lang="en-US" sz="1200" dirty="0" err="1">
                          <a:solidFill>
                            <a:schemeClr val="tx1">
                              <a:lumMod val="50000"/>
                            </a:schemeClr>
                          </a:solidFill>
                        </a:rPr>
                        <a:t>directement</a:t>
                      </a:r>
                      <a:r>
                        <a:rPr lang="en-US" sz="1200" dirty="0">
                          <a:solidFill>
                            <a:schemeClr val="tx1">
                              <a:lumMod val="50000"/>
                            </a:schemeClr>
                          </a:solidFill>
                        </a:rPr>
                        <a:t> </a:t>
                      </a:r>
                      <a:r>
                        <a:rPr lang="en-US" sz="1200" dirty="0" err="1">
                          <a:solidFill>
                            <a:schemeClr val="tx1">
                              <a:lumMod val="50000"/>
                            </a:schemeClr>
                          </a:solidFill>
                        </a:rPr>
                        <a:t>applicables</a:t>
                      </a:r>
                      <a:r>
                        <a:rPr lang="en-US" sz="1200" dirty="0">
                          <a:solidFill>
                            <a:schemeClr val="tx1">
                              <a:lumMod val="50000"/>
                            </a:schemeClr>
                          </a:solidFill>
                        </a:rPr>
                        <a:t> aux PSP dans </a:t>
                      </a:r>
                      <a:r>
                        <a:rPr lang="en-US" sz="1200" dirty="0" err="1">
                          <a:solidFill>
                            <a:schemeClr val="tx1">
                              <a:lumMod val="50000"/>
                            </a:schemeClr>
                          </a:solidFill>
                        </a:rPr>
                        <a:t>tous</a:t>
                      </a:r>
                      <a:r>
                        <a:rPr lang="en-US" sz="1200" dirty="0">
                          <a:solidFill>
                            <a:schemeClr val="tx1">
                              <a:lumMod val="50000"/>
                            </a:schemeClr>
                          </a:solidFill>
                        </a:rPr>
                        <a:t> les États </a:t>
                      </a:r>
                      <a:r>
                        <a:rPr lang="en-US" sz="1200" dirty="0" err="1">
                          <a:solidFill>
                            <a:schemeClr val="tx1">
                              <a:lumMod val="50000"/>
                            </a:schemeClr>
                          </a:solidFill>
                        </a:rPr>
                        <a:t>membres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US" sz="1200" dirty="0" err="1">
                          <a:solidFill>
                            <a:schemeClr val="tx1">
                              <a:lumMod val="50000"/>
                            </a:schemeClr>
                          </a:solidFill>
                        </a:rPr>
                        <a:t>Règles</a:t>
                      </a:r>
                      <a:r>
                        <a:rPr lang="en-US" sz="1200" dirty="0">
                          <a:solidFill>
                            <a:schemeClr val="tx1">
                              <a:lumMod val="50000"/>
                            </a:schemeClr>
                          </a:solidFill>
                        </a:rPr>
                        <a:t> </a:t>
                      </a:r>
                      <a:r>
                        <a:rPr lang="en-US" sz="1200" dirty="0" err="1">
                          <a:solidFill>
                            <a:schemeClr val="tx1">
                              <a:lumMod val="50000"/>
                            </a:schemeClr>
                          </a:solidFill>
                        </a:rPr>
                        <a:t>d'agrément</a:t>
                      </a:r>
                      <a:r>
                        <a:rPr lang="en-US" sz="1200" dirty="0">
                          <a:solidFill>
                            <a:schemeClr val="tx1">
                              <a:lumMod val="50000"/>
                            </a:schemeClr>
                          </a:solidFill>
                        </a:rPr>
                        <a:t>, supervision, droits/obligations → </a:t>
                      </a:r>
                      <a:r>
                        <a:rPr lang="en-US" sz="1200" dirty="0" err="1">
                          <a:solidFill>
                            <a:schemeClr val="tx1">
                              <a:lumMod val="50000"/>
                            </a:schemeClr>
                          </a:solidFill>
                        </a:rPr>
                        <a:t>devront</a:t>
                      </a:r>
                      <a:r>
                        <a:rPr lang="en-US" sz="1200" dirty="0">
                          <a:solidFill>
                            <a:schemeClr val="tx1">
                              <a:lumMod val="50000"/>
                            </a:schemeClr>
                          </a:solidFill>
                        </a:rPr>
                        <a:t> </a:t>
                      </a:r>
                      <a:r>
                        <a:rPr lang="en-US" sz="1200" dirty="0" err="1">
                          <a:solidFill>
                            <a:schemeClr val="tx1">
                              <a:lumMod val="50000"/>
                            </a:schemeClr>
                          </a:solidFill>
                        </a:rPr>
                        <a:t>être</a:t>
                      </a:r>
                      <a:r>
                        <a:rPr lang="en-US" sz="1200" dirty="0">
                          <a:solidFill>
                            <a:schemeClr val="tx1">
                              <a:lumMod val="50000"/>
                            </a:schemeClr>
                          </a:solidFill>
                        </a:rPr>
                        <a:t> </a:t>
                      </a:r>
                      <a:r>
                        <a:rPr lang="en-US" sz="1200" dirty="0" err="1">
                          <a:solidFill>
                            <a:schemeClr val="tx1">
                              <a:lumMod val="50000"/>
                            </a:schemeClr>
                          </a:solidFill>
                        </a:rPr>
                        <a:t>intégrées</a:t>
                      </a:r>
                      <a:r>
                        <a:rPr lang="en-US" sz="1200" dirty="0">
                          <a:solidFill>
                            <a:schemeClr val="tx1">
                              <a:lumMod val="50000"/>
                            </a:schemeClr>
                          </a:solidFill>
                        </a:rPr>
                        <a:t> au droit français</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6169133"/>
                  </a:ext>
                </a:extLst>
              </a:tr>
            </a:tbl>
          </a:graphicData>
        </a:graphic>
      </p:graphicFrame>
      <p:sp>
        <p:nvSpPr>
          <p:cNvPr id="299" name="ZoneTexte 298">
            <a:extLst>
              <a:ext uri="{FF2B5EF4-FFF2-40B4-BE49-F238E27FC236}">
                <a16:creationId xmlns:a16="http://schemas.microsoft.com/office/drawing/2014/main" id="{0E210B31-B5C7-8AA4-A9E7-D8F2E0A22EF7}"/>
              </a:ext>
            </a:extLst>
          </p:cNvPr>
          <p:cNvSpPr txBox="1"/>
          <p:nvPr/>
        </p:nvSpPr>
        <p:spPr>
          <a:xfrm>
            <a:off x="631296" y="6114741"/>
            <a:ext cx="6042963" cy="461665"/>
          </a:xfrm>
          <a:prstGeom prst="rect">
            <a:avLst/>
          </a:prstGeom>
          <a:noFill/>
        </p:spPr>
        <p:txBody>
          <a:bodyPr wrap="square" rtlCol="0">
            <a:spAutoFit/>
          </a:bodyPr>
          <a:lstStyle/>
          <a:p>
            <a:pPr algn="ctr"/>
            <a:r>
              <a:rPr lang="fr-FR" sz="1200" u="sng" dirty="0">
                <a:solidFill>
                  <a:schemeClr val="tx1">
                    <a:lumMod val="50000"/>
                  </a:schemeClr>
                </a:solidFill>
              </a:rPr>
              <a:t>Note :</a:t>
            </a:r>
            <a:r>
              <a:rPr lang="fr-FR" sz="1200" b="1" dirty="0">
                <a:solidFill>
                  <a:schemeClr val="tx1">
                    <a:lumMod val="50000"/>
                  </a:schemeClr>
                </a:solidFill>
              </a:rPr>
              <a:t> C’est typiquement face aux applications hétérogènes de la DSP2 </a:t>
            </a:r>
            <a:r>
              <a:rPr lang="fr-FR" sz="1200" dirty="0">
                <a:solidFill>
                  <a:schemeClr val="tx1">
                    <a:lumMod val="50000"/>
                  </a:schemeClr>
                </a:solidFill>
              </a:rPr>
              <a:t>que le PSR vient accompagner la DSP3 et harmoniser certaines exigences.</a:t>
            </a:r>
          </a:p>
        </p:txBody>
      </p:sp>
    </p:spTree>
    <p:extLst>
      <p:ext uri="{BB962C8B-B14F-4D97-AF65-F5344CB8AC3E}">
        <p14:creationId xmlns:p14="http://schemas.microsoft.com/office/powerpoint/2010/main" val="2612442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AAE60-9E0B-DEDC-05BD-14736B4AC88D}"/>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B2932AD9-7F04-D82F-69B6-3D489F64ADBB}"/>
              </a:ext>
            </a:extLst>
          </p:cNvPr>
          <p:cNvSpPr>
            <a:spLocks noGrp="1"/>
          </p:cNvSpPr>
          <p:nvPr>
            <p:ph type="body" sz="quarter" idx="10"/>
          </p:nvPr>
        </p:nvSpPr>
        <p:spPr>
          <a:xfrm>
            <a:off x="631297" y="514654"/>
            <a:ext cx="10955866" cy="200893"/>
          </a:xfrm>
        </p:spPr>
        <p:txBody>
          <a:bodyPr vert="horz" lIns="0" tIns="0" rIns="0" bIns="0" rtlCol="0" anchor="ctr">
            <a:noAutofit/>
          </a:bodyPr>
          <a:lstStyle/>
          <a:p>
            <a:r>
              <a:rPr lang="en-US" sz="1800" dirty="0"/>
              <a:t>CES DIFFÉRENCES IMPACTENT LE GROUPE : UN SOCLE EUROPÉEN À DÉCLINER À L’ÉCHELLE DES ENTITÉS</a:t>
            </a:r>
            <a:endParaRPr lang="fr-FR" sz="1800" u="sng" noProof="0" dirty="0">
              <a:latin typeface="+mn-lt"/>
            </a:endParaRPr>
          </a:p>
        </p:txBody>
      </p:sp>
      <p:sp>
        <p:nvSpPr>
          <p:cNvPr id="3" name="Rectangle 2">
            <a:extLst>
              <a:ext uri="{FF2B5EF4-FFF2-40B4-BE49-F238E27FC236}">
                <a16:creationId xmlns:a16="http://schemas.microsoft.com/office/drawing/2014/main" id="{21125453-5390-B425-86E4-FD882BEBE951}"/>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b="1" dirty="0">
                <a:solidFill>
                  <a:schemeClr val="tx1">
                    <a:lumMod val="50000"/>
                  </a:schemeClr>
                </a:solidFill>
              </a:rPr>
              <a:t>Si le PSR s’applique directement dans l’ensemble de l’UE, la DSP3 doit être transposée dans chaque droit national. </a:t>
            </a:r>
            <a:r>
              <a:rPr lang="fr-FR" sz="1200" dirty="0">
                <a:solidFill>
                  <a:schemeClr val="tx1">
                    <a:lumMod val="50000"/>
                  </a:schemeClr>
                </a:solidFill>
              </a:rPr>
              <a:t>Mais au-delà de cette distinction juridique</a:t>
            </a:r>
            <a:r>
              <a:rPr lang="fr-FR" sz="1200" b="1" dirty="0">
                <a:solidFill>
                  <a:schemeClr val="tx1">
                    <a:lumMod val="50000"/>
                  </a:schemeClr>
                </a:solidFill>
              </a:rPr>
              <a:t>, les infrastructures de place existantes peuvent également conduire à des modalités de mise en œuvre différentes </a:t>
            </a:r>
            <a:r>
              <a:rPr lang="fr-FR" sz="1200" dirty="0">
                <a:solidFill>
                  <a:schemeClr val="tx1">
                    <a:lumMod val="50000"/>
                  </a:schemeClr>
                </a:solidFill>
              </a:rPr>
              <a:t>: l’enjeu pour le Groupe est donc d’identifier le socle mutualisable tout en maîtrisant les spécificités locales.</a:t>
            </a:r>
            <a:endParaRPr lang="fr-FR" sz="1200" b="1" dirty="0">
              <a:solidFill>
                <a:schemeClr val="tx1">
                  <a:lumMod val="50000"/>
                </a:schemeClr>
              </a:solidFill>
            </a:endParaRPr>
          </a:p>
        </p:txBody>
      </p:sp>
      <p:grpSp>
        <p:nvGrpSpPr>
          <p:cNvPr id="45" name="Groupe 44">
            <a:extLst>
              <a:ext uri="{FF2B5EF4-FFF2-40B4-BE49-F238E27FC236}">
                <a16:creationId xmlns:a16="http://schemas.microsoft.com/office/drawing/2014/main" id="{A0C99498-BF39-2280-0D62-9FE09D14E85A}"/>
              </a:ext>
            </a:extLst>
          </p:cNvPr>
          <p:cNvGrpSpPr/>
          <p:nvPr/>
        </p:nvGrpSpPr>
        <p:grpSpPr>
          <a:xfrm>
            <a:off x="898934" y="2463800"/>
            <a:ext cx="4708848" cy="1274400"/>
            <a:chOff x="879884" y="2463800"/>
            <a:chExt cx="4708848" cy="1274400"/>
          </a:xfrm>
        </p:grpSpPr>
        <p:sp>
          <p:nvSpPr>
            <p:cNvPr id="29" name="Rectangle: Rounded Corners 33">
              <a:extLst>
                <a:ext uri="{FF2B5EF4-FFF2-40B4-BE49-F238E27FC236}">
                  <a16:creationId xmlns:a16="http://schemas.microsoft.com/office/drawing/2014/main" id="{F36B6FF9-2888-81B2-744E-6CDAC777F7DC}"/>
                </a:ext>
              </a:extLst>
            </p:cNvPr>
            <p:cNvSpPr/>
            <p:nvPr/>
          </p:nvSpPr>
          <p:spPr>
            <a:xfrm>
              <a:off x="879884" y="2463800"/>
              <a:ext cx="4708848" cy="1274400"/>
            </a:xfrm>
            <a:prstGeom prst="roundRect">
              <a:avLst>
                <a:gd name="adj" fmla="val 3118"/>
              </a:avLst>
            </a:prstGeom>
            <a:solidFill>
              <a:schemeClr val="bg1">
                <a:lumMod val="85000"/>
                <a:alpha val="75000"/>
              </a:schemeClr>
            </a:solidFill>
            <a:ln w="6350" cap="flat" cmpd="sng" algn="ctr">
              <a:solidFill>
                <a:srgbClr val="00002C"/>
              </a:solidFill>
              <a:prstDash val="solid"/>
              <a:miter lim="800000"/>
            </a:ln>
            <a:effectLst/>
          </p:spPr>
          <p:txBody>
            <a:bodyPr lIns="72000" rIns="72000"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000" kern="0" dirty="0">
                  <a:solidFill>
                    <a:srgbClr val="00002C"/>
                  </a:solidFill>
                  <a:latin typeface="+mj-lt"/>
                </a:rPr>
                <a:t>Cadre réglementaire Européen</a:t>
              </a:r>
              <a:endParaRPr kumimoji="0" lang="fr-FR" sz="800" b="0" i="0" u="none" strike="noStrike" kern="0" cap="none" spc="0" normalizeH="0" baseline="0" noProof="0" dirty="0">
                <a:ln>
                  <a:noFill/>
                </a:ln>
                <a:solidFill>
                  <a:srgbClr val="00002C"/>
                </a:solidFill>
                <a:effectLst/>
                <a:uLnTx/>
                <a:uFillTx/>
                <a:latin typeface="TASA Orbiter"/>
                <a:ea typeface="+mn-ea"/>
                <a:cs typeface="+mn-cs"/>
              </a:endParaRPr>
            </a:p>
          </p:txBody>
        </p:sp>
        <p:sp>
          <p:nvSpPr>
            <p:cNvPr id="9" name="Rectangle: Rounded Corners 31">
              <a:extLst>
                <a:ext uri="{FF2B5EF4-FFF2-40B4-BE49-F238E27FC236}">
                  <a16:creationId xmlns:a16="http://schemas.microsoft.com/office/drawing/2014/main" id="{29203970-D6C6-2D7A-CC4B-9D209EF3EC8F}"/>
                </a:ext>
              </a:extLst>
            </p:cNvPr>
            <p:cNvSpPr/>
            <p:nvPr/>
          </p:nvSpPr>
          <p:spPr>
            <a:xfrm>
              <a:off x="994155" y="2864297"/>
              <a:ext cx="1923332" cy="606034"/>
            </a:xfrm>
            <a:prstGeom prst="roundRect">
              <a:avLst>
                <a:gd name="adj" fmla="val 3118"/>
              </a:avLst>
            </a:prstGeom>
            <a:solidFill>
              <a:srgbClr val="FFBFA7"/>
            </a:solidFill>
            <a:ln w="6350" cap="flat" cmpd="sng" algn="ctr">
              <a:solidFill>
                <a:srgbClr val="00002C"/>
              </a:solid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srgbClr val="00002C"/>
                  </a:solidFill>
                  <a:effectLst/>
                  <a:uLnTx/>
                  <a:uFillTx/>
                  <a:latin typeface="+mj-lt"/>
                  <a:ea typeface="+mn-ea"/>
                  <a:cs typeface="+mn-cs"/>
                </a:rPr>
                <a:t>PSR</a:t>
              </a:r>
              <a:br>
                <a:rPr kumimoji="0" lang="fr-FR" sz="1200" b="0" i="0" u="none" strike="noStrike" kern="0" cap="none" spc="0" normalizeH="0" baseline="0" noProof="0" dirty="0">
                  <a:ln>
                    <a:noFill/>
                  </a:ln>
                  <a:solidFill>
                    <a:srgbClr val="00002C"/>
                  </a:solidFill>
                  <a:effectLst/>
                  <a:uLnTx/>
                  <a:uFillTx/>
                  <a:ea typeface="+mn-ea"/>
                  <a:cs typeface="+mn-cs"/>
                </a:rPr>
              </a:br>
              <a:r>
                <a:rPr kumimoji="0" lang="fr-FR" sz="1200" b="0" i="0" u="none" strike="noStrike" kern="0" cap="none" spc="0" normalizeH="0" baseline="0" noProof="0" dirty="0">
                  <a:ln>
                    <a:noFill/>
                  </a:ln>
                  <a:solidFill>
                    <a:srgbClr val="00002C"/>
                  </a:solidFill>
                  <a:effectLst/>
                  <a:uLnTx/>
                  <a:uFillTx/>
                  <a:ea typeface="+mn-ea"/>
                  <a:cs typeface="+mn-cs"/>
                </a:rPr>
                <a:t>Application directe</a:t>
              </a:r>
            </a:p>
          </p:txBody>
        </p:sp>
        <p:sp>
          <p:nvSpPr>
            <p:cNvPr id="13" name="Rectangle: Rounded Corners 33">
              <a:extLst>
                <a:ext uri="{FF2B5EF4-FFF2-40B4-BE49-F238E27FC236}">
                  <a16:creationId xmlns:a16="http://schemas.microsoft.com/office/drawing/2014/main" id="{88EEE428-8334-8CF2-7E86-0FE2D43FF0D3}"/>
                </a:ext>
              </a:extLst>
            </p:cNvPr>
            <p:cNvSpPr/>
            <p:nvPr/>
          </p:nvSpPr>
          <p:spPr>
            <a:xfrm>
              <a:off x="3551129" y="2859987"/>
              <a:ext cx="1923333" cy="606034"/>
            </a:xfrm>
            <a:prstGeom prst="roundRect">
              <a:avLst>
                <a:gd name="adj" fmla="val 3118"/>
              </a:avLst>
            </a:prstGeom>
            <a:solidFill>
              <a:srgbClr val="48D5FF">
                <a:alpha val="75000"/>
              </a:srgbClr>
            </a:solidFill>
            <a:ln w="6350" cap="flat" cmpd="sng" algn="ctr">
              <a:solidFill>
                <a:srgbClr val="00002C"/>
              </a:solid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0" normalizeH="0" baseline="0" noProof="0" dirty="0">
                  <a:ln>
                    <a:noFill/>
                  </a:ln>
                  <a:solidFill>
                    <a:srgbClr val="00002C"/>
                  </a:solidFill>
                  <a:effectLst/>
                  <a:uLnTx/>
                  <a:uFillTx/>
                  <a:latin typeface="+mj-lt"/>
                  <a:ea typeface="+mn-ea"/>
                  <a:cs typeface="+mn-cs"/>
                </a:rPr>
                <a:t>DSP3</a:t>
              </a:r>
            </a:p>
            <a:p>
              <a:pPr lvl="0" algn="ctr"/>
              <a:r>
                <a:rPr kumimoji="0" lang="fr-FR" sz="1200" b="0" i="0" u="none" strike="noStrike" kern="0" cap="none" spc="0" normalizeH="0" baseline="0" noProof="0" dirty="0">
                  <a:ln>
                    <a:noFill/>
                  </a:ln>
                  <a:solidFill>
                    <a:srgbClr val="00002C"/>
                  </a:solidFill>
                  <a:effectLst/>
                  <a:uLnTx/>
                  <a:uFillTx/>
                  <a:ea typeface="+mn-ea"/>
                  <a:cs typeface="+mn-cs"/>
                </a:rPr>
                <a:t>Transposition nationale</a:t>
              </a:r>
            </a:p>
          </p:txBody>
        </p:sp>
      </p:grpSp>
      <p:grpSp>
        <p:nvGrpSpPr>
          <p:cNvPr id="44" name="Groupe 43">
            <a:extLst>
              <a:ext uri="{FF2B5EF4-FFF2-40B4-BE49-F238E27FC236}">
                <a16:creationId xmlns:a16="http://schemas.microsoft.com/office/drawing/2014/main" id="{84626483-AB7C-6E1B-41D8-A3A0CEB64962}"/>
              </a:ext>
            </a:extLst>
          </p:cNvPr>
          <p:cNvGrpSpPr/>
          <p:nvPr/>
        </p:nvGrpSpPr>
        <p:grpSpPr>
          <a:xfrm>
            <a:off x="898934" y="4622800"/>
            <a:ext cx="4708848" cy="1268890"/>
            <a:chOff x="879884" y="4622800"/>
            <a:chExt cx="4708848" cy="1268890"/>
          </a:xfrm>
        </p:grpSpPr>
        <p:sp>
          <p:nvSpPr>
            <p:cNvPr id="35" name="Rectangle: Rounded Corners 33">
              <a:extLst>
                <a:ext uri="{FF2B5EF4-FFF2-40B4-BE49-F238E27FC236}">
                  <a16:creationId xmlns:a16="http://schemas.microsoft.com/office/drawing/2014/main" id="{2B5361A8-EDD0-9796-84C1-13D62A70B75F}"/>
                </a:ext>
              </a:extLst>
            </p:cNvPr>
            <p:cNvSpPr/>
            <p:nvPr/>
          </p:nvSpPr>
          <p:spPr>
            <a:xfrm>
              <a:off x="879884" y="4622800"/>
              <a:ext cx="4708848" cy="1268890"/>
            </a:xfrm>
            <a:prstGeom prst="roundRect">
              <a:avLst>
                <a:gd name="adj" fmla="val 3118"/>
              </a:avLst>
            </a:prstGeom>
            <a:solidFill>
              <a:schemeClr val="bg1">
                <a:lumMod val="85000"/>
                <a:alpha val="75000"/>
              </a:schemeClr>
            </a:solidFill>
            <a:ln w="6350" cap="flat" cmpd="sng" algn="ctr">
              <a:solidFill>
                <a:srgbClr val="00002C"/>
              </a:solidFill>
              <a:prstDash val="solid"/>
              <a:miter lim="800000"/>
            </a:ln>
            <a:effectLst/>
          </p:spPr>
          <p:txBody>
            <a:bodyPr lIns="72000" rIns="72000"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000" kern="0" dirty="0">
                  <a:solidFill>
                    <a:srgbClr val="00002C"/>
                  </a:solidFill>
                  <a:latin typeface="+mj-lt"/>
                </a:rPr>
                <a:t>Groupe Crédit Agricole</a:t>
              </a:r>
              <a:endParaRPr kumimoji="0" lang="fr-FR" sz="800" b="0" i="0" u="none" strike="noStrike" kern="0" cap="none" spc="0" normalizeH="0" baseline="0" noProof="0" dirty="0">
                <a:ln>
                  <a:noFill/>
                </a:ln>
                <a:solidFill>
                  <a:srgbClr val="00002C"/>
                </a:solidFill>
                <a:effectLst/>
                <a:uLnTx/>
                <a:uFillTx/>
                <a:latin typeface="TASA Orbiter"/>
                <a:ea typeface="+mn-ea"/>
                <a:cs typeface="+mn-cs"/>
              </a:endParaRPr>
            </a:p>
          </p:txBody>
        </p:sp>
        <p:sp>
          <p:nvSpPr>
            <p:cNvPr id="36" name="Rectangle: Rounded Corners 31">
              <a:extLst>
                <a:ext uri="{FF2B5EF4-FFF2-40B4-BE49-F238E27FC236}">
                  <a16:creationId xmlns:a16="http://schemas.microsoft.com/office/drawing/2014/main" id="{B8A80E76-1DF9-571C-9406-7A110AAD2A88}"/>
                </a:ext>
              </a:extLst>
            </p:cNvPr>
            <p:cNvSpPr/>
            <p:nvPr/>
          </p:nvSpPr>
          <p:spPr>
            <a:xfrm>
              <a:off x="1079500" y="4951804"/>
              <a:ext cx="1791817" cy="606034"/>
            </a:xfrm>
            <a:prstGeom prst="roundRect">
              <a:avLst>
                <a:gd name="adj" fmla="val 3118"/>
              </a:avLst>
            </a:prstGeom>
            <a:solidFill>
              <a:schemeClr val="accent3">
                <a:lumMod val="20000"/>
                <a:lumOff val="80000"/>
              </a:schemeClr>
            </a:solidFill>
            <a:ln w="6350" cap="flat" cmpd="sng" algn="ctr">
              <a:solidFill>
                <a:srgbClr val="00002C"/>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srgbClr val="00002C"/>
                  </a:solidFill>
                  <a:effectLst/>
                  <a:uLnTx/>
                  <a:uFillTx/>
                  <a:latin typeface="+mj-lt"/>
                  <a:ea typeface="+mn-ea"/>
                  <a:cs typeface="+mn-cs"/>
                </a:rPr>
                <a:t>Socle Groupe</a:t>
              </a:r>
              <a:br>
                <a:rPr kumimoji="0" lang="fr-FR" sz="1200" b="1" i="0" u="none" strike="noStrike" kern="0" cap="none" spc="0" normalizeH="0" baseline="0" noProof="0" dirty="0">
                  <a:ln>
                    <a:noFill/>
                  </a:ln>
                  <a:solidFill>
                    <a:srgbClr val="00002C"/>
                  </a:solidFill>
                  <a:effectLst/>
                  <a:uLnTx/>
                  <a:uFillTx/>
                  <a:latin typeface="+mj-lt"/>
                  <a:ea typeface="+mn-ea"/>
                  <a:cs typeface="+mn-cs"/>
                </a:rPr>
              </a:br>
              <a:r>
                <a:rPr kumimoji="0" lang="fr-FR" sz="1200" i="0" u="none" strike="noStrike" kern="0" cap="none" spc="0" normalizeH="0" baseline="0" noProof="0" dirty="0">
                  <a:ln>
                    <a:noFill/>
                  </a:ln>
                  <a:solidFill>
                    <a:srgbClr val="00002C"/>
                  </a:solidFill>
                  <a:effectLst/>
                  <a:uLnTx/>
                  <a:uFillTx/>
                  <a:ea typeface="+mn-ea"/>
                  <a:cs typeface="+mn-cs"/>
                </a:rPr>
                <a:t>Exigences mutualisables</a:t>
              </a:r>
            </a:p>
          </p:txBody>
        </p:sp>
      </p:grpSp>
      <p:cxnSp>
        <p:nvCxnSpPr>
          <p:cNvPr id="49" name="Connecteur droit avec flèche 48">
            <a:extLst>
              <a:ext uri="{FF2B5EF4-FFF2-40B4-BE49-F238E27FC236}">
                <a16:creationId xmlns:a16="http://schemas.microsoft.com/office/drawing/2014/main" id="{75F38A86-CFCD-7439-DCD9-CC4AC05CF36E}"/>
              </a:ext>
            </a:extLst>
          </p:cNvPr>
          <p:cNvCxnSpPr/>
          <p:nvPr/>
        </p:nvCxnSpPr>
        <p:spPr>
          <a:xfrm>
            <a:off x="1993900" y="3537235"/>
            <a:ext cx="0" cy="1368000"/>
          </a:xfrm>
          <a:prstGeom prst="straightConnector1">
            <a:avLst/>
          </a:prstGeom>
          <a:ln w="38100">
            <a:solidFill>
              <a:srgbClr val="FFBFA7"/>
            </a:solidFill>
            <a:tailEnd type="triangle"/>
          </a:ln>
        </p:spPr>
        <p:style>
          <a:lnRef idx="1">
            <a:schemeClr val="accent1"/>
          </a:lnRef>
          <a:fillRef idx="0">
            <a:schemeClr val="accent1"/>
          </a:fillRef>
          <a:effectRef idx="0">
            <a:schemeClr val="accent1"/>
          </a:effectRef>
          <a:fontRef idx="minor">
            <a:schemeClr val="tx1"/>
          </a:fontRef>
        </p:style>
      </p:cxnSp>
      <p:pic>
        <p:nvPicPr>
          <p:cNvPr id="15" name="Image 14" descr="Photo logo de l'union européenne drapeau de l'union européenne avec des lettres de l'ue au milieu">
            <a:extLst>
              <a:ext uri="{FF2B5EF4-FFF2-40B4-BE49-F238E27FC236}">
                <a16:creationId xmlns:a16="http://schemas.microsoft.com/office/drawing/2014/main" id="{9D443F11-5D7F-72AF-2AE8-F0770EFB19B6}"/>
              </a:ext>
            </a:extLst>
          </p:cNvPr>
          <p:cNvPicPr>
            <a:picLocks noChangeAspect="1"/>
          </p:cNvPicPr>
          <p:nvPr/>
        </p:nvPicPr>
        <p:blipFill>
          <a:blip r:embed="rId3"/>
          <a:stretch>
            <a:fillRect/>
          </a:stretch>
        </p:blipFill>
        <p:spPr>
          <a:xfrm>
            <a:off x="1707311" y="3986212"/>
            <a:ext cx="560520" cy="388577"/>
          </a:xfrm>
          <a:prstGeom prst="roundRect">
            <a:avLst>
              <a:gd name="adj" fmla="val 11061"/>
            </a:avLst>
          </a:prstGeom>
        </p:spPr>
      </p:pic>
      <p:cxnSp>
        <p:nvCxnSpPr>
          <p:cNvPr id="57" name="Connecteur droit avec flèche 56">
            <a:extLst>
              <a:ext uri="{FF2B5EF4-FFF2-40B4-BE49-F238E27FC236}">
                <a16:creationId xmlns:a16="http://schemas.microsoft.com/office/drawing/2014/main" id="{626D4BFA-F9D5-7076-F717-EF9A915BA9EF}"/>
              </a:ext>
            </a:extLst>
          </p:cNvPr>
          <p:cNvCxnSpPr>
            <a:cxnSpLocks/>
          </p:cNvCxnSpPr>
          <p:nvPr/>
        </p:nvCxnSpPr>
        <p:spPr>
          <a:xfrm>
            <a:off x="3840336" y="3517572"/>
            <a:ext cx="0" cy="433672"/>
          </a:xfrm>
          <a:prstGeom prst="straightConnector1">
            <a:avLst/>
          </a:prstGeom>
          <a:ln w="38100">
            <a:solidFill>
              <a:srgbClr val="6FD9F8"/>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94EBDB55-5512-266D-2747-ECBA193F59E0}"/>
              </a:ext>
            </a:extLst>
          </p:cNvPr>
          <p:cNvCxnSpPr>
            <a:cxnSpLocks/>
          </p:cNvCxnSpPr>
          <p:nvPr/>
        </p:nvCxnSpPr>
        <p:spPr>
          <a:xfrm>
            <a:off x="4531845" y="3517572"/>
            <a:ext cx="0" cy="433672"/>
          </a:xfrm>
          <a:prstGeom prst="straightConnector1">
            <a:avLst/>
          </a:prstGeom>
          <a:ln w="38100">
            <a:solidFill>
              <a:srgbClr val="6FD9F8"/>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B9301997-AA7B-3211-964C-01023F857911}"/>
              </a:ext>
            </a:extLst>
          </p:cNvPr>
          <p:cNvCxnSpPr>
            <a:cxnSpLocks/>
          </p:cNvCxnSpPr>
          <p:nvPr/>
        </p:nvCxnSpPr>
        <p:spPr>
          <a:xfrm>
            <a:off x="5223354" y="3517572"/>
            <a:ext cx="0" cy="433672"/>
          </a:xfrm>
          <a:prstGeom prst="straightConnector1">
            <a:avLst/>
          </a:prstGeom>
          <a:ln w="38100">
            <a:solidFill>
              <a:srgbClr val="6FD9F8"/>
            </a:solidFill>
            <a:tailEnd type="triangle"/>
          </a:ln>
        </p:spPr>
        <p:style>
          <a:lnRef idx="1">
            <a:schemeClr val="accent1"/>
          </a:lnRef>
          <a:fillRef idx="0">
            <a:schemeClr val="accent1"/>
          </a:fillRef>
          <a:effectRef idx="0">
            <a:schemeClr val="accent1"/>
          </a:effectRef>
          <a:fontRef idx="minor">
            <a:schemeClr val="tx1"/>
          </a:fontRef>
        </p:style>
      </p:cxnSp>
      <p:sp>
        <p:nvSpPr>
          <p:cNvPr id="269" name="Rectangle: Rounded Corners 31">
            <a:extLst>
              <a:ext uri="{FF2B5EF4-FFF2-40B4-BE49-F238E27FC236}">
                <a16:creationId xmlns:a16="http://schemas.microsoft.com/office/drawing/2014/main" id="{6B13C76F-EC8C-BDD9-EA8E-4CB0FBE485EB}"/>
              </a:ext>
            </a:extLst>
          </p:cNvPr>
          <p:cNvSpPr/>
          <p:nvPr/>
        </p:nvSpPr>
        <p:spPr>
          <a:xfrm>
            <a:off x="3560772" y="4776605"/>
            <a:ext cx="865228" cy="606034"/>
          </a:xfrm>
          <a:prstGeom prst="roundRect">
            <a:avLst>
              <a:gd name="adj" fmla="val 3118"/>
            </a:avLst>
          </a:prstGeom>
          <a:solidFill>
            <a:schemeClr val="accent3">
              <a:lumMod val="20000"/>
              <a:lumOff val="80000"/>
            </a:schemeClr>
          </a:solidFill>
          <a:ln w="6350" cap="flat" cmpd="sng" algn="ctr">
            <a:solidFill>
              <a:srgbClr val="00002C"/>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dirty="0">
                <a:ln>
                  <a:noFill/>
                </a:ln>
                <a:solidFill>
                  <a:srgbClr val="00002C"/>
                </a:solidFill>
                <a:effectLst/>
                <a:uLnTx/>
                <a:uFillTx/>
                <a:latin typeface="+mj-lt"/>
                <a:ea typeface="+mn-ea"/>
                <a:cs typeface="+mn-cs"/>
              </a:rPr>
              <a:t>Spécificités locales</a:t>
            </a:r>
            <a:endParaRPr kumimoji="0" lang="fr-FR" sz="900" b="0" i="0" u="none" strike="noStrike" kern="0" cap="none" spc="0" normalizeH="0" baseline="0" noProof="0" dirty="0">
              <a:ln>
                <a:noFill/>
              </a:ln>
              <a:solidFill>
                <a:srgbClr val="00002C"/>
              </a:solidFill>
              <a:effectLst/>
              <a:uLnTx/>
              <a:uFillTx/>
              <a:ea typeface="+mn-ea"/>
              <a:cs typeface="+mn-cs"/>
            </a:endParaRPr>
          </a:p>
        </p:txBody>
      </p:sp>
      <p:sp>
        <p:nvSpPr>
          <p:cNvPr id="271" name="Rectangle: Rounded Corners 31">
            <a:extLst>
              <a:ext uri="{FF2B5EF4-FFF2-40B4-BE49-F238E27FC236}">
                <a16:creationId xmlns:a16="http://schemas.microsoft.com/office/drawing/2014/main" id="{5C94126B-5503-020B-893F-456F75850FFF}"/>
              </a:ext>
            </a:extLst>
          </p:cNvPr>
          <p:cNvSpPr/>
          <p:nvPr/>
        </p:nvSpPr>
        <p:spPr>
          <a:xfrm>
            <a:off x="4023986" y="4928114"/>
            <a:ext cx="864000" cy="606034"/>
          </a:xfrm>
          <a:prstGeom prst="roundRect">
            <a:avLst>
              <a:gd name="adj" fmla="val 3118"/>
            </a:avLst>
          </a:prstGeom>
          <a:solidFill>
            <a:schemeClr val="accent3">
              <a:lumMod val="20000"/>
              <a:lumOff val="80000"/>
            </a:schemeClr>
          </a:solidFill>
          <a:ln w="6350" cap="flat" cmpd="sng" algn="ctr">
            <a:solidFill>
              <a:srgbClr val="00002C"/>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dirty="0">
                <a:ln>
                  <a:noFill/>
                </a:ln>
                <a:solidFill>
                  <a:srgbClr val="00002C"/>
                </a:solidFill>
                <a:effectLst/>
                <a:uLnTx/>
                <a:uFillTx/>
                <a:latin typeface="+mj-lt"/>
                <a:ea typeface="+mn-ea"/>
                <a:cs typeface="+mn-cs"/>
              </a:rPr>
              <a:t>Spécificités locales</a:t>
            </a:r>
            <a:endParaRPr kumimoji="0" lang="fr-FR" sz="900" b="0" i="0" u="none" strike="noStrike" kern="0" cap="none" spc="0" normalizeH="0" baseline="0" noProof="0" dirty="0">
              <a:ln>
                <a:noFill/>
              </a:ln>
              <a:solidFill>
                <a:srgbClr val="00002C"/>
              </a:solidFill>
              <a:effectLst/>
              <a:uLnTx/>
              <a:uFillTx/>
              <a:ea typeface="+mn-ea"/>
              <a:cs typeface="+mn-cs"/>
            </a:endParaRPr>
          </a:p>
        </p:txBody>
      </p:sp>
      <p:sp>
        <p:nvSpPr>
          <p:cNvPr id="274" name="Rectangle: Rounded Corners 31">
            <a:extLst>
              <a:ext uri="{FF2B5EF4-FFF2-40B4-BE49-F238E27FC236}">
                <a16:creationId xmlns:a16="http://schemas.microsoft.com/office/drawing/2014/main" id="{98EB62E8-A697-8D21-D985-89310F928662}"/>
              </a:ext>
            </a:extLst>
          </p:cNvPr>
          <p:cNvSpPr/>
          <p:nvPr/>
        </p:nvSpPr>
        <p:spPr>
          <a:xfrm>
            <a:off x="4629512" y="5079622"/>
            <a:ext cx="864000" cy="606034"/>
          </a:xfrm>
          <a:prstGeom prst="roundRect">
            <a:avLst>
              <a:gd name="adj" fmla="val 3118"/>
            </a:avLst>
          </a:prstGeom>
          <a:solidFill>
            <a:schemeClr val="accent3">
              <a:lumMod val="20000"/>
              <a:lumOff val="80000"/>
            </a:schemeClr>
          </a:solidFill>
          <a:ln w="6350" cap="flat" cmpd="sng" algn="ctr">
            <a:solidFill>
              <a:srgbClr val="00002C"/>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900" b="1" i="0" u="none" strike="noStrike" kern="0" cap="none" spc="0" normalizeH="0" baseline="0" noProof="0" dirty="0">
                <a:ln>
                  <a:noFill/>
                </a:ln>
                <a:solidFill>
                  <a:srgbClr val="00002C"/>
                </a:solidFill>
                <a:effectLst/>
                <a:uLnTx/>
                <a:uFillTx/>
                <a:latin typeface="+mj-lt"/>
                <a:ea typeface="+mn-ea"/>
                <a:cs typeface="+mn-cs"/>
              </a:rPr>
              <a:t>Spécificités locales</a:t>
            </a:r>
            <a:endParaRPr kumimoji="0" lang="fr-FR" sz="900" b="0" i="0" u="none" strike="noStrike" kern="0" cap="none" spc="0" normalizeH="0" baseline="0" noProof="0" dirty="0">
              <a:ln>
                <a:noFill/>
              </a:ln>
              <a:solidFill>
                <a:srgbClr val="00002C"/>
              </a:solidFill>
              <a:effectLst/>
              <a:uLnTx/>
              <a:uFillTx/>
              <a:ea typeface="+mn-ea"/>
              <a:cs typeface="+mn-cs"/>
            </a:endParaRPr>
          </a:p>
        </p:txBody>
      </p:sp>
      <p:cxnSp>
        <p:nvCxnSpPr>
          <p:cNvPr id="314" name="Connecteur droit avec flèche 313">
            <a:extLst>
              <a:ext uri="{FF2B5EF4-FFF2-40B4-BE49-F238E27FC236}">
                <a16:creationId xmlns:a16="http://schemas.microsoft.com/office/drawing/2014/main" id="{9A49F415-0A3D-9C67-D519-D87C6DB56624}"/>
              </a:ext>
            </a:extLst>
          </p:cNvPr>
          <p:cNvCxnSpPr>
            <a:cxnSpLocks/>
          </p:cNvCxnSpPr>
          <p:nvPr/>
        </p:nvCxnSpPr>
        <p:spPr>
          <a:xfrm>
            <a:off x="3840336" y="4401150"/>
            <a:ext cx="0" cy="360000"/>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Connecteur droit avec flèche 314">
            <a:extLst>
              <a:ext uri="{FF2B5EF4-FFF2-40B4-BE49-F238E27FC236}">
                <a16:creationId xmlns:a16="http://schemas.microsoft.com/office/drawing/2014/main" id="{960A763D-BF43-1285-DEB7-9839706EBC27}"/>
              </a:ext>
            </a:extLst>
          </p:cNvPr>
          <p:cNvCxnSpPr>
            <a:cxnSpLocks/>
          </p:cNvCxnSpPr>
          <p:nvPr/>
        </p:nvCxnSpPr>
        <p:spPr>
          <a:xfrm>
            <a:off x="4552970" y="4383910"/>
            <a:ext cx="0" cy="504000"/>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Connecteur droit avec flèche 315">
            <a:extLst>
              <a:ext uri="{FF2B5EF4-FFF2-40B4-BE49-F238E27FC236}">
                <a16:creationId xmlns:a16="http://schemas.microsoft.com/office/drawing/2014/main" id="{07F13B0B-3F69-9574-538A-B85499CF6D2F}"/>
              </a:ext>
            </a:extLst>
          </p:cNvPr>
          <p:cNvCxnSpPr>
            <a:cxnSpLocks/>
          </p:cNvCxnSpPr>
          <p:nvPr/>
        </p:nvCxnSpPr>
        <p:spPr>
          <a:xfrm>
            <a:off x="5217024" y="4439507"/>
            <a:ext cx="0" cy="612000"/>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 name="Image 29" descr="Drapeau">
            <a:extLst>
              <a:ext uri="{FF2B5EF4-FFF2-40B4-BE49-F238E27FC236}">
                <a16:creationId xmlns:a16="http://schemas.microsoft.com/office/drawing/2014/main" id="{8599A42C-E570-E1EB-A160-D0A28A8FE56E}"/>
              </a:ext>
            </a:extLst>
          </p:cNvPr>
          <p:cNvPicPr>
            <a:picLocks noChangeAspect="1"/>
          </p:cNvPicPr>
          <p:nvPr/>
        </p:nvPicPr>
        <p:blipFill>
          <a:blip r:embed="rId4"/>
          <a:stretch>
            <a:fillRect/>
          </a:stretch>
        </p:blipFill>
        <p:spPr>
          <a:xfrm>
            <a:off x="4953197" y="3987590"/>
            <a:ext cx="540315" cy="360000"/>
          </a:xfrm>
          <a:prstGeom prst="rect">
            <a:avLst/>
          </a:prstGeom>
          <a:ln>
            <a:solidFill>
              <a:schemeClr val="tx1">
                <a:lumMod val="50000"/>
              </a:schemeClr>
            </a:solidFill>
          </a:ln>
        </p:spPr>
      </p:pic>
      <p:pic>
        <p:nvPicPr>
          <p:cNvPr id="31" name="Image 30" descr="Drapeau civil et militaire">
            <a:extLst>
              <a:ext uri="{FF2B5EF4-FFF2-40B4-BE49-F238E27FC236}">
                <a16:creationId xmlns:a16="http://schemas.microsoft.com/office/drawing/2014/main" id="{F9B1535E-F896-14EA-A508-EC33B1F1C76F}"/>
              </a:ext>
            </a:extLst>
          </p:cNvPr>
          <p:cNvPicPr>
            <a:picLocks noChangeAspect="1"/>
          </p:cNvPicPr>
          <p:nvPr/>
        </p:nvPicPr>
        <p:blipFill>
          <a:blip r:embed="rId5"/>
          <a:stretch>
            <a:fillRect/>
          </a:stretch>
        </p:blipFill>
        <p:spPr>
          <a:xfrm>
            <a:off x="4244113" y="3987590"/>
            <a:ext cx="575465" cy="360000"/>
          </a:xfrm>
          <a:prstGeom prst="rect">
            <a:avLst/>
          </a:prstGeom>
          <a:ln>
            <a:solidFill>
              <a:schemeClr val="tx1">
                <a:lumMod val="50000"/>
              </a:schemeClr>
            </a:solidFill>
          </a:ln>
        </p:spPr>
      </p:pic>
      <p:pic>
        <p:nvPicPr>
          <p:cNvPr id="32" name="Image 31" descr="Drapeau">
            <a:extLst>
              <a:ext uri="{FF2B5EF4-FFF2-40B4-BE49-F238E27FC236}">
                <a16:creationId xmlns:a16="http://schemas.microsoft.com/office/drawing/2014/main" id="{67D39F37-E7A7-A8BB-0CE8-12EDC433CC7A}"/>
              </a:ext>
            </a:extLst>
          </p:cNvPr>
          <p:cNvPicPr>
            <a:picLocks noChangeAspect="1"/>
          </p:cNvPicPr>
          <p:nvPr/>
        </p:nvPicPr>
        <p:blipFill>
          <a:blip r:embed="rId6"/>
          <a:stretch>
            <a:fillRect/>
          </a:stretch>
        </p:blipFill>
        <p:spPr>
          <a:xfrm>
            <a:off x="3570179" y="3986212"/>
            <a:ext cx="540315" cy="360000"/>
          </a:xfrm>
          <a:prstGeom prst="rect">
            <a:avLst/>
          </a:prstGeom>
          <a:ln>
            <a:solidFill>
              <a:schemeClr val="tx1">
                <a:lumMod val="50000"/>
              </a:schemeClr>
            </a:solidFill>
          </a:ln>
        </p:spPr>
      </p:pic>
      <p:pic>
        <p:nvPicPr>
          <p:cNvPr id="325" name="Image 324">
            <a:extLst>
              <a:ext uri="{FF2B5EF4-FFF2-40B4-BE49-F238E27FC236}">
                <a16:creationId xmlns:a16="http://schemas.microsoft.com/office/drawing/2014/main" id="{0C98E914-16DC-4F6D-AB88-FB0854867609}"/>
              </a:ext>
            </a:extLst>
          </p:cNvPr>
          <p:cNvPicPr>
            <a:picLocks noChangeAspect="1"/>
          </p:cNvPicPr>
          <p:nvPr/>
        </p:nvPicPr>
        <p:blipFill>
          <a:blip r:embed="rId7"/>
          <a:srcRect l="69054"/>
          <a:stretch>
            <a:fillRect/>
          </a:stretch>
        </p:blipFill>
        <p:spPr>
          <a:xfrm>
            <a:off x="3037118" y="5319525"/>
            <a:ext cx="432481" cy="338324"/>
          </a:xfrm>
          <a:prstGeom prst="rect">
            <a:avLst/>
          </a:prstGeom>
        </p:spPr>
      </p:pic>
      <p:sp>
        <p:nvSpPr>
          <p:cNvPr id="330" name="ZoneTexte 329">
            <a:extLst>
              <a:ext uri="{FF2B5EF4-FFF2-40B4-BE49-F238E27FC236}">
                <a16:creationId xmlns:a16="http://schemas.microsoft.com/office/drawing/2014/main" id="{FD685AD0-5779-962E-E2FC-A9685302AE0F}"/>
              </a:ext>
            </a:extLst>
          </p:cNvPr>
          <p:cNvSpPr txBox="1"/>
          <p:nvPr/>
        </p:nvSpPr>
        <p:spPr>
          <a:xfrm>
            <a:off x="738408" y="1982167"/>
            <a:ext cx="5078192" cy="276999"/>
          </a:xfrm>
          <a:prstGeom prst="rect">
            <a:avLst/>
          </a:prstGeom>
          <a:noFill/>
        </p:spPr>
        <p:txBody>
          <a:bodyPr wrap="square" rtlCol="0">
            <a:spAutoFit/>
          </a:bodyPr>
          <a:lstStyle/>
          <a:p>
            <a:pPr algn="ctr"/>
            <a:r>
              <a:rPr lang="fr-FR" sz="1200" b="1" dirty="0">
                <a:solidFill>
                  <a:schemeClr val="accent5"/>
                </a:solidFill>
                <a:highlight>
                  <a:srgbClr val="FFFFFF"/>
                </a:highlight>
                <a:latin typeface="+mj-lt"/>
              </a:rPr>
              <a:t>DES EXIGENCES COMMUNES ET LOCALES…</a:t>
            </a:r>
          </a:p>
        </p:txBody>
      </p:sp>
      <p:sp>
        <p:nvSpPr>
          <p:cNvPr id="359" name="ZoneTexte 358">
            <a:extLst>
              <a:ext uri="{FF2B5EF4-FFF2-40B4-BE49-F238E27FC236}">
                <a16:creationId xmlns:a16="http://schemas.microsoft.com/office/drawing/2014/main" id="{C242D488-62C9-61A0-26A7-5FA438623FBF}"/>
              </a:ext>
            </a:extLst>
          </p:cNvPr>
          <p:cNvSpPr txBox="1"/>
          <p:nvPr/>
        </p:nvSpPr>
        <p:spPr>
          <a:xfrm>
            <a:off x="6116775" y="1982167"/>
            <a:ext cx="5463990" cy="276999"/>
          </a:xfrm>
          <a:prstGeom prst="rect">
            <a:avLst/>
          </a:prstGeom>
          <a:noFill/>
        </p:spPr>
        <p:txBody>
          <a:bodyPr wrap="square">
            <a:spAutoFit/>
          </a:bodyPr>
          <a:lstStyle/>
          <a:p>
            <a:pPr algn="ctr"/>
            <a:r>
              <a:rPr lang="en-US" sz="1200" b="1" dirty="0">
                <a:solidFill>
                  <a:schemeClr val="accent1"/>
                </a:solidFill>
                <a:latin typeface="+mj-lt"/>
              </a:rPr>
              <a:t>… QUI METTENT EN LUMIÈRE 3 ENJEUX POUR LE GROUPE</a:t>
            </a:r>
            <a:endParaRPr lang="fr-FR" sz="1200" b="1" dirty="0">
              <a:solidFill>
                <a:schemeClr val="accent1"/>
              </a:solidFill>
              <a:latin typeface="+mj-lt"/>
            </a:endParaRPr>
          </a:p>
        </p:txBody>
      </p:sp>
      <p:grpSp>
        <p:nvGrpSpPr>
          <p:cNvPr id="362" name="Groupe 361">
            <a:extLst>
              <a:ext uri="{FF2B5EF4-FFF2-40B4-BE49-F238E27FC236}">
                <a16:creationId xmlns:a16="http://schemas.microsoft.com/office/drawing/2014/main" id="{0ADDF4A4-16CA-8AF2-4676-9BB1AA6FE65D}"/>
              </a:ext>
            </a:extLst>
          </p:cNvPr>
          <p:cNvGrpSpPr/>
          <p:nvPr/>
        </p:nvGrpSpPr>
        <p:grpSpPr>
          <a:xfrm>
            <a:off x="6089602" y="2443848"/>
            <a:ext cx="5491163" cy="1282513"/>
            <a:chOff x="6096000" y="4037012"/>
            <a:chExt cx="5491163" cy="1282513"/>
          </a:xfrm>
        </p:grpSpPr>
        <p:sp>
          <p:nvSpPr>
            <p:cNvPr id="361" name="Rectangle : coins arrondis 360">
              <a:extLst>
                <a:ext uri="{FF2B5EF4-FFF2-40B4-BE49-F238E27FC236}">
                  <a16:creationId xmlns:a16="http://schemas.microsoft.com/office/drawing/2014/main" id="{87548371-D36D-63B2-9CCF-A14403203E52}"/>
                </a:ext>
              </a:extLst>
            </p:cNvPr>
            <p:cNvSpPr/>
            <p:nvPr/>
          </p:nvSpPr>
          <p:spPr>
            <a:xfrm>
              <a:off x="6096000" y="4174922"/>
              <a:ext cx="5484765" cy="1144603"/>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fr-FR" sz="1200" b="1" dirty="0">
                  <a:solidFill>
                    <a:srgbClr val="1A1A2E"/>
                  </a:solidFill>
                  <a:ea typeface="Calibri" pitchFamily="34" charset="-122"/>
                  <a:cs typeface="Calibri" pitchFamily="34" charset="-120"/>
                </a:rPr>
                <a:t>Les calendriers et modalités de transposition peuvent varier selon les juridictions</a:t>
              </a:r>
              <a:r>
                <a:rPr lang="fr-FR" sz="1200" dirty="0">
                  <a:solidFill>
                    <a:srgbClr val="1A1A2E"/>
                  </a:solidFill>
                  <a:ea typeface="Calibri" pitchFamily="34" charset="-122"/>
                  <a:cs typeface="Calibri" pitchFamily="34" charset="-120"/>
                </a:rPr>
                <a:t>, nécessitant un pilotage coordonné des trajectoires locales.</a:t>
              </a:r>
            </a:p>
            <a:p>
              <a:pPr>
                <a:spcAft>
                  <a:spcPts val="600"/>
                </a:spcAft>
              </a:pPr>
              <a:r>
                <a:rPr lang="fr-FR" sz="1200" dirty="0">
                  <a:solidFill>
                    <a:srgbClr val="1A1A2E"/>
                  </a:solidFill>
                  <a:ea typeface="Calibri" pitchFamily="34" charset="-122"/>
                  <a:cs typeface="Calibri" pitchFamily="34" charset="-120"/>
                </a:rPr>
                <a:t>Ex. : </a:t>
              </a:r>
              <a:r>
                <a:rPr lang="fr-FR" sz="1200" i="1" dirty="0">
                  <a:solidFill>
                    <a:srgbClr val="1A1A2E"/>
                  </a:solidFill>
                  <a:ea typeface="Calibri" pitchFamily="34" charset="-122"/>
                  <a:cs typeface="Calibri" pitchFamily="34" charset="-120"/>
                </a:rPr>
                <a:t>des échéances réglementaires distinctes peuvent conduire à des jalons de mise en conformité différents selon les entités.</a:t>
              </a:r>
              <a:endParaRPr lang="en-US" sz="1200" b="1" i="1" dirty="0"/>
            </a:p>
          </p:txBody>
        </p:sp>
        <p:sp>
          <p:nvSpPr>
            <p:cNvPr id="351" name="ZoneTexte 350">
              <a:extLst>
                <a:ext uri="{FF2B5EF4-FFF2-40B4-BE49-F238E27FC236}">
                  <a16:creationId xmlns:a16="http://schemas.microsoft.com/office/drawing/2014/main" id="{3B0AAD75-6D54-B5B2-D9C4-55E70DE016C6}"/>
                </a:ext>
              </a:extLst>
            </p:cNvPr>
            <p:cNvSpPr txBox="1"/>
            <p:nvPr/>
          </p:nvSpPr>
          <p:spPr>
            <a:xfrm>
              <a:off x="6189581" y="4037012"/>
              <a:ext cx="5397582" cy="276999"/>
            </a:xfrm>
            <a:prstGeom prst="rect">
              <a:avLst/>
            </a:prstGeom>
            <a:noFill/>
          </p:spPr>
          <p:txBody>
            <a:bodyPr wrap="square">
              <a:spAutoFit/>
            </a:bodyPr>
            <a:lstStyle/>
            <a:p>
              <a:r>
                <a:rPr lang="en-US" sz="1200" b="1" dirty="0">
                  <a:solidFill>
                    <a:schemeClr val="tx2"/>
                  </a:solidFill>
                  <a:ea typeface="Open Sans Extrabold" panose="020B0906030804020204" pitchFamily="34" charset="0"/>
                  <a:cs typeface="Open Sans Extrabold" panose="020B0906030804020204" pitchFamily="34" charset="0"/>
                </a:rPr>
                <a:t>1. </a:t>
              </a:r>
              <a:r>
                <a:rPr lang="fr-FR" sz="1200" b="1" dirty="0">
                  <a:solidFill>
                    <a:schemeClr val="tx2"/>
                  </a:solidFill>
                  <a:ea typeface="Open Sans Extrabold" panose="020B0906030804020204" pitchFamily="34" charset="0"/>
                  <a:cs typeface="Open Sans Extrabold" panose="020B0906030804020204" pitchFamily="34" charset="0"/>
                </a:rPr>
                <a:t>Piloter des trajectoires de mise en conformité différenciées</a:t>
              </a:r>
            </a:p>
          </p:txBody>
        </p:sp>
      </p:grpSp>
      <p:grpSp>
        <p:nvGrpSpPr>
          <p:cNvPr id="363" name="Groupe 362">
            <a:extLst>
              <a:ext uri="{FF2B5EF4-FFF2-40B4-BE49-F238E27FC236}">
                <a16:creationId xmlns:a16="http://schemas.microsoft.com/office/drawing/2014/main" id="{FB2B436C-B74F-7359-971D-A4FC4B2EE4C4}"/>
              </a:ext>
            </a:extLst>
          </p:cNvPr>
          <p:cNvGrpSpPr/>
          <p:nvPr/>
        </p:nvGrpSpPr>
        <p:grpSpPr>
          <a:xfrm>
            <a:off x="6095999" y="3766005"/>
            <a:ext cx="5491163" cy="1282513"/>
            <a:chOff x="6096000" y="4037012"/>
            <a:chExt cx="5491163" cy="1282513"/>
          </a:xfrm>
        </p:grpSpPr>
        <p:sp>
          <p:nvSpPr>
            <p:cNvPr id="364" name="Rectangle : coins arrondis 363">
              <a:extLst>
                <a:ext uri="{FF2B5EF4-FFF2-40B4-BE49-F238E27FC236}">
                  <a16:creationId xmlns:a16="http://schemas.microsoft.com/office/drawing/2014/main" id="{1985256A-C171-5527-1EFD-37AC3CDEEB46}"/>
                </a:ext>
              </a:extLst>
            </p:cNvPr>
            <p:cNvSpPr/>
            <p:nvPr/>
          </p:nvSpPr>
          <p:spPr>
            <a:xfrm>
              <a:off x="6096000" y="4174922"/>
              <a:ext cx="5484765" cy="1144603"/>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fr-FR" sz="1200" b="1" dirty="0">
                  <a:solidFill>
                    <a:srgbClr val="1A1A2E"/>
                  </a:solidFill>
                  <a:ea typeface="Calibri" pitchFamily="34" charset="-122"/>
                  <a:cs typeface="Calibri" pitchFamily="34" charset="-120"/>
                </a:rPr>
                <a:t>Un même cadre réglementaire peut être mis en œuvre via des infrastructures de place et des modèles opérationnels différents.</a:t>
              </a:r>
            </a:p>
            <a:p>
              <a:pPr>
                <a:spcAft>
                  <a:spcPts val="600"/>
                </a:spcAft>
              </a:pPr>
              <a:r>
                <a:rPr lang="fr-FR" sz="1200" dirty="0">
                  <a:solidFill>
                    <a:srgbClr val="1A1A2E"/>
                  </a:solidFill>
                  <a:ea typeface="Calibri" pitchFamily="34" charset="-122"/>
                  <a:cs typeface="Calibri" pitchFamily="34" charset="-120"/>
                </a:rPr>
                <a:t>Ex. Italie : </a:t>
              </a:r>
              <a:r>
                <a:rPr lang="fr-FR" sz="1200" i="1" dirty="0">
                  <a:solidFill>
                    <a:srgbClr val="1A1A2E"/>
                  </a:solidFill>
                  <a:ea typeface="Calibri" pitchFamily="34" charset="-122"/>
                  <a:cs typeface="Calibri" pitchFamily="34" charset="-120"/>
                </a:rPr>
                <a:t>CBI Globe mutualise une partie de l’infrastructure Open Banking pour &gt;80 % de l’industrie italienne, contrairement à d’autres marchés.</a:t>
              </a:r>
              <a:endParaRPr lang="en-US" sz="1200" i="1" dirty="0"/>
            </a:p>
          </p:txBody>
        </p:sp>
        <p:sp>
          <p:nvSpPr>
            <p:cNvPr id="365" name="ZoneTexte 364">
              <a:extLst>
                <a:ext uri="{FF2B5EF4-FFF2-40B4-BE49-F238E27FC236}">
                  <a16:creationId xmlns:a16="http://schemas.microsoft.com/office/drawing/2014/main" id="{9A53AAB6-E7D4-9714-BFC7-2463DA64AE27}"/>
                </a:ext>
              </a:extLst>
            </p:cNvPr>
            <p:cNvSpPr txBox="1"/>
            <p:nvPr/>
          </p:nvSpPr>
          <p:spPr>
            <a:xfrm>
              <a:off x="6189581" y="4037012"/>
              <a:ext cx="5397582" cy="276999"/>
            </a:xfrm>
            <a:prstGeom prst="rect">
              <a:avLst/>
            </a:prstGeom>
            <a:noFill/>
          </p:spPr>
          <p:txBody>
            <a:bodyPr wrap="square">
              <a:spAutoFit/>
            </a:bodyPr>
            <a:lstStyle/>
            <a:p>
              <a:r>
                <a:rPr lang="fr-FR" sz="1200" b="1" dirty="0">
                  <a:solidFill>
                    <a:schemeClr val="tx2"/>
                  </a:solidFill>
                  <a:ea typeface="Open Sans Extrabold" panose="020B0906030804020204" pitchFamily="34" charset="0"/>
                  <a:cs typeface="Open Sans Extrabold" panose="020B0906030804020204" pitchFamily="34" charset="0"/>
                </a:rPr>
                <a:t>2. Maîtriser la complexité des écosystèmes locaux</a:t>
              </a:r>
            </a:p>
          </p:txBody>
        </p:sp>
      </p:grpSp>
      <p:grpSp>
        <p:nvGrpSpPr>
          <p:cNvPr id="368" name="Groupe 367">
            <a:extLst>
              <a:ext uri="{FF2B5EF4-FFF2-40B4-BE49-F238E27FC236}">
                <a16:creationId xmlns:a16="http://schemas.microsoft.com/office/drawing/2014/main" id="{BF6AC411-1E63-B94A-285F-D53FB41C6AE8}"/>
              </a:ext>
            </a:extLst>
          </p:cNvPr>
          <p:cNvGrpSpPr/>
          <p:nvPr/>
        </p:nvGrpSpPr>
        <p:grpSpPr>
          <a:xfrm>
            <a:off x="6089602" y="5088162"/>
            <a:ext cx="5491163" cy="1282513"/>
            <a:chOff x="6096000" y="4037012"/>
            <a:chExt cx="5491163" cy="1282513"/>
          </a:xfrm>
        </p:grpSpPr>
        <p:sp>
          <p:nvSpPr>
            <p:cNvPr id="369" name="Rectangle : coins arrondis 368">
              <a:extLst>
                <a:ext uri="{FF2B5EF4-FFF2-40B4-BE49-F238E27FC236}">
                  <a16:creationId xmlns:a16="http://schemas.microsoft.com/office/drawing/2014/main" id="{5E680360-5524-FE71-81CD-62393937B73B}"/>
                </a:ext>
              </a:extLst>
            </p:cNvPr>
            <p:cNvSpPr/>
            <p:nvPr/>
          </p:nvSpPr>
          <p:spPr>
            <a:xfrm>
              <a:off x="6096000" y="4174922"/>
              <a:ext cx="5484765" cy="1144603"/>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fr-FR" sz="1200" b="1" dirty="0">
                  <a:solidFill>
                    <a:srgbClr val="1A1A2E"/>
                  </a:solidFill>
                  <a:ea typeface="Calibri" pitchFamily="34" charset="-122"/>
                  <a:cs typeface="Calibri" pitchFamily="34" charset="-120"/>
                </a:rPr>
                <a:t>Identifier les capacités à mutualiser au niveau Groupe et celles devant rester spécifiques aux entités ou marchés.</a:t>
              </a:r>
            </a:p>
            <a:p>
              <a:pPr>
                <a:spcAft>
                  <a:spcPts val="600"/>
                </a:spcAft>
              </a:pPr>
              <a:r>
                <a:rPr lang="fr-FR" sz="1200" dirty="0">
                  <a:solidFill>
                    <a:srgbClr val="1A1A2E"/>
                  </a:solidFill>
                  <a:ea typeface="Calibri" pitchFamily="34" charset="-122"/>
                  <a:cs typeface="Calibri" pitchFamily="34" charset="-120"/>
                </a:rPr>
                <a:t>Ex. : </a:t>
              </a:r>
              <a:r>
                <a:rPr lang="fr-FR" sz="1200" i="1" dirty="0">
                  <a:solidFill>
                    <a:srgbClr val="1A1A2E"/>
                  </a:solidFill>
                  <a:ea typeface="Calibri" pitchFamily="34" charset="-122"/>
                  <a:cs typeface="Calibri" pitchFamily="34" charset="-120"/>
                </a:rPr>
                <a:t>standardiser exigences, processus et gouvernance sans nécessairement imposer une même brique technique.</a:t>
              </a:r>
              <a:endParaRPr lang="en-US" sz="1200" i="1" dirty="0"/>
            </a:p>
          </p:txBody>
        </p:sp>
        <p:sp>
          <p:nvSpPr>
            <p:cNvPr id="370" name="ZoneTexte 369">
              <a:extLst>
                <a:ext uri="{FF2B5EF4-FFF2-40B4-BE49-F238E27FC236}">
                  <a16:creationId xmlns:a16="http://schemas.microsoft.com/office/drawing/2014/main" id="{8FBAB94B-2174-EF2E-2E10-204E67802C0F}"/>
                </a:ext>
              </a:extLst>
            </p:cNvPr>
            <p:cNvSpPr txBox="1"/>
            <p:nvPr/>
          </p:nvSpPr>
          <p:spPr>
            <a:xfrm>
              <a:off x="6189581" y="4037012"/>
              <a:ext cx="5397582" cy="276999"/>
            </a:xfrm>
            <a:prstGeom prst="rect">
              <a:avLst/>
            </a:prstGeom>
            <a:noFill/>
          </p:spPr>
          <p:txBody>
            <a:bodyPr wrap="square">
              <a:spAutoFit/>
            </a:bodyPr>
            <a:lstStyle/>
            <a:p>
              <a:r>
                <a:rPr lang="fr-FR" sz="1200" b="1" dirty="0">
                  <a:solidFill>
                    <a:schemeClr val="tx2"/>
                  </a:solidFill>
                  <a:ea typeface="Open Sans Extrabold" panose="020B0906030804020204" pitchFamily="34" charset="0"/>
                  <a:cs typeface="Open Sans Extrabold" panose="020B0906030804020204" pitchFamily="34" charset="0"/>
                </a:rPr>
                <a:t>3. Arbitrer entre standardisation groupe et adaptations locales</a:t>
              </a:r>
            </a:p>
          </p:txBody>
        </p:sp>
      </p:grpSp>
      <p:cxnSp>
        <p:nvCxnSpPr>
          <p:cNvPr id="372" name="Connecteur droit 371">
            <a:extLst>
              <a:ext uri="{FF2B5EF4-FFF2-40B4-BE49-F238E27FC236}">
                <a16:creationId xmlns:a16="http://schemas.microsoft.com/office/drawing/2014/main" id="{9FEAAFF0-B05E-9283-5C9C-26A69CC96FFF}"/>
              </a:ext>
            </a:extLst>
          </p:cNvPr>
          <p:cNvCxnSpPr>
            <a:cxnSpLocks/>
          </p:cNvCxnSpPr>
          <p:nvPr/>
        </p:nvCxnSpPr>
        <p:spPr>
          <a:xfrm>
            <a:off x="782456" y="2259166"/>
            <a:ext cx="5154977"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3" name="Connecteur droit 372">
            <a:extLst>
              <a:ext uri="{FF2B5EF4-FFF2-40B4-BE49-F238E27FC236}">
                <a16:creationId xmlns:a16="http://schemas.microsoft.com/office/drawing/2014/main" id="{A370F13A-5579-F775-3D01-4F801BAC5684}"/>
              </a:ext>
            </a:extLst>
          </p:cNvPr>
          <p:cNvCxnSpPr>
            <a:cxnSpLocks/>
          </p:cNvCxnSpPr>
          <p:nvPr/>
        </p:nvCxnSpPr>
        <p:spPr>
          <a:xfrm>
            <a:off x="6254568" y="2259166"/>
            <a:ext cx="515497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8" name="Connecteur droit avec flèche 377">
            <a:extLst>
              <a:ext uri="{FF2B5EF4-FFF2-40B4-BE49-F238E27FC236}">
                <a16:creationId xmlns:a16="http://schemas.microsoft.com/office/drawing/2014/main" id="{A6327B0D-1603-1660-6CBF-07DC00A0AD84}"/>
              </a:ext>
            </a:extLst>
          </p:cNvPr>
          <p:cNvCxnSpPr/>
          <p:nvPr/>
        </p:nvCxnSpPr>
        <p:spPr>
          <a:xfrm>
            <a:off x="3037118" y="5181600"/>
            <a:ext cx="432481" cy="0"/>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9" name="Connecteur droit avec flèche 378">
            <a:extLst>
              <a:ext uri="{FF2B5EF4-FFF2-40B4-BE49-F238E27FC236}">
                <a16:creationId xmlns:a16="http://schemas.microsoft.com/office/drawing/2014/main" id="{09C142E2-37E4-FC6C-8010-0D1315B1275F}"/>
              </a:ext>
            </a:extLst>
          </p:cNvPr>
          <p:cNvCxnSpPr>
            <a:cxnSpLocks/>
          </p:cNvCxnSpPr>
          <p:nvPr/>
        </p:nvCxnSpPr>
        <p:spPr>
          <a:xfrm flipH="1">
            <a:off x="3037118" y="5048518"/>
            <a:ext cx="432481" cy="0"/>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0" name="ZoneTexte 379">
            <a:extLst>
              <a:ext uri="{FF2B5EF4-FFF2-40B4-BE49-F238E27FC236}">
                <a16:creationId xmlns:a16="http://schemas.microsoft.com/office/drawing/2014/main" id="{F6D12131-7363-CC0F-B53C-11F0C16921D1}"/>
              </a:ext>
            </a:extLst>
          </p:cNvPr>
          <p:cNvSpPr txBox="1"/>
          <p:nvPr/>
        </p:nvSpPr>
        <p:spPr>
          <a:xfrm>
            <a:off x="2990948" y="4048502"/>
            <a:ext cx="646331" cy="230832"/>
          </a:xfrm>
          <a:prstGeom prst="rect">
            <a:avLst/>
          </a:prstGeom>
          <a:noFill/>
        </p:spPr>
        <p:txBody>
          <a:bodyPr wrap="none" rtlCol="0">
            <a:spAutoFit/>
          </a:bodyPr>
          <a:lstStyle/>
          <a:p>
            <a:r>
              <a:rPr lang="fr-FR" sz="900" i="1" dirty="0">
                <a:solidFill>
                  <a:schemeClr val="tx1">
                    <a:lumMod val="50000"/>
                  </a:schemeClr>
                </a:solidFill>
              </a:rPr>
              <a:t>Par ex. : </a:t>
            </a:r>
          </a:p>
        </p:txBody>
      </p:sp>
    </p:spTree>
    <p:extLst>
      <p:ext uri="{BB962C8B-B14F-4D97-AF65-F5344CB8AC3E}">
        <p14:creationId xmlns:p14="http://schemas.microsoft.com/office/powerpoint/2010/main" val="57791619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35976-257B-63EA-1FED-DA749127DDDB}"/>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0FE489E8-F56B-1E84-4368-537EDAF0DF6D}"/>
              </a:ext>
            </a:extLst>
          </p:cNvPr>
          <p:cNvSpPr>
            <a:spLocks noGrp="1"/>
          </p:cNvSpPr>
          <p:nvPr>
            <p:ph type="ctrTitle"/>
          </p:nvPr>
        </p:nvSpPr>
        <p:spPr>
          <a:xfrm>
            <a:off x="720000" y="2169000"/>
            <a:ext cx="10980000" cy="2520000"/>
          </a:xfrm>
        </p:spPr>
        <p:txBody>
          <a:bodyPr anchor="ctr">
            <a:normAutofit fontScale="90000"/>
          </a:bodyPr>
          <a:lstStyle/>
          <a:p>
            <a:r>
              <a:rPr kumimoji="0" lang="fr-FR" sz="5400" b="0" i="1" u="none" strike="noStrike" kern="1200" cap="all" spc="0" normalizeH="0" baseline="0" noProof="0" dirty="0">
                <a:ln>
                  <a:noFill/>
                </a:ln>
                <a:solidFill>
                  <a:srgbClr val="009597"/>
                </a:solidFill>
                <a:effectLst/>
                <a:uLnTx/>
                <a:uFillTx/>
                <a:latin typeface="Arial"/>
                <a:ea typeface="+mj-ea"/>
                <a:cs typeface="+mj-cs"/>
              </a:rPr>
              <a:t>DSP3/PSR</a:t>
            </a:r>
            <a:br>
              <a:rPr lang="fr-FR" noProof="0" dirty="0"/>
            </a:br>
            <a:r>
              <a:rPr lang="fr-FR" noProof="0" dirty="0"/>
              <a:t>Principales évolutions fonctionnelles apportées </a:t>
            </a:r>
          </a:p>
        </p:txBody>
      </p:sp>
      <p:sp>
        <p:nvSpPr>
          <p:cNvPr id="5" name="Espace réservé du numéro de diapositive 4">
            <a:extLst>
              <a:ext uri="{FF2B5EF4-FFF2-40B4-BE49-F238E27FC236}">
                <a16:creationId xmlns:a16="http://schemas.microsoft.com/office/drawing/2014/main" id="{D5089D37-A815-6DC0-6AED-549D1B53B5D3}"/>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13</a:t>
            </a:fld>
            <a:endParaRPr lang="fr-FR" noProof="0" dirty="0"/>
          </a:p>
        </p:txBody>
      </p:sp>
    </p:spTree>
    <p:extLst>
      <p:ext uri="{BB962C8B-B14F-4D97-AF65-F5344CB8AC3E}">
        <p14:creationId xmlns:p14="http://schemas.microsoft.com/office/powerpoint/2010/main" val="3719243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FDAED-B0B5-24D6-72D6-5B5FA1E64295}"/>
            </a:ext>
          </a:extLst>
        </p:cNvPr>
        <p:cNvGrpSpPr/>
        <p:nvPr/>
      </p:nvGrpSpPr>
      <p:grpSpPr>
        <a:xfrm>
          <a:off x="0" y="0"/>
          <a:ext cx="0" cy="0"/>
          <a:chOff x="0" y="0"/>
          <a:chExt cx="0" cy="0"/>
        </a:xfrm>
      </p:grpSpPr>
      <p:graphicFrame>
        <p:nvGraphicFramePr>
          <p:cNvPr id="13" name="Tableau 12">
            <a:extLst>
              <a:ext uri="{FF2B5EF4-FFF2-40B4-BE49-F238E27FC236}">
                <a16:creationId xmlns:a16="http://schemas.microsoft.com/office/drawing/2014/main" id="{53238442-5F2A-575C-81CF-FA618E470ECD}"/>
              </a:ext>
            </a:extLst>
          </p:cNvPr>
          <p:cNvGraphicFramePr>
            <a:graphicFrameLocks noGrp="1"/>
          </p:cNvGraphicFramePr>
          <p:nvPr/>
        </p:nvGraphicFramePr>
        <p:xfrm>
          <a:off x="625191" y="3812933"/>
          <a:ext cx="5470809" cy="2809838"/>
        </p:xfrm>
        <a:graphic>
          <a:graphicData uri="http://schemas.openxmlformats.org/drawingml/2006/table">
            <a:tbl>
              <a:tblPr firstRow="1" bandRow="1">
                <a:tableStyleId>{5C22544A-7EE6-4342-B048-85BDC9FD1C3A}</a:tableStyleId>
              </a:tblPr>
              <a:tblGrid>
                <a:gridCol w="5470809">
                  <a:extLst>
                    <a:ext uri="{9D8B030D-6E8A-4147-A177-3AD203B41FA5}">
                      <a16:colId xmlns:a16="http://schemas.microsoft.com/office/drawing/2014/main" val="2151466150"/>
                    </a:ext>
                  </a:extLst>
                </a:gridCol>
              </a:tblGrid>
              <a:tr h="4599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solidFill>
                          <a:ea typeface="Calibri" pitchFamily="34" charset="-122"/>
                          <a:cs typeface="Calibri" pitchFamily="34" charset="-120"/>
                        </a:rPr>
                        <a:t>Le mécanisme de vérification du bénéficiaire (</a:t>
                      </a:r>
                      <a:r>
                        <a:rPr lang="fr-FR" sz="1200" b="1" dirty="0" err="1">
                          <a:solidFill>
                            <a:schemeClr val="bg1"/>
                          </a:solidFill>
                          <a:ea typeface="Calibri" pitchFamily="34" charset="-122"/>
                          <a:cs typeface="Calibri" pitchFamily="34" charset="-120"/>
                        </a:rPr>
                        <a:t>VoP</a:t>
                      </a:r>
                      <a:r>
                        <a:rPr lang="fr-FR" sz="1200" b="1" dirty="0">
                          <a:solidFill>
                            <a:schemeClr val="bg1"/>
                          </a:solidFill>
                          <a:ea typeface="Calibri" pitchFamily="34" charset="-122"/>
                          <a:cs typeface="Calibri" pitchFamily="34" charset="-120"/>
                        </a:rPr>
                        <a:t>) en 4 étapes</a:t>
                      </a:r>
                      <a:endParaRPr lang="fr-FR" sz="1200" dirty="0"/>
                    </a:p>
                  </a:txBody>
                  <a:tcPr marT="43936" marB="43936" anchor="ctr"/>
                </a:tc>
                <a:extLst>
                  <a:ext uri="{0D108BD9-81ED-4DB2-BD59-A6C34878D82A}">
                    <a16:rowId xmlns:a16="http://schemas.microsoft.com/office/drawing/2014/main" val="3744522837"/>
                  </a:ext>
                </a:extLst>
              </a:tr>
              <a:tr h="2349863">
                <a:tc>
                  <a:txBody>
                    <a:bodyPr/>
                    <a:lstStyle/>
                    <a:p>
                      <a:pPr algn="ctr"/>
                      <a:endParaRPr lang="fr-FR" sz="1200" dirty="0"/>
                    </a:p>
                  </a:txBody>
                  <a:tcPr marT="43936" marB="43936" anchor="ctr"/>
                </a:tc>
                <a:extLst>
                  <a:ext uri="{0D108BD9-81ED-4DB2-BD59-A6C34878D82A}">
                    <a16:rowId xmlns:a16="http://schemas.microsoft.com/office/drawing/2014/main" val="2731555051"/>
                  </a:ext>
                </a:extLst>
              </a:tr>
            </a:tbl>
          </a:graphicData>
        </a:graphic>
      </p:graphicFrame>
      <p:sp>
        <p:nvSpPr>
          <p:cNvPr id="306" name="Espace réservé du texte 1">
            <a:extLst>
              <a:ext uri="{FF2B5EF4-FFF2-40B4-BE49-F238E27FC236}">
                <a16:creationId xmlns:a16="http://schemas.microsoft.com/office/drawing/2014/main" id="{47EA0611-F1E6-B65B-D71F-DB2280C0D784}"/>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LE PSR RÉALLOUE UNE PARTIE DU RISQUE DE FRAUDE PAR MANIPULATION VERS LE PSP, SUR TROIS FRONTS</a:t>
            </a:r>
            <a:endParaRPr lang="fr-FR" sz="1800" noProof="0" dirty="0">
              <a:latin typeface="+mn-lt"/>
            </a:endParaRPr>
          </a:p>
        </p:txBody>
      </p:sp>
      <p:sp>
        <p:nvSpPr>
          <p:cNvPr id="3" name="Rectangle 2">
            <a:extLst>
              <a:ext uri="{FF2B5EF4-FFF2-40B4-BE49-F238E27FC236}">
                <a16:creationId xmlns:a16="http://schemas.microsoft.com/office/drawing/2014/main" id="{3C14ACC3-FF1A-E07B-6E26-5BA10F1ADBED}"/>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b="1" dirty="0">
                <a:solidFill>
                  <a:schemeClr val="tx1">
                    <a:lumMod val="50000"/>
                  </a:schemeClr>
                </a:solidFill>
              </a:rPr>
              <a:t>La DSP2 a traité la fraude sous un seul angle, l'opération non autorisée, celle que le client n'a pas validée. Sa réponse, l'authentification forte, ne résiste pas lorsque le client valide lui-même l'opération sous manipulation. </a:t>
            </a:r>
            <a:r>
              <a:rPr lang="fr-FR" sz="1200" dirty="0">
                <a:solidFill>
                  <a:schemeClr val="tx1">
                    <a:lumMod val="50000"/>
                  </a:schemeClr>
                </a:solidFill>
              </a:rPr>
              <a:t>Face à ce nouvel enjeu, trois leviers du PSR : vérification du bénéficiaire avant chaque virement, obligation de partage de données de fraude entre PSP et responsabilité du PSP en cas d'usurpation d'identité.</a:t>
            </a:r>
          </a:p>
        </p:txBody>
      </p:sp>
      <p:grpSp>
        <p:nvGrpSpPr>
          <p:cNvPr id="16" name="Groupe 15">
            <a:extLst>
              <a:ext uri="{FF2B5EF4-FFF2-40B4-BE49-F238E27FC236}">
                <a16:creationId xmlns:a16="http://schemas.microsoft.com/office/drawing/2014/main" id="{BB50B055-0358-B330-F32E-69A9F3E7F7D1}"/>
              </a:ext>
            </a:extLst>
          </p:cNvPr>
          <p:cNvGrpSpPr/>
          <p:nvPr/>
        </p:nvGrpSpPr>
        <p:grpSpPr>
          <a:xfrm>
            <a:off x="6445937" y="4091413"/>
            <a:ext cx="5141225" cy="2399274"/>
            <a:chOff x="6445937" y="4129730"/>
            <a:chExt cx="5141225" cy="2399274"/>
          </a:xfrm>
        </p:grpSpPr>
        <p:sp>
          <p:nvSpPr>
            <p:cNvPr id="57" name="Rectangle : coins arrondis 56">
              <a:extLst>
                <a:ext uri="{FF2B5EF4-FFF2-40B4-BE49-F238E27FC236}">
                  <a16:creationId xmlns:a16="http://schemas.microsoft.com/office/drawing/2014/main" id="{ABC9C0A7-EC0A-9224-83A0-8C0725A406A1}"/>
                </a:ext>
              </a:extLst>
            </p:cNvPr>
            <p:cNvSpPr/>
            <p:nvPr/>
          </p:nvSpPr>
          <p:spPr>
            <a:xfrm>
              <a:off x="6445937" y="4322272"/>
              <a:ext cx="5141225" cy="87565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client saisit un IBAN correct mais se trompe sur le nom du bénéficiaire. Avant, le virement partait sans alerte, seul l'IBAN faisant foi. </a:t>
              </a:r>
              <a:r>
                <a:rPr lang="fr-FR" sz="1200" b="1" dirty="0">
                  <a:solidFill>
                    <a:srgbClr val="1A1A2E"/>
                  </a:solidFill>
                  <a:ea typeface="Calibri" pitchFamily="34" charset="-122"/>
                  <a:cs typeface="Calibri" pitchFamily="34" charset="-120"/>
                </a:rPr>
                <a:t>Désormais, l'écart déclenche une alerte avant validation.</a:t>
              </a:r>
              <a:endParaRPr lang="en-US" sz="1200" b="1" dirty="0"/>
            </a:p>
          </p:txBody>
        </p:sp>
        <p:sp>
          <p:nvSpPr>
            <p:cNvPr id="62" name="Rectangle : coins arrondis 61">
              <a:extLst>
                <a:ext uri="{FF2B5EF4-FFF2-40B4-BE49-F238E27FC236}">
                  <a16:creationId xmlns:a16="http://schemas.microsoft.com/office/drawing/2014/main" id="{5179374B-4C54-4D14-DF27-ACE925ADC53F}"/>
                </a:ext>
              </a:extLst>
            </p:cNvPr>
            <p:cNvSpPr/>
            <p:nvPr/>
          </p:nvSpPr>
          <p:spPr>
            <a:xfrm>
              <a:off x="6445937" y="5653351"/>
              <a:ext cx="5141225" cy="87565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fraudeur usurpe le numéro affiché de la banque pour convaincre un client de valider en urgence un virement présenté comme un blocage de fraude. Le client authentifie l'opération. </a:t>
              </a:r>
              <a:r>
                <a:rPr lang="fr-FR" sz="1200" b="1" dirty="0">
                  <a:solidFill>
                    <a:srgbClr val="1A1A2E"/>
                  </a:solidFill>
                  <a:ea typeface="Calibri" pitchFamily="34" charset="-122"/>
                  <a:cs typeface="Calibri" pitchFamily="34" charset="-120"/>
                </a:rPr>
                <a:t>La banque rembourse intégralement, sous réserve des conditions prévues par le PSR.</a:t>
              </a:r>
              <a:endParaRPr lang="fr-FR" sz="1200" b="1" dirty="0"/>
            </a:p>
          </p:txBody>
        </p:sp>
        <p:sp>
          <p:nvSpPr>
            <p:cNvPr id="256" name="ZoneTexte 255">
              <a:extLst>
                <a:ext uri="{FF2B5EF4-FFF2-40B4-BE49-F238E27FC236}">
                  <a16:creationId xmlns:a16="http://schemas.microsoft.com/office/drawing/2014/main" id="{C2E44DC1-D8A9-581F-4528-28F8A70598D4}"/>
                </a:ext>
              </a:extLst>
            </p:cNvPr>
            <p:cNvSpPr txBox="1"/>
            <p:nvPr/>
          </p:nvSpPr>
          <p:spPr>
            <a:xfrm>
              <a:off x="6445937" y="4129730"/>
              <a:ext cx="2781211" cy="184666"/>
            </a:xfrm>
            <a:prstGeom prst="rect">
              <a:avLst/>
            </a:prstGeom>
            <a:noFill/>
          </p:spPr>
          <p:txBody>
            <a:bodyPr wrap="none" lIns="0" tIns="0" rIns="0" bIns="0" rtlCol="0">
              <a:spAutoFit/>
            </a:bodyPr>
            <a:lstStyle/>
            <a:p>
              <a:r>
                <a:rPr lang="fr-FR" sz="1200" i="1" dirty="0">
                  <a:solidFill>
                    <a:schemeClr val="tx1">
                      <a:lumMod val="50000"/>
                    </a:schemeClr>
                  </a:solidFill>
                </a:rPr>
                <a:t>Exemple 1 : virement mal saisi (prévenir)</a:t>
              </a:r>
            </a:p>
          </p:txBody>
        </p:sp>
        <p:sp>
          <p:nvSpPr>
            <p:cNvPr id="257" name="ZoneTexte 256">
              <a:extLst>
                <a:ext uri="{FF2B5EF4-FFF2-40B4-BE49-F238E27FC236}">
                  <a16:creationId xmlns:a16="http://schemas.microsoft.com/office/drawing/2014/main" id="{A509FC1D-D4A3-E003-C238-0FE990745246}"/>
                </a:ext>
              </a:extLst>
            </p:cNvPr>
            <p:cNvSpPr txBox="1"/>
            <p:nvPr/>
          </p:nvSpPr>
          <p:spPr>
            <a:xfrm>
              <a:off x="6445937" y="5468685"/>
              <a:ext cx="2864567" cy="184666"/>
            </a:xfrm>
            <a:prstGeom prst="rect">
              <a:avLst/>
            </a:prstGeom>
            <a:noFill/>
          </p:spPr>
          <p:txBody>
            <a:bodyPr wrap="none" lIns="0" tIns="0" rIns="0" bIns="0" rtlCol="0">
              <a:spAutoFit/>
            </a:bodyPr>
            <a:lstStyle/>
            <a:p>
              <a:r>
                <a:rPr lang="fr-FR" sz="1200" i="1" dirty="0">
                  <a:solidFill>
                    <a:schemeClr val="tx1">
                      <a:lumMod val="50000"/>
                    </a:schemeClr>
                  </a:solidFill>
                </a:rPr>
                <a:t>Exemple 2 : usurpation d’identité (réparer)</a:t>
              </a:r>
            </a:p>
          </p:txBody>
        </p:sp>
      </p:grpSp>
      <p:grpSp>
        <p:nvGrpSpPr>
          <p:cNvPr id="15" name="Groupe 14">
            <a:extLst>
              <a:ext uri="{FF2B5EF4-FFF2-40B4-BE49-F238E27FC236}">
                <a16:creationId xmlns:a16="http://schemas.microsoft.com/office/drawing/2014/main" id="{17CC1CF0-C788-CBAF-8C3F-D83740489B62}"/>
              </a:ext>
            </a:extLst>
          </p:cNvPr>
          <p:cNvGrpSpPr/>
          <p:nvPr/>
        </p:nvGrpSpPr>
        <p:grpSpPr>
          <a:xfrm>
            <a:off x="904863" y="4322821"/>
            <a:ext cx="4911464" cy="2206184"/>
            <a:chOff x="773784" y="4322821"/>
            <a:chExt cx="4911464" cy="2206184"/>
          </a:xfrm>
        </p:grpSpPr>
        <p:sp>
          <p:nvSpPr>
            <p:cNvPr id="49" name="Rectangle 48">
              <a:extLst>
                <a:ext uri="{FF2B5EF4-FFF2-40B4-BE49-F238E27FC236}">
                  <a16:creationId xmlns:a16="http://schemas.microsoft.com/office/drawing/2014/main" id="{91CE1A66-8418-5AAD-73E9-4A125DB055FD}"/>
                </a:ext>
              </a:extLst>
            </p:cNvPr>
            <p:cNvSpPr/>
            <p:nvPr/>
          </p:nvSpPr>
          <p:spPr>
            <a:xfrm>
              <a:off x="776388" y="4322821"/>
              <a:ext cx="2074085"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fr-FR" sz="1200" b="1" dirty="0">
                  <a:solidFill>
                    <a:schemeClr val="tx1">
                      <a:lumMod val="50000"/>
                    </a:schemeClr>
                  </a:solidFill>
                </a:rPr>
                <a:t>(</a:t>
              </a:r>
              <a:r>
                <a:rPr lang="fr-FR" sz="1200" b="1" noProof="0" dirty="0">
                  <a:solidFill>
                    <a:schemeClr val="tx1">
                      <a:lumMod val="50000"/>
                    </a:schemeClr>
                  </a:solidFill>
                </a:rPr>
                <a:t>1) Saisie</a:t>
              </a:r>
              <a:br>
                <a:rPr lang="fr-FR" sz="1200" b="1" noProof="0" dirty="0">
                  <a:solidFill>
                    <a:schemeClr val="tx1">
                      <a:lumMod val="50000"/>
                    </a:schemeClr>
                  </a:solidFill>
                </a:rPr>
              </a:br>
              <a:r>
                <a:rPr lang="fr-FR" sz="1200" noProof="0" dirty="0">
                  <a:solidFill>
                    <a:schemeClr val="tx1">
                      <a:lumMod val="50000"/>
                    </a:schemeClr>
                  </a:solidFill>
                </a:rPr>
                <a:t>Le client saisit l'IBAN et le nom du bénéficiaire.</a:t>
              </a:r>
            </a:p>
          </p:txBody>
        </p:sp>
        <p:sp>
          <p:nvSpPr>
            <p:cNvPr id="51" name="Rectangle 50">
              <a:extLst>
                <a:ext uri="{FF2B5EF4-FFF2-40B4-BE49-F238E27FC236}">
                  <a16:creationId xmlns:a16="http://schemas.microsoft.com/office/drawing/2014/main" id="{00EA80BA-C684-08D4-BAE2-1FB3F16A2F97}"/>
                </a:ext>
              </a:extLst>
            </p:cNvPr>
            <p:cNvSpPr/>
            <p:nvPr/>
          </p:nvSpPr>
          <p:spPr>
            <a:xfrm>
              <a:off x="3611163" y="4322821"/>
              <a:ext cx="2074085"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fr-FR" sz="1200" b="1" dirty="0">
                  <a:solidFill>
                    <a:schemeClr val="tx1">
                      <a:lumMod val="50000"/>
                    </a:schemeClr>
                  </a:solidFill>
                </a:rPr>
                <a:t>(2</a:t>
              </a:r>
              <a:r>
                <a:rPr lang="fr-FR" sz="1200" b="1" noProof="0" dirty="0">
                  <a:solidFill>
                    <a:schemeClr val="tx1">
                      <a:lumMod val="50000"/>
                    </a:schemeClr>
                  </a:solidFill>
                </a:rPr>
                <a:t>) Interrogation</a:t>
              </a:r>
              <a:br>
                <a:rPr lang="fr-FR" sz="1200" b="1" noProof="0" dirty="0">
                  <a:solidFill>
                    <a:schemeClr val="tx1">
                      <a:lumMod val="50000"/>
                    </a:schemeClr>
                  </a:solidFill>
                </a:rPr>
              </a:br>
              <a:r>
                <a:rPr lang="fr-FR" sz="1200" noProof="0" dirty="0">
                  <a:solidFill>
                    <a:schemeClr val="tx1">
                      <a:lumMod val="50000"/>
                    </a:schemeClr>
                  </a:solidFill>
                </a:rPr>
                <a:t>La banque du payeur interroge la banque teneuse du compte cible.</a:t>
              </a:r>
            </a:p>
          </p:txBody>
        </p:sp>
        <p:sp>
          <p:nvSpPr>
            <p:cNvPr id="53" name="Rectangle 52">
              <a:extLst>
                <a:ext uri="{FF2B5EF4-FFF2-40B4-BE49-F238E27FC236}">
                  <a16:creationId xmlns:a16="http://schemas.microsoft.com/office/drawing/2014/main" id="{93E55200-2F63-6762-5CA1-3EAB6074F67A}"/>
                </a:ext>
              </a:extLst>
            </p:cNvPr>
            <p:cNvSpPr/>
            <p:nvPr/>
          </p:nvSpPr>
          <p:spPr>
            <a:xfrm>
              <a:off x="3608558" y="5653351"/>
              <a:ext cx="2074085" cy="87565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fr-FR" sz="1200" b="1" dirty="0">
                  <a:solidFill>
                    <a:schemeClr val="tx1">
                      <a:lumMod val="50000"/>
                    </a:schemeClr>
                  </a:solidFill>
                </a:rPr>
                <a:t>(4</a:t>
              </a:r>
              <a:r>
                <a:rPr lang="fr-FR" sz="1200" b="1" noProof="0" dirty="0">
                  <a:solidFill>
                    <a:schemeClr val="tx1">
                      <a:lumMod val="50000"/>
                    </a:schemeClr>
                  </a:solidFill>
                </a:rPr>
                <a:t>) Décision</a:t>
              </a:r>
              <a:br>
                <a:rPr lang="fr-FR" sz="1200" b="1" noProof="0" dirty="0">
                  <a:solidFill>
                    <a:schemeClr val="tx1">
                      <a:lumMod val="50000"/>
                    </a:schemeClr>
                  </a:solidFill>
                </a:rPr>
              </a:br>
              <a:r>
                <a:rPr lang="fr-FR" sz="1200" noProof="0" dirty="0">
                  <a:solidFill>
                    <a:schemeClr val="tx1">
                      <a:lumMod val="50000"/>
                    </a:schemeClr>
                  </a:solidFill>
                </a:rPr>
                <a:t>Concordance </a:t>
              </a:r>
              <a:r>
                <a:rPr lang="fr-FR" sz="1200" dirty="0">
                  <a:solidFill>
                    <a:schemeClr val="tx1">
                      <a:lumMod val="50000"/>
                    </a:schemeClr>
                  </a:solidFill>
                </a:rPr>
                <a:t>; A</a:t>
              </a:r>
              <a:r>
                <a:rPr lang="fr-FR" sz="1200" noProof="0" dirty="0" err="1">
                  <a:solidFill>
                    <a:schemeClr val="tx1">
                      <a:lumMod val="50000"/>
                    </a:schemeClr>
                  </a:solidFill>
                </a:rPr>
                <a:t>pprochante</a:t>
              </a:r>
              <a:r>
                <a:rPr lang="fr-FR" sz="1200" dirty="0">
                  <a:solidFill>
                    <a:schemeClr val="tx1">
                      <a:lumMod val="50000"/>
                    </a:schemeClr>
                  </a:solidFill>
                </a:rPr>
                <a:t> ; Ecart</a:t>
              </a:r>
              <a:endParaRPr lang="fr-FR" sz="1200" noProof="0" dirty="0">
                <a:solidFill>
                  <a:schemeClr val="tx1">
                    <a:lumMod val="50000"/>
                  </a:schemeClr>
                </a:solidFill>
              </a:endParaRPr>
            </a:p>
          </p:txBody>
        </p:sp>
        <p:sp>
          <p:nvSpPr>
            <p:cNvPr id="54" name="Rectangle 53">
              <a:extLst>
                <a:ext uri="{FF2B5EF4-FFF2-40B4-BE49-F238E27FC236}">
                  <a16:creationId xmlns:a16="http://schemas.microsoft.com/office/drawing/2014/main" id="{43265F7C-4AFA-0A57-DE8C-F2165B1A388A}"/>
                </a:ext>
              </a:extLst>
            </p:cNvPr>
            <p:cNvSpPr/>
            <p:nvPr/>
          </p:nvSpPr>
          <p:spPr>
            <a:xfrm>
              <a:off x="773784" y="5653351"/>
              <a:ext cx="2074085"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fr-FR" sz="1200" b="1" dirty="0">
                  <a:solidFill>
                    <a:schemeClr val="tx1">
                      <a:lumMod val="50000"/>
                    </a:schemeClr>
                  </a:solidFill>
                </a:rPr>
                <a:t>(3</a:t>
              </a:r>
              <a:r>
                <a:rPr lang="fr-FR" sz="1200" b="1" noProof="0" dirty="0">
                  <a:solidFill>
                    <a:schemeClr val="tx1">
                      <a:lumMod val="50000"/>
                    </a:schemeClr>
                  </a:solidFill>
                </a:rPr>
                <a:t>) Comparaison</a:t>
              </a:r>
              <a:br>
                <a:rPr lang="fr-FR" sz="1200" b="1" noProof="0" dirty="0">
                  <a:solidFill>
                    <a:schemeClr val="tx1">
                      <a:lumMod val="50000"/>
                    </a:schemeClr>
                  </a:solidFill>
                </a:rPr>
              </a:br>
              <a:r>
                <a:rPr lang="fr-FR" sz="1200" noProof="0" dirty="0">
                  <a:solidFill>
                    <a:schemeClr val="tx1">
                      <a:lumMod val="50000"/>
                    </a:schemeClr>
                  </a:solidFill>
                </a:rPr>
                <a:t>Le nom saisi est comparé au titulaire réel.</a:t>
              </a:r>
            </a:p>
          </p:txBody>
        </p:sp>
        <p:cxnSp>
          <p:nvCxnSpPr>
            <p:cNvPr id="259" name="Connecteur droit avec flèche 258">
              <a:extLst>
                <a:ext uri="{FF2B5EF4-FFF2-40B4-BE49-F238E27FC236}">
                  <a16:creationId xmlns:a16="http://schemas.microsoft.com/office/drawing/2014/main" id="{728F4FA1-649F-7102-E056-4280A7A968DC}"/>
                </a:ext>
              </a:extLst>
            </p:cNvPr>
            <p:cNvCxnSpPr>
              <a:stCxn id="49" idx="3"/>
              <a:endCxn id="51" idx="1"/>
            </p:cNvCxnSpPr>
            <p:nvPr/>
          </p:nvCxnSpPr>
          <p:spPr>
            <a:xfrm>
              <a:off x="2850473" y="4760648"/>
              <a:ext cx="760690" cy="0"/>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Connecteur droit avec flèche 264">
              <a:extLst>
                <a:ext uri="{FF2B5EF4-FFF2-40B4-BE49-F238E27FC236}">
                  <a16:creationId xmlns:a16="http://schemas.microsoft.com/office/drawing/2014/main" id="{56CC7720-BB1B-DB98-FB14-9149BBBC42D8}"/>
                </a:ext>
              </a:extLst>
            </p:cNvPr>
            <p:cNvCxnSpPr>
              <a:cxnSpLocks/>
              <a:stCxn id="54" idx="3"/>
              <a:endCxn id="53" idx="1"/>
            </p:cNvCxnSpPr>
            <p:nvPr/>
          </p:nvCxnSpPr>
          <p:spPr>
            <a:xfrm>
              <a:off x="2847869" y="6091178"/>
              <a:ext cx="760689" cy="0"/>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Connecteur : en angle 270">
              <a:extLst>
                <a:ext uri="{FF2B5EF4-FFF2-40B4-BE49-F238E27FC236}">
                  <a16:creationId xmlns:a16="http://schemas.microsoft.com/office/drawing/2014/main" id="{7A8C212F-C371-3F63-941D-8F234DFA0CE3}"/>
                </a:ext>
              </a:extLst>
            </p:cNvPr>
            <p:cNvCxnSpPr>
              <a:stCxn id="51" idx="3"/>
              <a:endCxn id="54" idx="1"/>
            </p:cNvCxnSpPr>
            <p:nvPr/>
          </p:nvCxnSpPr>
          <p:spPr>
            <a:xfrm flipH="1">
              <a:off x="773784" y="4760648"/>
              <a:ext cx="4911464" cy="1330530"/>
            </a:xfrm>
            <a:prstGeom prst="bentConnector5">
              <a:avLst>
                <a:gd name="adj1" fmla="val -1721"/>
                <a:gd name="adj2" fmla="val 50000"/>
                <a:gd name="adj3" fmla="val 102104"/>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74" name="Rectangle : coins arrondis 273">
            <a:extLst>
              <a:ext uri="{FF2B5EF4-FFF2-40B4-BE49-F238E27FC236}">
                <a16:creationId xmlns:a16="http://schemas.microsoft.com/office/drawing/2014/main" id="{F494DDA4-32A3-26DF-050B-EBBA6AD12ACF}"/>
              </a:ext>
            </a:extLst>
          </p:cNvPr>
          <p:cNvSpPr/>
          <p:nvPr/>
        </p:nvSpPr>
        <p:spPr>
          <a:xfrm>
            <a:off x="631297" y="344776"/>
            <a:ext cx="998233" cy="233980"/>
          </a:xfrm>
          <a:prstGeom prst="round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dirty="0"/>
              <a:t>Fraude</a:t>
            </a:r>
          </a:p>
        </p:txBody>
      </p:sp>
      <p:graphicFrame>
        <p:nvGraphicFramePr>
          <p:cNvPr id="2" name="Tableau 1">
            <a:extLst>
              <a:ext uri="{FF2B5EF4-FFF2-40B4-BE49-F238E27FC236}">
                <a16:creationId xmlns:a16="http://schemas.microsoft.com/office/drawing/2014/main" id="{C0FB7C23-079F-68D5-ECB9-F269A4FE5682}"/>
              </a:ext>
            </a:extLst>
          </p:cNvPr>
          <p:cNvGraphicFramePr>
            <a:graphicFrameLocks noGrp="1"/>
          </p:cNvGraphicFramePr>
          <p:nvPr/>
        </p:nvGraphicFramePr>
        <p:xfrm>
          <a:off x="626493" y="1875644"/>
          <a:ext cx="10960673" cy="1828800"/>
        </p:xfrm>
        <a:graphic>
          <a:graphicData uri="http://schemas.openxmlformats.org/drawingml/2006/table">
            <a:tbl>
              <a:tblPr firstRow="1" bandRow="1">
                <a:tableStyleId>{5940675A-B579-460E-94D1-54222C63F5DA}</a:tableStyleId>
              </a:tblPr>
              <a:tblGrid>
                <a:gridCol w="1133414">
                  <a:extLst>
                    <a:ext uri="{9D8B030D-6E8A-4147-A177-3AD203B41FA5}">
                      <a16:colId xmlns:a16="http://schemas.microsoft.com/office/drawing/2014/main" val="1439011438"/>
                    </a:ext>
                  </a:extLst>
                </a:gridCol>
                <a:gridCol w="3275753">
                  <a:extLst>
                    <a:ext uri="{9D8B030D-6E8A-4147-A177-3AD203B41FA5}">
                      <a16:colId xmlns:a16="http://schemas.microsoft.com/office/drawing/2014/main" val="1123917366"/>
                    </a:ext>
                  </a:extLst>
                </a:gridCol>
                <a:gridCol w="3275753">
                  <a:extLst>
                    <a:ext uri="{9D8B030D-6E8A-4147-A177-3AD203B41FA5}">
                      <a16:colId xmlns:a16="http://schemas.microsoft.com/office/drawing/2014/main" val="2695273750"/>
                    </a:ext>
                  </a:extLst>
                </a:gridCol>
                <a:gridCol w="3275753">
                  <a:extLst>
                    <a:ext uri="{9D8B030D-6E8A-4147-A177-3AD203B41FA5}">
                      <a16:colId xmlns:a16="http://schemas.microsoft.com/office/drawing/2014/main" val="3184738081"/>
                    </a:ext>
                  </a:extLst>
                </a:gridCol>
              </a:tblGrid>
              <a:tr h="0">
                <a:tc>
                  <a:txBody>
                    <a:bodyPr/>
                    <a:lstStyle/>
                    <a:p>
                      <a:pPr algn="r">
                        <a:buNone/>
                      </a:pP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1. PRÉVENIR </a:t>
                      </a:r>
                      <a:r>
                        <a:rPr lang="en-US" sz="800" i="1" dirty="0">
                          <a:solidFill>
                            <a:schemeClr val="tx1">
                              <a:lumMod val="50000"/>
                            </a:schemeClr>
                          </a:solidFill>
                        </a:rPr>
                        <a:t>Art.50</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DÉTECTER </a:t>
                      </a:r>
                      <a:r>
                        <a:rPr lang="en-US" sz="800" i="1" dirty="0">
                          <a:solidFill>
                            <a:schemeClr val="tx1">
                              <a:lumMod val="50000"/>
                            </a:schemeClr>
                          </a:solidFill>
                        </a:rPr>
                        <a:t>Art.83 et 83a</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RÉPARER </a:t>
                      </a:r>
                      <a:r>
                        <a:rPr lang="en-US" sz="800" i="1" dirty="0">
                          <a:solidFill>
                            <a:schemeClr val="tx1">
                              <a:lumMod val="50000"/>
                            </a:schemeClr>
                          </a:solidFill>
                        </a:rPr>
                        <a:t>Art.59</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391329">
                <a:tc>
                  <a:txBody>
                    <a:bodyPr/>
                    <a:lstStyle/>
                    <a:p>
                      <a:pPr algn="r">
                        <a:buNone/>
                      </a:pPr>
                      <a:r>
                        <a:rPr lang="en-US" sz="1200" dirty="0">
                          <a:solidFill>
                            <a:srgbClr val="C00000"/>
                          </a:solidFill>
                        </a:rPr>
                        <a:t>✗ </a:t>
                      </a:r>
                      <a:r>
                        <a:rPr lang="en-US" sz="1200" b="1" dirty="0">
                          <a:solidFill>
                            <a:srgbClr val="C00000"/>
                          </a:solidFill>
                        </a:rPr>
                        <a:t>DSP2</a:t>
                      </a:r>
                      <a:endParaRPr lang="en-US" sz="1200" dirty="0">
                        <a:solidFill>
                          <a:srgbClr val="C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en-US" sz="1050" dirty="0">
                          <a:solidFill>
                            <a:schemeClr val="tx1">
                              <a:lumMod val="50000"/>
                            </a:schemeClr>
                          </a:solidFill>
                        </a:rPr>
                        <a:t>La </a:t>
                      </a:r>
                      <a:r>
                        <a:rPr lang="en-US" sz="1050" dirty="0" err="1">
                          <a:solidFill>
                            <a:schemeClr val="tx1">
                              <a:lumMod val="50000"/>
                            </a:schemeClr>
                          </a:solidFill>
                        </a:rPr>
                        <a:t>banque</a:t>
                      </a:r>
                      <a:r>
                        <a:rPr lang="en-US" sz="1050" dirty="0">
                          <a:solidFill>
                            <a:schemeClr val="tx1">
                              <a:lumMod val="50000"/>
                            </a:schemeClr>
                          </a:solidFill>
                        </a:rPr>
                        <a:t> ne </a:t>
                      </a:r>
                      <a:r>
                        <a:rPr lang="en-US" sz="1050" dirty="0" err="1">
                          <a:solidFill>
                            <a:schemeClr val="tx1">
                              <a:lumMod val="50000"/>
                            </a:schemeClr>
                          </a:solidFill>
                        </a:rPr>
                        <a:t>contrôle</a:t>
                      </a:r>
                      <a:r>
                        <a:rPr lang="en-US" sz="1050" dirty="0">
                          <a:solidFill>
                            <a:schemeClr val="tx1">
                              <a:lumMod val="50000"/>
                            </a:schemeClr>
                          </a:solidFill>
                        </a:rPr>
                        <a:t> </a:t>
                      </a:r>
                      <a:r>
                        <a:rPr lang="en-US" sz="1050" dirty="0" err="1">
                          <a:solidFill>
                            <a:schemeClr val="tx1">
                              <a:lumMod val="50000"/>
                            </a:schemeClr>
                          </a:solidFill>
                        </a:rPr>
                        <a:t>que</a:t>
                      </a:r>
                      <a:r>
                        <a:rPr lang="en-US" sz="1050" dirty="0">
                          <a:solidFill>
                            <a:schemeClr val="tx1">
                              <a:lumMod val="50000"/>
                            </a:schemeClr>
                          </a:solidFill>
                        </a:rPr>
                        <a:t> </a:t>
                      </a:r>
                      <a:r>
                        <a:rPr lang="en-US" sz="1050" dirty="0" err="1">
                          <a:solidFill>
                            <a:schemeClr val="tx1">
                              <a:lumMod val="50000"/>
                            </a:schemeClr>
                          </a:solidFill>
                        </a:rPr>
                        <a:t>l'IBAN</a:t>
                      </a:r>
                      <a:r>
                        <a:rPr lang="en-US" sz="1050" dirty="0">
                          <a:solidFill>
                            <a:schemeClr val="tx1">
                              <a:lumMod val="50000"/>
                            </a:schemeClr>
                          </a:solidFill>
                        </a:rPr>
                        <a:t>. Le virement part </a:t>
                      </a:r>
                      <a:r>
                        <a:rPr lang="en-US" sz="1050" dirty="0" err="1">
                          <a:solidFill>
                            <a:schemeClr val="tx1">
                              <a:lumMod val="50000"/>
                            </a:schemeClr>
                          </a:solidFill>
                        </a:rPr>
                        <a:t>même</a:t>
                      </a:r>
                      <a:r>
                        <a:rPr lang="en-US" sz="1050" dirty="0">
                          <a:solidFill>
                            <a:schemeClr val="tx1">
                              <a:lumMod val="50000"/>
                            </a:schemeClr>
                          </a:solidFill>
                        </a:rPr>
                        <a:t> </a:t>
                      </a:r>
                      <a:r>
                        <a:rPr lang="en-US" sz="1050" dirty="0" err="1">
                          <a:solidFill>
                            <a:schemeClr val="tx1">
                              <a:lumMod val="50000"/>
                            </a:schemeClr>
                          </a:solidFill>
                        </a:rPr>
                        <a:t>si</a:t>
                      </a:r>
                      <a:r>
                        <a:rPr lang="en-US" sz="1050" dirty="0">
                          <a:solidFill>
                            <a:schemeClr val="tx1">
                              <a:lumMod val="50000"/>
                            </a:schemeClr>
                          </a:solidFill>
                        </a:rPr>
                        <a:t> le nom ne correspond pas au </a:t>
                      </a:r>
                      <a:r>
                        <a:rPr lang="en-US" sz="1050" dirty="0" err="1">
                          <a:solidFill>
                            <a:schemeClr val="tx1">
                              <a:lumMod val="50000"/>
                            </a:schemeClr>
                          </a:solidFill>
                        </a:rPr>
                        <a:t>titulaire</a:t>
                      </a:r>
                      <a:r>
                        <a:rPr lang="en-US" sz="1050" dirty="0">
                          <a:solidFill>
                            <a:schemeClr val="tx1">
                              <a:lumMod val="50000"/>
                            </a:schemeClr>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en-US" sz="1050" dirty="0" err="1">
                          <a:solidFill>
                            <a:schemeClr val="tx1">
                              <a:lumMod val="50000"/>
                            </a:schemeClr>
                          </a:solidFill>
                        </a:rPr>
                        <a:t>Chaque</a:t>
                      </a:r>
                      <a:r>
                        <a:rPr lang="en-US" sz="1050" dirty="0">
                          <a:solidFill>
                            <a:schemeClr val="tx1">
                              <a:lumMod val="50000"/>
                            </a:schemeClr>
                          </a:solidFill>
                        </a:rPr>
                        <a:t> PSP surveille seul, sans vision des </a:t>
                      </a:r>
                      <a:r>
                        <a:rPr lang="en-US" sz="1050" dirty="0" err="1">
                          <a:solidFill>
                            <a:schemeClr val="tx1">
                              <a:lumMod val="50000"/>
                            </a:schemeClr>
                          </a:solidFill>
                        </a:rPr>
                        <a:t>schémas</a:t>
                      </a:r>
                      <a:r>
                        <a:rPr lang="en-US" sz="1050" dirty="0">
                          <a:solidFill>
                            <a:schemeClr val="tx1">
                              <a:lumMod val="50000"/>
                            </a:schemeClr>
                          </a:solidFill>
                        </a:rPr>
                        <a:t> de </a:t>
                      </a:r>
                      <a:r>
                        <a:rPr lang="en-US" sz="1050" dirty="0" err="1">
                          <a:solidFill>
                            <a:schemeClr val="tx1">
                              <a:lumMod val="50000"/>
                            </a:schemeClr>
                          </a:solidFill>
                        </a:rPr>
                        <a:t>fraude</a:t>
                      </a:r>
                      <a:r>
                        <a:rPr lang="en-US" sz="1050" dirty="0">
                          <a:solidFill>
                            <a:schemeClr val="tx1">
                              <a:lumMod val="50000"/>
                            </a:schemeClr>
                          </a:solidFill>
                        </a:rPr>
                        <a:t> du </a:t>
                      </a:r>
                      <a:r>
                        <a:rPr lang="en-US" sz="1050" dirty="0" err="1">
                          <a:solidFill>
                            <a:schemeClr val="tx1">
                              <a:lumMod val="50000"/>
                            </a:schemeClr>
                          </a:solidFill>
                        </a:rPr>
                        <a:t>marché</a:t>
                      </a:r>
                      <a:r>
                        <a:rPr lang="en-US" sz="1050" dirty="0">
                          <a:solidFill>
                            <a:schemeClr val="tx1">
                              <a:lumMod val="50000"/>
                            </a:schemeClr>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en-US" sz="1050" dirty="0">
                          <a:solidFill>
                            <a:schemeClr val="tx1">
                              <a:lumMod val="50000"/>
                            </a:schemeClr>
                          </a:solidFill>
                        </a:rPr>
                        <a:t>Le client a </a:t>
                      </a:r>
                      <a:r>
                        <a:rPr lang="en-US" sz="1050" dirty="0" err="1">
                          <a:solidFill>
                            <a:schemeClr val="tx1">
                              <a:lumMod val="50000"/>
                            </a:schemeClr>
                          </a:solidFill>
                        </a:rPr>
                        <a:t>validé</a:t>
                      </a:r>
                      <a:r>
                        <a:rPr lang="en-US" sz="1050" dirty="0">
                          <a:solidFill>
                            <a:schemeClr val="tx1">
                              <a:lumMod val="50000"/>
                            </a:schemeClr>
                          </a:solidFill>
                        </a:rPr>
                        <a:t>, </a:t>
                      </a:r>
                      <a:r>
                        <a:rPr lang="en-US" sz="1050" dirty="0" err="1">
                          <a:solidFill>
                            <a:schemeClr val="tx1">
                              <a:lumMod val="50000"/>
                            </a:schemeClr>
                          </a:solidFill>
                        </a:rPr>
                        <a:t>donc</a:t>
                      </a:r>
                      <a:r>
                        <a:rPr lang="en-US" sz="1050" dirty="0">
                          <a:solidFill>
                            <a:schemeClr val="tx1">
                              <a:lumMod val="50000"/>
                            </a:schemeClr>
                          </a:solidFill>
                        </a:rPr>
                        <a:t> </a:t>
                      </a:r>
                      <a:r>
                        <a:rPr lang="en-US" sz="1050" dirty="0" err="1">
                          <a:solidFill>
                            <a:schemeClr val="tx1">
                              <a:lumMod val="50000"/>
                            </a:schemeClr>
                          </a:solidFill>
                        </a:rPr>
                        <a:t>l'opération</a:t>
                      </a:r>
                      <a:r>
                        <a:rPr lang="en-US" sz="1050" dirty="0">
                          <a:solidFill>
                            <a:schemeClr val="tx1">
                              <a:lumMod val="50000"/>
                            </a:schemeClr>
                          </a:solidFill>
                        </a:rPr>
                        <a:t> est « </a:t>
                      </a:r>
                      <a:r>
                        <a:rPr lang="en-US" sz="1050" dirty="0" err="1">
                          <a:solidFill>
                            <a:schemeClr val="tx1">
                              <a:lumMod val="50000"/>
                            </a:schemeClr>
                          </a:solidFill>
                        </a:rPr>
                        <a:t>autorisée</a:t>
                      </a:r>
                      <a:r>
                        <a:rPr lang="en-US" sz="1050" dirty="0">
                          <a:solidFill>
                            <a:schemeClr val="tx1">
                              <a:lumMod val="50000"/>
                            </a:schemeClr>
                          </a:solidFill>
                        </a:rPr>
                        <a:t> ». </a:t>
                      </a:r>
                      <a:r>
                        <a:rPr lang="en-US" sz="1050" dirty="0" err="1">
                          <a:solidFill>
                            <a:schemeClr val="tx1">
                              <a:lumMod val="50000"/>
                            </a:schemeClr>
                          </a:solidFill>
                        </a:rPr>
                        <a:t>Aucun</a:t>
                      </a:r>
                      <a:r>
                        <a:rPr lang="en-US" sz="1050" dirty="0">
                          <a:solidFill>
                            <a:schemeClr val="tx1">
                              <a:lumMod val="50000"/>
                            </a:schemeClr>
                          </a:solidFill>
                        </a:rPr>
                        <a:t> </a:t>
                      </a:r>
                      <a:r>
                        <a:rPr lang="en-US" sz="1050" dirty="0" err="1">
                          <a:solidFill>
                            <a:schemeClr val="tx1">
                              <a:lumMod val="50000"/>
                            </a:schemeClr>
                          </a:solidFill>
                        </a:rPr>
                        <a:t>remboursement</a:t>
                      </a:r>
                      <a:r>
                        <a:rPr lang="en-US" sz="1050" dirty="0">
                          <a:solidFill>
                            <a:schemeClr val="tx1">
                              <a:lumMod val="50000"/>
                            </a:schemeClr>
                          </a:solidFill>
                        </a:rPr>
                        <a:t>, </a:t>
                      </a:r>
                      <a:r>
                        <a:rPr lang="en-US" sz="1050" dirty="0" err="1">
                          <a:solidFill>
                            <a:schemeClr val="tx1">
                              <a:lumMod val="50000"/>
                            </a:schemeClr>
                          </a:solidFill>
                        </a:rPr>
                        <a:t>même</a:t>
                      </a:r>
                      <a:r>
                        <a:rPr lang="en-US" sz="1050" dirty="0">
                          <a:solidFill>
                            <a:schemeClr val="tx1">
                              <a:lumMod val="50000"/>
                            </a:schemeClr>
                          </a:solidFill>
                        </a:rPr>
                        <a:t> </a:t>
                      </a:r>
                      <a:r>
                        <a:rPr lang="en-US" sz="1050" dirty="0" err="1">
                          <a:solidFill>
                            <a:schemeClr val="tx1">
                              <a:lumMod val="50000"/>
                            </a:schemeClr>
                          </a:solidFill>
                        </a:rPr>
                        <a:t>s'il</a:t>
                      </a:r>
                      <a:r>
                        <a:rPr lang="en-US" sz="1050" dirty="0">
                          <a:solidFill>
                            <a:schemeClr val="tx1">
                              <a:lumMod val="50000"/>
                            </a:schemeClr>
                          </a:solidFill>
                        </a:rPr>
                        <a:t> a </a:t>
                      </a:r>
                      <a:r>
                        <a:rPr lang="en-US" sz="1050" dirty="0" err="1">
                          <a:solidFill>
                            <a:schemeClr val="tx1">
                              <a:lumMod val="50000"/>
                            </a:schemeClr>
                          </a:solidFill>
                        </a:rPr>
                        <a:t>été</a:t>
                      </a:r>
                      <a:r>
                        <a:rPr lang="en-US" sz="1050" dirty="0">
                          <a:solidFill>
                            <a:schemeClr val="tx1">
                              <a:lumMod val="50000"/>
                            </a:schemeClr>
                          </a:solidFill>
                        </a:rPr>
                        <a:t> </a:t>
                      </a:r>
                      <a:r>
                        <a:rPr lang="en-US" sz="1050" dirty="0" err="1">
                          <a:solidFill>
                            <a:schemeClr val="tx1">
                              <a:lumMod val="50000"/>
                            </a:schemeClr>
                          </a:solidFill>
                        </a:rPr>
                        <a:t>trompé</a:t>
                      </a:r>
                      <a:r>
                        <a:rPr lang="en-US" sz="1050" dirty="0">
                          <a:solidFill>
                            <a:schemeClr val="tx1">
                              <a:lumMod val="50000"/>
                            </a:schemeClr>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extLst>
                  <a:ext uri="{0D108BD9-81ED-4DB2-BD59-A6C34878D82A}">
                    <a16:rowId xmlns:a16="http://schemas.microsoft.com/office/drawing/2014/main" val="3037277551"/>
                  </a:ext>
                </a:extLst>
              </a:tr>
              <a:tr h="532551">
                <a:tc>
                  <a:txBody>
                    <a:bodyPr/>
                    <a:lstStyle/>
                    <a:p>
                      <a:pPr algn="r">
                        <a:buNone/>
                      </a:pPr>
                      <a:r>
                        <a:rPr lang="en-US" sz="1200" dirty="0">
                          <a:solidFill>
                            <a:srgbClr val="739900"/>
                          </a:solidFill>
                        </a:rPr>
                        <a:t>✓ </a:t>
                      </a:r>
                      <a:r>
                        <a:rPr lang="en-US" sz="1200" b="1" dirty="0">
                          <a:solidFill>
                            <a:srgbClr val="739900"/>
                          </a:solidFill>
                        </a:rPr>
                        <a:t>DSP3/PSR</a:t>
                      </a:r>
                      <a:endParaRPr lang="en-US" sz="1200" dirty="0">
                        <a:solidFill>
                          <a:srgbClr val="739900"/>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La </a:t>
                      </a:r>
                      <a:r>
                        <a:rPr lang="fr-FR" sz="1050" dirty="0" err="1">
                          <a:solidFill>
                            <a:schemeClr val="tx1">
                              <a:lumMod val="50000"/>
                            </a:schemeClr>
                          </a:solidFill>
                        </a:rPr>
                        <a:t>VoP</a:t>
                      </a:r>
                      <a:r>
                        <a:rPr lang="fr-FR" sz="1050" dirty="0">
                          <a:solidFill>
                            <a:schemeClr val="tx1">
                              <a:lumMod val="50000"/>
                            </a:schemeClr>
                          </a:solidFill>
                        </a:rPr>
                        <a:t> devient obligatoire pour les virements entrant dans le périmètre du PSR, avec articulation avec le régime déjà prévu pour les Vir. </a:t>
                      </a:r>
                      <a:r>
                        <a:rPr lang="fr-FR" sz="1050" dirty="0" err="1">
                          <a:solidFill>
                            <a:schemeClr val="tx1">
                              <a:lumMod val="50000"/>
                            </a:schemeClr>
                          </a:solidFill>
                        </a:rPr>
                        <a:t>Inst</a:t>
                      </a:r>
                      <a:r>
                        <a:rPr lang="fr-FR" sz="1050" dirty="0">
                          <a:solidFill>
                            <a:schemeClr val="tx1">
                              <a:lumMod val="50000"/>
                            </a:schemeClr>
                          </a:solidFill>
                        </a:rPr>
                        <a:t>. en €.</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050" dirty="0">
                          <a:solidFill>
                            <a:schemeClr val="tx1">
                              <a:lumMod val="50000"/>
                            </a:schemeClr>
                          </a:solidFill>
                        </a:rPr>
                        <a:t>Surveillance des </a:t>
                      </a:r>
                      <a:r>
                        <a:rPr lang="en-US" sz="1050" dirty="0" err="1">
                          <a:solidFill>
                            <a:schemeClr val="tx1">
                              <a:lumMod val="50000"/>
                            </a:schemeClr>
                          </a:solidFill>
                        </a:rPr>
                        <a:t>opérations</a:t>
                      </a:r>
                      <a:r>
                        <a:rPr lang="en-US" sz="1050" dirty="0">
                          <a:solidFill>
                            <a:schemeClr val="tx1">
                              <a:lumMod val="50000"/>
                            </a:schemeClr>
                          </a:solidFill>
                        </a:rPr>
                        <a:t> </a:t>
                      </a:r>
                      <a:r>
                        <a:rPr lang="en-US" sz="1050" dirty="0" err="1">
                          <a:solidFill>
                            <a:schemeClr val="tx1">
                              <a:lumMod val="50000"/>
                            </a:schemeClr>
                          </a:solidFill>
                        </a:rPr>
                        <a:t>obligatoire</a:t>
                      </a:r>
                      <a:r>
                        <a:rPr lang="en-US" sz="1050" dirty="0">
                          <a:solidFill>
                            <a:schemeClr val="tx1">
                              <a:lumMod val="50000"/>
                            </a:schemeClr>
                          </a:solidFill>
                        </a:rPr>
                        <a:t>, et partage de données de </a:t>
                      </a:r>
                      <a:r>
                        <a:rPr lang="en-US" sz="1050" dirty="0" err="1">
                          <a:solidFill>
                            <a:schemeClr val="tx1">
                              <a:lumMod val="50000"/>
                            </a:schemeClr>
                          </a:solidFill>
                        </a:rPr>
                        <a:t>fraude</a:t>
                      </a:r>
                      <a:r>
                        <a:rPr lang="en-US" sz="1050" dirty="0">
                          <a:solidFill>
                            <a:schemeClr val="tx1">
                              <a:lumMod val="50000"/>
                            </a:schemeClr>
                          </a:solidFill>
                        </a:rPr>
                        <a:t> entre PSP </a:t>
                      </a:r>
                      <a:r>
                        <a:rPr lang="en-US" sz="1050" dirty="0" err="1">
                          <a:solidFill>
                            <a:schemeClr val="tx1">
                              <a:lumMod val="50000"/>
                            </a:schemeClr>
                          </a:solidFill>
                        </a:rPr>
                        <a:t>rendu</a:t>
                      </a:r>
                      <a:r>
                        <a:rPr lang="en-US" sz="1050" dirty="0">
                          <a:solidFill>
                            <a:schemeClr val="tx1">
                              <a:lumMod val="50000"/>
                            </a:schemeClr>
                          </a:solidFill>
                        </a:rPr>
                        <a:t> </a:t>
                      </a:r>
                      <a:r>
                        <a:rPr lang="en-US" sz="1050" dirty="0" err="1">
                          <a:solidFill>
                            <a:schemeClr val="tx1">
                              <a:lumMod val="50000"/>
                            </a:schemeClr>
                          </a:solidFill>
                        </a:rPr>
                        <a:t>obligatoire</a:t>
                      </a:r>
                      <a:r>
                        <a:rPr lang="en-US" sz="1050" dirty="0">
                          <a:solidFill>
                            <a:schemeClr val="tx1">
                              <a:lumMod val="50000"/>
                            </a:schemeClr>
                          </a:solidFill>
                        </a:rPr>
                        <a:t>.</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050" dirty="0">
                          <a:solidFill>
                            <a:schemeClr val="tx1">
                              <a:lumMod val="50000"/>
                            </a:schemeClr>
                          </a:solidFill>
                        </a:rPr>
                        <a:t>Si un </a:t>
                      </a:r>
                      <a:r>
                        <a:rPr lang="en-US" sz="1050" dirty="0" err="1">
                          <a:solidFill>
                            <a:schemeClr val="tx1">
                              <a:lumMod val="50000"/>
                            </a:schemeClr>
                          </a:solidFill>
                        </a:rPr>
                        <a:t>fraudeur</a:t>
                      </a:r>
                      <a:r>
                        <a:rPr lang="en-US" sz="1050" dirty="0">
                          <a:solidFill>
                            <a:schemeClr val="tx1">
                              <a:lumMod val="50000"/>
                            </a:schemeClr>
                          </a:solidFill>
                        </a:rPr>
                        <a:t> </a:t>
                      </a:r>
                      <a:r>
                        <a:rPr lang="en-US" sz="1050" dirty="0" err="1">
                          <a:solidFill>
                            <a:schemeClr val="tx1">
                              <a:lumMod val="50000"/>
                            </a:schemeClr>
                          </a:solidFill>
                        </a:rPr>
                        <a:t>s'est</a:t>
                      </a:r>
                      <a:r>
                        <a:rPr lang="en-US" sz="1050" dirty="0">
                          <a:solidFill>
                            <a:schemeClr val="tx1">
                              <a:lumMod val="50000"/>
                            </a:schemeClr>
                          </a:solidFill>
                        </a:rPr>
                        <a:t> fait passer pour la </a:t>
                      </a:r>
                      <a:r>
                        <a:rPr lang="en-US" sz="1050" dirty="0" err="1">
                          <a:solidFill>
                            <a:schemeClr val="tx1">
                              <a:lumMod val="50000"/>
                            </a:schemeClr>
                          </a:solidFill>
                        </a:rPr>
                        <a:t>banque</a:t>
                      </a:r>
                      <a:r>
                        <a:rPr lang="en-US" sz="1050" dirty="0">
                          <a:solidFill>
                            <a:schemeClr val="tx1">
                              <a:lumMod val="50000"/>
                            </a:schemeClr>
                          </a:solidFill>
                        </a:rPr>
                        <a:t> et </a:t>
                      </a:r>
                      <a:r>
                        <a:rPr lang="en-US" sz="1050" dirty="0" err="1">
                          <a:solidFill>
                            <a:schemeClr val="tx1">
                              <a:lumMod val="50000"/>
                            </a:schemeClr>
                          </a:solidFill>
                        </a:rPr>
                        <a:t>que</a:t>
                      </a:r>
                      <a:r>
                        <a:rPr lang="en-US" sz="1050" dirty="0">
                          <a:solidFill>
                            <a:schemeClr val="tx1">
                              <a:lumMod val="50000"/>
                            </a:schemeClr>
                          </a:solidFill>
                        </a:rPr>
                        <a:t> le client </a:t>
                      </a:r>
                      <a:r>
                        <a:rPr lang="en-US" sz="1050" dirty="0" err="1">
                          <a:solidFill>
                            <a:schemeClr val="tx1">
                              <a:lumMod val="50000"/>
                            </a:schemeClr>
                          </a:solidFill>
                        </a:rPr>
                        <a:t>porte</a:t>
                      </a:r>
                      <a:r>
                        <a:rPr lang="en-US" sz="1050" dirty="0">
                          <a:solidFill>
                            <a:schemeClr val="tx1">
                              <a:lumMod val="50000"/>
                            </a:schemeClr>
                          </a:solidFill>
                        </a:rPr>
                        <a:t> </a:t>
                      </a:r>
                      <a:r>
                        <a:rPr lang="en-US" sz="1050" dirty="0" err="1">
                          <a:solidFill>
                            <a:schemeClr val="tx1">
                              <a:lumMod val="50000"/>
                            </a:schemeClr>
                          </a:solidFill>
                        </a:rPr>
                        <a:t>plainte</a:t>
                      </a:r>
                      <a:r>
                        <a:rPr lang="en-US" sz="1050" dirty="0">
                          <a:solidFill>
                            <a:schemeClr val="tx1">
                              <a:lumMod val="50000"/>
                            </a:schemeClr>
                          </a:solidFill>
                        </a:rPr>
                        <a:t>, la </a:t>
                      </a:r>
                      <a:r>
                        <a:rPr lang="en-US" sz="1050" dirty="0" err="1">
                          <a:solidFill>
                            <a:schemeClr val="tx1">
                              <a:lumMod val="50000"/>
                            </a:schemeClr>
                          </a:solidFill>
                        </a:rPr>
                        <a:t>banque</a:t>
                      </a:r>
                      <a:r>
                        <a:rPr lang="en-US" sz="1050" dirty="0">
                          <a:solidFill>
                            <a:schemeClr val="tx1">
                              <a:lumMod val="50000"/>
                            </a:schemeClr>
                          </a:solidFill>
                        </a:rPr>
                        <a:t> </a:t>
                      </a:r>
                      <a:r>
                        <a:rPr lang="en-US" sz="1050" dirty="0" err="1">
                          <a:solidFill>
                            <a:schemeClr val="tx1">
                              <a:lumMod val="50000"/>
                            </a:schemeClr>
                          </a:solidFill>
                        </a:rPr>
                        <a:t>rembourse</a:t>
                      </a:r>
                      <a:r>
                        <a:rPr lang="en-US" sz="1050" dirty="0">
                          <a:solidFill>
                            <a:schemeClr val="tx1">
                              <a:lumMod val="50000"/>
                            </a:schemeClr>
                          </a:solidFill>
                        </a:rPr>
                        <a:t> sous 15 </a:t>
                      </a:r>
                      <a:r>
                        <a:rPr lang="en-US" sz="1050" dirty="0" err="1">
                          <a:solidFill>
                            <a:schemeClr val="tx1">
                              <a:lumMod val="50000"/>
                            </a:schemeClr>
                          </a:solidFill>
                        </a:rPr>
                        <a:t>jours</a:t>
                      </a:r>
                      <a:r>
                        <a:rPr lang="en-US" sz="1050" dirty="0">
                          <a:solidFill>
                            <a:schemeClr val="tx1">
                              <a:lumMod val="50000"/>
                            </a:schemeClr>
                          </a:solidFill>
                        </a:rPr>
                        <a:t> </a:t>
                      </a:r>
                      <a:r>
                        <a:rPr lang="en-US" sz="1050" dirty="0" err="1">
                          <a:solidFill>
                            <a:schemeClr val="tx1">
                              <a:lumMod val="50000"/>
                            </a:schemeClr>
                          </a:solidFill>
                        </a:rPr>
                        <a:t>ouvrables</a:t>
                      </a:r>
                      <a:r>
                        <a:rPr lang="en-US" sz="1050" dirty="0">
                          <a:solidFill>
                            <a:schemeClr val="tx1">
                              <a:lumMod val="50000"/>
                            </a:schemeClr>
                          </a:solidFill>
                        </a:rPr>
                        <a:t>.</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76219043"/>
                  </a:ext>
                </a:extLst>
              </a:tr>
              <a:tr h="532551">
                <a:tc>
                  <a:txBody>
                    <a:bodyPr/>
                    <a:lstStyle/>
                    <a:p>
                      <a:pPr algn="r">
                        <a:buNone/>
                      </a:pPr>
                      <a:r>
                        <a:rPr lang="en-US" sz="1200" b="1" dirty="0">
                          <a:solidFill>
                            <a:schemeClr val="tx1">
                              <a:lumMod val="50000"/>
                            </a:schemeClr>
                          </a:solidFill>
                        </a:rPr>
                        <a:t>Pour les </a:t>
                      </a:r>
                      <a:r>
                        <a:rPr lang="en-US" sz="1200" b="1" dirty="0" err="1">
                          <a:solidFill>
                            <a:schemeClr val="tx1">
                              <a:lumMod val="50000"/>
                            </a:schemeClr>
                          </a:solidFill>
                        </a:rPr>
                        <a:t>entités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solidFill>
                            <a:schemeClr val="tx1">
                              <a:lumMod val="50000"/>
                            </a:schemeClr>
                          </a:solidFill>
                        </a:rPr>
                        <a:t>Le </a:t>
                      </a:r>
                      <a:r>
                        <a:rPr lang="en-US" sz="1050" dirty="0" err="1">
                          <a:solidFill>
                            <a:schemeClr val="tx1">
                              <a:lumMod val="50000"/>
                            </a:schemeClr>
                          </a:solidFill>
                        </a:rPr>
                        <a:t>dispositif</a:t>
                      </a:r>
                      <a:r>
                        <a:rPr lang="en-US" sz="1050" dirty="0">
                          <a:solidFill>
                            <a:schemeClr val="tx1">
                              <a:lumMod val="50000"/>
                            </a:schemeClr>
                          </a:solidFill>
                        </a:rPr>
                        <a:t> </a:t>
                      </a:r>
                      <a:r>
                        <a:rPr lang="en-US" sz="1050" dirty="0" err="1">
                          <a:solidFill>
                            <a:schemeClr val="tx1">
                              <a:lumMod val="50000"/>
                            </a:schemeClr>
                          </a:solidFill>
                        </a:rPr>
                        <a:t>existe</a:t>
                      </a:r>
                      <a:r>
                        <a:rPr lang="en-US" sz="1050" dirty="0">
                          <a:solidFill>
                            <a:schemeClr val="tx1">
                              <a:lumMod val="50000"/>
                            </a:schemeClr>
                          </a:solidFill>
                        </a:rPr>
                        <a:t> déjà pour les virements </a:t>
                      </a:r>
                      <a:r>
                        <a:rPr lang="en-US" sz="1050" dirty="0" err="1">
                          <a:solidFill>
                            <a:schemeClr val="tx1">
                              <a:lumMod val="50000"/>
                            </a:schemeClr>
                          </a:solidFill>
                        </a:rPr>
                        <a:t>instantanés</a:t>
                      </a:r>
                      <a:r>
                        <a:rPr lang="en-US" sz="1050" dirty="0">
                          <a:solidFill>
                            <a:schemeClr val="tx1">
                              <a:lumMod val="50000"/>
                            </a:schemeClr>
                          </a:solidFill>
                        </a:rPr>
                        <a:t> (IPR). Le delta </a:t>
                      </a:r>
                      <a:r>
                        <a:rPr lang="en-US" sz="1050" dirty="0" err="1">
                          <a:solidFill>
                            <a:schemeClr val="tx1">
                              <a:lumMod val="50000"/>
                            </a:schemeClr>
                          </a:solidFill>
                        </a:rPr>
                        <a:t>porte</a:t>
                      </a:r>
                      <a:r>
                        <a:rPr lang="en-US" sz="1050" dirty="0">
                          <a:solidFill>
                            <a:schemeClr val="tx1">
                              <a:lumMod val="50000"/>
                            </a:schemeClr>
                          </a:solidFill>
                        </a:rPr>
                        <a:t> sur le </a:t>
                      </a:r>
                      <a:r>
                        <a:rPr lang="en-US" sz="1050" dirty="0" err="1">
                          <a:solidFill>
                            <a:schemeClr val="tx1">
                              <a:lumMod val="50000"/>
                            </a:schemeClr>
                          </a:solidFill>
                        </a:rPr>
                        <a:t>périmètre</a:t>
                      </a:r>
                      <a:r>
                        <a:rPr lang="en-US" sz="1050" dirty="0">
                          <a:solidFill>
                            <a:schemeClr val="tx1">
                              <a:lumMod val="50000"/>
                            </a:schemeClr>
                          </a:solidFill>
                        </a:rPr>
                        <a:t>, pas sur le </a:t>
                      </a:r>
                      <a:r>
                        <a:rPr lang="en-US" sz="1050" dirty="0" err="1">
                          <a:solidFill>
                            <a:schemeClr val="tx1">
                              <a:lumMod val="50000"/>
                            </a:schemeClr>
                          </a:solidFill>
                        </a:rPr>
                        <a:t>mécanisme</a:t>
                      </a:r>
                      <a:r>
                        <a:rPr lang="en-US" sz="1050" dirty="0">
                          <a:solidFill>
                            <a:schemeClr val="tx1">
                              <a:lumMod val="50000"/>
                            </a:schemeClr>
                          </a:solidFill>
                        </a:rPr>
                        <a:t>.</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solidFill>
                            <a:schemeClr val="tx1">
                              <a:lumMod val="50000"/>
                            </a:schemeClr>
                          </a:solidFill>
                        </a:rPr>
                        <a:t>Nouveaux flux inter-PSP à </a:t>
                      </a:r>
                      <a:r>
                        <a:rPr lang="en-US" sz="1050" dirty="0" err="1">
                          <a:solidFill>
                            <a:schemeClr val="tx1">
                              <a:lumMod val="50000"/>
                            </a:schemeClr>
                          </a:solidFill>
                        </a:rPr>
                        <a:t>construire</a:t>
                      </a:r>
                      <a:r>
                        <a:rPr lang="en-US" sz="1050" dirty="0">
                          <a:solidFill>
                            <a:schemeClr val="tx1">
                              <a:lumMod val="50000"/>
                            </a:schemeClr>
                          </a:solidFill>
                        </a:rPr>
                        <a:t>, sous </a:t>
                      </a:r>
                      <a:r>
                        <a:rPr lang="en-US" sz="1050" dirty="0" err="1">
                          <a:solidFill>
                            <a:schemeClr val="tx1">
                              <a:lumMod val="50000"/>
                            </a:schemeClr>
                          </a:solidFill>
                        </a:rPr>
                        <a:t>contrainte</a:t>
                      </a:r>
                      <a:r>
                        <a:rPr lang="en-US" sz="1050" dirty="0">
                          <a:solidFill>
                            <a:schemeClr val="tx1">
                              <a:lumMod val="50000"/>
                            </a:schemeClr>
                          </a:solidFill>
                        </a:rPr>
                        <a:t> RGPD.</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solidFill>
                            <a:schemeClr val="tx1">
                              <a:lumMod val="50000"/>
                            </a:schemeClr>
                          </a:solidFill>
                        </a:rPr>
                        <a:t>Motif de </a:t>
                      </a:r>
                      <a:r>
                        <a:rPr lang="en-US" sz="1050" dirty="0" err="1">
                          <a:solidFill>
                            <a:schemeClr val="tx1">
                              <a:lumMod val="50000"/>
                            </a:schemeClr>
                          </a:solidFill>
                        </a:rPr>
                        <a:t>remboursement</a:t>
                      </a:r>
                      <a:r>
                        <a:rPr lang="en-US" sz="1050" dirty="0">
                          <a:solidFill>
                            <a:schemeClr val="tx1">
                              <a:lumMod val="50000"/>
                            </a:schemeClr>
                          </a:solidFill>
                        </a:rPr>
                        <a:t> </a:t>
                      </a:r>
                      <a:r>
                        <a:rPr lang="en-US" sz="1050" dirty="0" err="1">
                          <a:solidFill>
                            <a:schemeClr val="tx1">
                              <a:lumMod val="50000"/>
                            </a:schemeClr>
                          </a:solidFill>
                        </a:rPr>
                        <a:t>entièrement</a:t>
                      </a:r>
                      <a:r>
                        <a:rPr lang="en-US" sz="1050" dirty="0">
                          <a:solidFill>
                            <a:schemeClr val="tx1">
                              <a:lumMod val="50000"/>
                            </a:schemeClr>
                          </a:solidFill>
                        </a:rPr>
                        <a:t> nouveau à </a:t>
                      </a:r>
                      <a:r>
                        <a:rPr lang="en-US" sz="1050" dirty="0" err="1">
                          <a:solidFill>
                            <a:schemeClr val="tx1">
                              <a:lumMod val="50000"/>
                            </a:schemeClr>
                          </a:solidFill>
                        </a:rPr>
                        <a:t>outiller</a:t>
                      </a:r>
                      <a:r>
                        <a:rPr lang="en-US" sz="1050" dirty="0">
                          <a:solidFill>
                            <a:schemeClr val="tx1">
                              <a:lumMod val="50000"/>
                            </a:schemeClr>
                          </a:solidFill>
                        </a:rPr>
                        <a:t>, du </a:t>
                      </a:r>
                      <a:r>
                        <a:rPr lang="en-US" sz="1050" dirty="0" err="1">
                          <a:solidFill>
                            <a:schemeClr val="tx1">
                              <a:lumMod val="50000"/>
                            </a:schemeClr>
                          </a:solidFill>
                        </a:rPr>
                        <a:t>parcours</a:t>
                      </a:r>
                      <a:r>
                        <a:rPr lang="en-US" sz="1050" dirty="0">
                          <a:solidFill>
                            <a:schemeClr val="tx1">
                              <a:lumMod val="50000"/>
                            </a:schemeClr>
                          </a:solidFill>
                        </a:rPr>
                        <a:t> de </a:t>
                      </a:r>
                      <a:r>
                        <a:rPr lang="en-US" sz="1050" dirty="0" err="1">
                          <a:solidFill>
                            <a:schemeClr val="tx1">
                              <a:lumMod val="50000"/>
                            </a:schemeClr>
                          </a:solidFill>
                        </a:rPr>
                        <a:t>réclamation</a:t>
                      </a:r>
                      <a:r>
                        <a:rPr lang="en-US" sz="1050" dirty="0">
                          <a:solidFill>
                            <a:schemeClr val="tx1">
                              <a:lumMod val="50000"/>
                            </a:schemeClr>
                          </a:solidFill>
                        </a:rPr>
                        <a:t> </a:t>
                      </a:r>
                      <a:r>
                        <a:rPr lang="en-US" sz="1050" dirty="0" err="1">
                          <a:solidFill>
                            <a:schemeClr val="tx1">
                              <a:lumMod val="50000"/>
                            </a:schemeClr>
                          </a:solidFill>
                        </a:rPr>
                        <a:t>jusqu'aux</a:t>
                      </a:r>
                      <a:r>
                        <a:rPr lang="en-US" sz="1050" dirty="0">
                          <a:solidFill>
                            <a:schemeClr val="tx1">
                              <a:lumMod val="50000"/>
                            </a:schemeClr>
                          </a:solidFill>
                        </a:rPr>
                        <a:t> provisions.</a:t>
                      </a: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spTree>
    <p:extLst>
      <p:ext uri="{BB962C8B-B14F-4D97-AF65-F5344CB8AC3E}">
        <p14:creationId xmlns:p14="http://schemas.microsoft.com/office/powerpoint/2010/main" val="6648546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0BBE-B137-5097-958A-22A3E4CCB734}"/>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5766C21A-8317-6325-F12E-92A2EFF07D06}"/>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LE PSR REFOND LE SOCLE DE LA SCA ET LÈVE DEUX DÉPENDANCES : AU SMARTPHONE, ET AUX FABRICANTS D'OS</a:t>
            </a:r>
            <a:endParaRPr lang="fr-FR" sz="1800" noProof="0" dirty="0">
              <a:latin typeface="+mn-lt"/>
            </a:endParaRPr>
          </a:p>
        </p:txBody>
      </p:sp>
      <p:sp>
        <p:nvSpPr>
          <p:cNvPr id="3" name="Rectangle 2">
            <a:extLst>
              <a:ext uri="{FF2B5EF4-FFF2-40B4-BE49-F238E27FC236}">
                <a16:creationId xmlns:a16="http://schemas.microsoft.com/office/drawing/2014/main" id="{1188DF31-7202-B0EA-B0EC-1C9810C3A01C}"/>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b="1" dirty="0">
                <a:solidFill>
                  <a:schemeClr val="tx1">
                    <a:lumMod val="50000"/>
                  </a:schemeClr>
                </a:solidFill>
              </a:rPr>
              <a:t>La DSP2 a créé la SCA : deux facteurs d’authentification indépendants, avec des exemptions fixées par les RTS de 2018. Huit ans plus tard, le dispositif s'est construit autour du smartphone, et l'accès aux fonctions du terminal dépend encore du bon vouloir des fabricants. </a:t>
            </a:r>
            <a:r>
              <a:rPr lang="fr-FR" sz="1200" dirty="0">
                <a:solidFill>
                  <a:schemeClr val="tx1">
                    <a:lumMod val="50000"/>
                  </a:schemeClr>
                </a:solidFill>
              </a:rPr>
              <a:t>Le PSR répond sur trois fronts : redéfinir le socle, inclure tous les clients, ouvrir l'accès au terminal.</a:t>
            </a:r>
          </a:p>
        </p:txBody>
      </p:sp>
      <p:sp>
        <p:nvSpPr>
          <p:cNvPr id="274" name="Rectangle : coins arrondis 273">
            <a:extLst>
              <a:ext uri="{FF2B5EF4-FFF2-40B4-BE49-F238E27FC236}">
                <a16:creationId xmlns:a16="http://schemas.microsoft.com/office/drawing/2014/main" id="{8B7185C3-B9E7-3BE8-CA39-4981E8764602}"/>
              </a:ext>
            </a:extLst>
          </p:cNvPr>
          <p:cNvSpPr/>
          <p:nvPr/>
        </p:nvSpPr>
        <p:spPr>
          <a:xfrm>
            <a:off x="631297" y="344776"/>
            <a:ext cx="998233" cy="233980"/>
          </a:xfrm>
          <a:prstGeom prst="round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dirty="0"/>
              <a:t>SCA</a:t>
            </a:r>
          </a:p>
        </p:txBody>
      </p:sp>
      <p:graphicFrame>
        <p:nvGraphicFramePr>
          <p:cNvPr id="2" name="Tableau 1">
            <a:extLst>
              <a:ext uri="{FF2B5EF4-FFF2-40B4-BE49-F238E27FC236}">
                <a16:creationId xmlns:a16="http://schemas.microsoft.com/office/drawing/2014/main" id="{B5221591-36BE-8FC0-DD3C-64E8617ABE09}"/>
              </a:ext>
            </a:extLst>
          </p:cNvPr>
          <p:cNvGraphicFramePr>
            <a:graphicFrameLocks noGrp="1"/>
          </p:cNvGraphicFramePr>
          <p:nvPr>
            <p:extLst>
              <p:ext uri="{D42A27DB-BD31-4B8C-83A1-F6EECF244321}">
                <p14:modId xmlns:p14="http://schemas.microsoft.com/office/powerpoint/2010/main" val="3048921264"/>
              </p:ext>
            </p:extLst>
          </p:nvPr>
        </p:nvGraphicFramePr>
        <p:xfrm>
          <a:off x="626493" y="1875644"/>
          <a:ext cx="10960673" cy="1828800"/>
        </p:xfrm>
        <a:graphic>
          <a:graphicData uri="http://schemas.openxmlformats.org/drawingml/2006/table">
            <a:tbl>
              <a:tblPr firstRow="1" bandRow="1">
                <a:tableStyleId>{5940675A-B579-460E-94D1-54222C63F5DA}</a:tableStyleId>
              </a:tblPr>
              <a:tblGrid>
                <a:gridCol w="1133414">
                  <a:extLst>
                    <a:ext uri="{9D8B030D-6E8A-4147-A177-3AD203B41FA5}">
                      <a16:colId xmlns:a16="http://schemas.microsoft.com/office/drawing/2014/main" val="1439011438"/>
                    </a:ext>
                  </a:extLst>
                </a:gridCol>
                <a:gridCol w="3275753">
                  <a:extLst>
                    <a:ext uri="{9D8B030D-6E8A-4147-A177-3AD203B41FA5}">
                      <a16:colId xmlns:a16="http://schemas.microsoft.com/office/drawing/2014/main" val="1123917366"/>
                    </a:ext>
                  </a:extLst>
                </a:gridCol>
                <a:gridCol w="3275753">
                  <a:extLst>
                    <a:ext uri="{9D8B030D-6E8A-4147-A177-3AD203B41FA5}">
                      <a16:colId xmlns:a16="http://schemas.microsoft.com/office/drawing/2014/main" val="2695273750"/>
                    </a:ext>
                  </a:extLst>
                </a:gridCol>
                <a:gridCol w="3275753">
                  <a:extLst>
                    <a:ext uri="{9D8B030D-6E8A-4147-A177-3AD203B41FA5}">
                      <a16:colId xmlns:a16="http://schemas.microsoft.com/office/drawing/2014/main" val="3184738081"/>
                    </a:ext>
                  </a:extLst>
                </a:gridCol>
              </a:tblGrid>
              <a:tr h="0">
                <a:tc>
                  <a:txBody>
                    <a:bodyPr/>
                    <a:lstStyle/>
                    <a:p>
                      <a:pPr algn="r">
                        <a:buNone/>
                      </a:pP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1. REDÉFINIR LE SOCLE </a:t>
                      </a:r>
                      <a:r>
                        <a:rPr lang="en-US" sz="800" i="1" dirty="0">
                          <a:solidFill>
                            <a:schemeClr val="tx1">
                              <a:lumMod val="50000"/>
                            </a:schemeClr>
                          </a:solidFill>
                        </a:rPr>
                        <a:t>Art.85, 85a, 89</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INCLURE TOUS LES CLIENTS </a:t>
                      </a:r>
                      <a:r>
                        <a:rPr lang="en-US" sz="800" i="1" dirty="0">
                          <a:solidFill>
                            <a:schemeClr val="tx1">
                              <a:lumMod val="50000"/>
                            </a:schemeClr>
                          </a:solidFill>
                        </a:rPr>
                        <a:t>Art.88</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OUVRIR L’ACCÈS </a:t>
                      </a:r>
                      <a:r>
                        <a:rPr lang="en-US" sz="800" i="1" dirty="0">
                          <a:solidFill>
                            <a:schemeClr val="tx1">
                              <a:lumMod val="50000"/>
                            </a:schemeClr>
                          </a:solidFill>
                        </a:rPr>
                        <a:t>Art.88a</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391329">
                <a:tc>
                  <a:txBody>
                    <a:bodyPr/>
                    <a:lstStyle/>
                    <a:p>
                      <a:pPr algn="r">
                        <a:buNone/>
                      </a:pPr>
                      <a:r>
                        <a:rPr lang="en-US" sz="1200" dirty="0">
                          <a:solidFill>
                            <a:srgbClr val="C00000"/>
                          </a:solidFill>
                        </a:rPr>
                        <a:t>✗ </a:t>
                      </a:r>
                      <a:r>
                        <a:rPr lang="en-US" sz="1200" b="1" dirty="0">
                          <a:solidFill>
                            <a:srgbClr val="C00000"/>
                          </a:solidFill>
                        </a:rPr>
                        <a:t>DSP2</a:t>
                      </a:r>
                      <a:endParaRPr lang="en-US" sz="1200" dirty="0">
                        <a:solidFill>
                          <a:srgbClr val="C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Exemptions figées par les RTS de 2018 et obligatoires pour tous.</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Aucune obligation d'accessibilité. La SCA s'est bâtie autour du smartphone.</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Aucun droit d'accès. Les PSP dépendent des fabricants d'OS pour le sans contact.</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extLst>
                  <a:ext uri="{0D108BD9-81ED-4DB2-BD59-A6C34878D82A}">
                    <a16:rowId xmlns:a16="http://schemas.microsoft.com/office/drawing/2014/main" val="3037277551"/>
                  </a:ext>
                </a:extLst>
              </a:tr>
              <a:tr h="532551">
                <a:tc>
                  <a:txBody>
                    <a:bodyPr/>
                    <a:lstStyle/>
                    <a:p>
                      <a:pPr algn="r">
                        <a:buNone/>
                      </a:pPr>
                      <a:r>
                        <a:rPr lang="en-US" sz="1200" dirty="0">
                          <a:solidFill>
                            <a:srgbClr val="739900"/>
                          </a:solidFill>
                        </a:rPr>
                        <a:t>✓ </a:t>
                      </a:r>
                      <a:r>
                        <a:rPr lang="en-US" sz="1200" b="1" dirty="0">
                          <a:solidFill>
                            <a:srgbClr val="739900"/>
                          </a:solidFill>
                        </a:rPr>
                        <a:t>DSP3/PSR</a:t>
                      </a:r>
                      <a:endParaRPr lang="en-US" sz="1200" dirty="0">
                        <a:solidFill>
                          <a:srgbClr val="739900"/>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Champ précisé et étendu à de nouvelles actions sensibles. Exemptions redéfinies et précisées par de nouveaux RTS, avec une application encadrée.</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Au moins un moyen gratuit adapté à chaque situation : handicap, âge, faible aisance numérique.</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Accès loyal, raisonnable et non discriminatoire aux fonctions du terminal, dont le NFC.</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76219043"/>
                  </a:ext>
                </a:extLst>
              </a:tr>
              <a:tr h="532551">
                <a:tc>
                  <a:txBody>
                    <a:bodyPr/>
                    <a:lstStyle/>
                    <a:p>
                      <a:pPr algn="r">
                        <a:buNone/>
                      </a:pPr>
                      <a:r>
                        <a:rPr lang="en-US" sz="1200" b="1" dirty="0">
                          <a:solidFill>
                            <a:schemeClr val="tx1">
                              <a:lumMod val="50000"/>
                            </a:schemeClr>
                          </a:solidFill>
                        </a:rPr>
                        <a:t>Pour les </a:t>
                      </a:r>
                      <a:r>
                        <a:rPr lang="en-US" sz="1200" b="1" dirty="0" err="1">
                          <a:solidFill>
                            <a:schemeClr val="tx1">
                              <a:lumMod val="50000"/>
                            </a:schemeClr>
                          </a:solidFill>
                        </a:rPr>
                        <a:t>entités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Tous les parcours alignés sur les exemptions de 2018 sont à réinstruire.</a:t>
                      </a:r>
                      <a:br>
                        <a:rPr lang="fr-FR" sz="1050" dirty="0">
                          <a:solidFill>
                            <a:schemeClr val="tx1">
                              <a:lumMod val="50000"/>
                            </a:schemeClr>
                          </a:solidFill>
                        </a:rPr>
                      </a:b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Un canal d'authentification alternatif à concevoir et à maintenir dans la durée.</a:t>
                      </a:r>
                      <a:br>
                        <a:rPr lang="fr-FR" sz="1050" dirty="0">
                          <a:solidFill>
                            <a:schemeClr val="tx1">
                              <a:lumMod val="50000"/>
                            </a:schemeClr>
                          </a:solidFill>
                        </a:rPr>
                      </a:b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Une contrainte qui se lève : ouverture pour les solutions de paiement propres au Groupe.</a:t>
                      </a:r>
                      <a:br>
                        <a:rPr lang="fr-FR" sz="1050" dirty="0">
                          <a:solidFill>
                            <a:schemeClr val="tx1">
                              <a:lumMod val="50000"/>
                            </a:schemeClr>
                          </a:solidFill>
                        </a:rPr>
                      </a:b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graphicFrame>
        <p:nvGraphicFramePr>
          <p:cNvPr id="5" name="Tableau 4">
            <a:extLst>
              <a:ext uri="{FF2B5EF4-FFF2-40B4-BE49-F238E27FC236}">
                <a16:creationId xmlns:a16="http://schemas.microsoft.com/office/drawing/2014/main" id="{E5D2851F-67A8-82BE-E98E-10707AF29C98}"/>
              </a:ext>
            </a:extLst>
          </p:cNvPr>
          <p:cNvGraphicFramePr>
            <a:graphicFrameLocks noGrp="1"/>
          </p:cNvGraphicFramePr>
          <p:nvPr>
            <p:extLst>
              <p:ext uri="{D42A27DB-BD31-4B8C-83A1-F6EECF244321}">
                <p14:modId xmlns:p14="http://schemas.microsoft.com/office/powerpoint/2010/main" val="1226388208"/>
              </p:ext>
            </p:extLst>
          </p:nvPr>
        </p:nvGraphicFramePr>
        <p:xfrm>
          <a:off x="625191" y="3812933"/>
          <a:ext cx="5470809" cy="2809838"/>
        </p:xfrm>
        <a:graphic>
          <a:graphicData uri="http://schemas.openxmlformats.org/drawingml/2006/table">
            <a:tbl>
              <a:tblPr firstRow="1" bandRow="1">
                <a:tableStyleId>{5C22544A-7EE6-4342-B048-85BDC9FD1C3A}</a:tableStyleId>
              </a:tblPr>
              <a:tblGrid>
                <a:gridCol w="5470809">
                  <a:extLst>
                    <a:ext uri="{9D8B030D-6E8A-4147-A177-3AD203B41FA5}">
                      <a16:colId xmlns:a16="http://schemas.microsoft.com/office/drawing/2014/main" val="2151466150"/>
                    </a:ext>
                  </a:extLst>
                </a:gridCol>
              </a:tblGrid>
              <a:tr h="4599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solidFill>
                        </a:rPr>
                        <a:t>Au </a:t>
                      </a:r>
                      <a:r>
                        <a:rPr lang="en-US" sz="1200" dirty="0" err="1">
                          <a:solidFill>
                            <a:schemeClr val="accent1"/>
                          </a:solidFill>
                        </a:rPr>
                        <a:t>moins</a:t>
                      </a:r>
                      <a:r>
                        <a:rPr lang="en-US" sz="1200" dirty="0">
                          <a:solidFill>
                            <a:schemeClr val="accent1"/>
                          </a:solidFill>
                        </a:rPr>
                        <a:t> deux des trois </a:t>
                      </a:r>
                      <a:r>
                        <a:rPr lang="en-US" sz="1200" dirty="0" err="1">
                          <a:solidFill>
                            <a:schemeClr val="accent1"/>
                          </a:solidFill>
                        </a:rPr>
                        <a:t>facteurs</a:t>
                      </a:r>
                      <a:r>
                        <a:rPr lang="en-US" sz="1200" dirty="0">
                          <a:solidFill>
                            <a:schemeClr val="accent1"/>
                          </a:solidFill>
                        </a:rPr>
                        <a:t>, de </a:t>
                      </a:r>
                      <a:r>
                        <a:rPr lang="en-US" sz="1200" dirty="0" err="1">
                          <a:solidFill>
                            <a:schemeClr val="accent1"/>
                          </a:solidFill>
                        </a:rPr>
                        <a:t>catégories</a:t>
                      </a:r>
                      <a:r>
                        <a:rPr lang="en-US" sz="1200" dirty="0">
                          <a:solidFill>
                            <a:schemeClr val="accent1"/>
                          </a:solidFill>
                        </a:rPr>
                        <a:t> </a:t>
                      </a:r>
                      <a:r>
                        <a:rPr lang="en-US" sz="1200" dirty="0" err="1">
                          <a:solidFill>
                            <a:schemeClr val="accent1"/>
                          </a:solidFill>
                        </a:rPr>
                        <a:t>différentes</a:t>
                      </a:r>
                      <a:r>
                        <a:rPr lang="en-US" sz="1200" dirty="0">
                          <a:solidFill>
                            <a:schemeClr val="accent1"/>
                          </a:solidFill>
                        </a:rPr>
                        <a:t> et </a:t>
                      </a:r>
                      <a:r>
                        <a:rPr lang="en-US" sz="1200" dirty="0" err="1">
                          <a:solidFill>
                            <a:schemeClr val="accent1"/>
                          </a:solidFill>
                        </a:rPr>
                        <a:t>indépendants</a:t>
                      </a:r>
                      <a:r>
                        <a:rPr lang="en-US" sz="1200" dirty="0">
                          <a:solidFill>
                            <a:schemeClr val="accent1"/>
                          </a:solidFill>
                        </a:rPr>
                        <a:t> </a:t>
                      </a:r>
                      <a:r>
                        <a:rPr lang="en-US" sz="1200" dirty="0" err="1">
                          <a:solidFill>
                            <a:schemeClr val="accent1"/>
                          </a:solidFill>
                        </a:rPr>
                        <a:t>l'un</a:t>
                      </a:r>
                      <a:r>
                        <a:rPr lang="en-US" sz="1200" dirty="0">
                          <a:solidFill>
                            <a:schemeClr val="accent1"/>
                          </a:solidFill>
                        </a:rPr>
                        <a:t> de </a:t>
                      </a:r>
                      <a:r>
                        <a:rPr lang="en-US" sz="1200" dirty="0" err="1">
                          <a:solidFill>
                            <a:schemeClr val="accent1"/>
                          </a:solidFill>
                        </a:rPr>
                        <a:t>l'autre</a:t>
                      </a:r>
                      <a:endParaRPr lang="fr-FR" sz="1200" dirty="0">
                        <a:solidFill>
                          <a:schemeClr val="accent1"/>
                        </a:solidFill>
                      </a:endParaRPr>
                    </a:p>
                  </a:txBody>
                  <a:tcPr marT="43936" marB="43936" anchor="ctr">
                    <a:noFill/>
                  </a:tcPr>
                </a:tc>
                <a:extLst>
                  <a:ext uri="{0D108BD9-81ED-4DB2-BD59-A6C34878D82A}">
                    <a16:rowId xmlns:a16="http://schemas.microsoft.com/office/drawing/2014/main" val="3744522837"/>
                  </a:ext>
                </a:extLst>
              </a:tr>
              <a:tr h="2349863">
                <a:tc>
                  <a:txBody>
                    <a:bodyPr/>
                    <a:lstStyle/>
                    <a:p>
                      <a:pPr algn="ctr"/>
                      <a:endParaRPr lang="fr-FR" sz="1200" dirty="0">
                        <a:solidFill>
                          <a:schemeClr val="accent1"/>
                        </a:solidFill>
                      </a:endParaRPr>
                    </a:p>
                  </a:txBody>
                  <a:tcPr marT="43936" marB="43936" anchor="ctr">
                    <a:noFill/>
                  </a:tcPr>
                </a:tc>
                <a:extLst>
                  <a:ext uri="{0D108BD9-81ED-4DB2-BD59-A6C34878D82A}">
                    <a16:rowId xmlns:a16="http://schemas.microsoft.com/office/drawing/2014/main" val="2731555051"/>
                  </a:ext>
                </a:extLst>
              </a:tr>
            </a:tbl>
          </a:graphicData>
        </a:graphic>
      </p:graphicFrame>
      <p:grpSp>
        <p:nvGrpSpPr>
          <p:cNvPr id="24" name="Groupe 23">
            <a:extLst>
              <a:ext uri="{FF2B5EF4-FFF2-40B4-BE49-F238E27FC236}">
                <a16:creationId xmlns:a16="http://schemas.microsoft.com/office/drawing/2014/main" id="{27CA5C29-64BA-AC55-CC25-BBDDCA1B0F3C}"/>
              </a:ext>
            </a:extLst>
          </p:cNvPr>
          <p:cNvGrpSpPr/>
          <p:nvPr/>
        </p:nvGrpSpPr>
        <p:grpSpPr>
          <a:xfrm>
            <a:off x="899762" y="4356804"/>
            <a:ext cx="4921667" cy="2147127"/>
            <a:chOff x="936622" y="4356804"/>
            <a:chExt cx="4921667" cy="2147127"/>
          </a:xfrm>
        </p:grpSpPr>
        <p:sp>
          <p:nvSpPr>
            <p:cNvPr id="7" name="Rectangle : coins arrondis 6">
              <a:extLst>
                <a:ext uri="{FF2B5EF4-FFF2-40B4-BE49-F238E27FC236}">
                  <a16:creationId xmlns:a16="http://schemas.microsoft.com/office/drawing/2014/main" id="{4FC9C408-4236-D835-3928-DF5B451DA672}"/>
                </a:ext>
              </a:extLst>
            </p:cNvPr>
            <p:cNvSpPr/>
            <p:nvPr/>
          </p:nvSpPr>
          <p:spPr>
            <a:xfrm>
              <a:off x="936622" y="4356804"/>
              <a:ext cx="1503123" cy="214712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dirty="0"/>
            </a:p>
            <a:p>
              <a:pPr algn="ctr"/>
              <a:endParaRPr lang="en-US" sz="1200" b="1" dirty="0"/>
            </a:p>
            <a:p>
              <a:pPr algn="ctr"/>
              <a:endParaRPr lang="en-US" sz="1200" b="1" dirty="0"/>
            </a:p>
            <a:p>
              <a:pPr algn="ctr"/>
              <a:endParaRPr lang="en-US" sz="1200" b="1" dirty="0"/>
            </a:p>
            <a:p>
              <a:pPr algn="ctr"/>
              <a:endParaRPr lang="en-US" sz="1200" b="1" dirty="0"/>
            </a:p>
            <a:p>
              <a:pPr algn="ctr"/>
              <a:r>
                <a:rPr lang="en-US" sz="1200" b="1" dirty="0"/>
                <a:t>Possession</a:t>
              </a:r>
              <a:br>
                <a:rPr lang="en-US" sz="1200" b="1" dirty="0"/>
              </a:br>
              <a:r>
                <a:rPr lang="en-US" sz="1200" dirty="0"/>
                <a:t>smartphone, carte à puce, etc.</a:t>
              </a:r>
              <a:endParaRPr lang="fr-FR" sz="1200" dirty="0"/>
            </a:p>
          </p:txBody>
        </p:sp>
        <p:sp>
          <p:nvSpPr>
            <p:cNvPr id="9" name="Rectangle : coins arrondis 8">
              <a:extLst>
                <a:ext uri="{FF2B5EF4-FFF2-40B4-BE49-F238E27FC236}">
                  <a16:creationId xmlns:a16="http://schemas.microsoft.com/office/drawing/2014/main" id="{65A8BFBF-2B4A-DC8B-56E2-A11048731E4F}"/>
                </a:ext>
              </a:extLst>
            </p:cNvPr>
            <p:cNvSpPr/>
            <p:nvPr/>
          </p:nvSpPr>
          <p:spPr>
            <a:xfrm>
              <a:off x="2645894" y="4356804"/>
              <a:ext cx="1503123" cy="214712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dirty="0"/>
            </a:p>
            <a:p>
              <a:pPr algn="ctr"/>
              <a:endParaRPr lang="en-US" sz="1200" b="1" dirty="0"/>
            </a:p>
            <a:p>
              <a:pPr algn="ctr"/>
              <a:endParaRPr lang="en-US" sz="1200" b="1" dirty="0"/>
            </a:p>
            <a:p>
              <a:pPr algn="ctr"/>
              <a:endParaRPr lang="en-US" sz="1200" b="1" dirty="0"/>
            </a:p>
            <a:p>
              <a:pPr algn="ctr"/>
              <a:endParaRPr lang="en-US" sz="1200" b="1" dirty="0"/>
            </a:p>
            <a:p>
              <a:pPr algn="ctr"/>
              <a:r>
                <a:rPr lang="en-US" sz="1200" b="1" dirty="0" err="1"/>
                <a:t>Connaissance</a:t>
              </a:r>
              <a:br>
                <a:rPr lang="en-US" sz="1200" b="1" dirty="0"/>
              </a:br>
              <a:r>
                <a:rPr lang="en-US" sz="1200" dirty="0"/>
                <a:t>code, mot de passe, etc.</a:t>
              </a:r>
              <a:endParaRPr lang="fr-FR" sz="1200" dirty="0"/>
            </a:p>
          </p:txBody>
        </p:sp>
        <p:sp>
          <p:nvSpPr>
            <p:cNvPr id="11" name="Rectangle : coins arrondis 10">
              <a:extLst>
                <a:ext uri="{FF2B5EF4-FFF2-40B4-BE49-F238E27FC236}">
                  <a16:creationId xmlns:a16="http://schemas.microsoft.com/office/drawing/2014/main" id="{8A117AED-D124-F83C-7D9B-E8B27CF1150D}"/>
                </a:ext>
              </a:extLst>
            </p:cNvPr>
            <p:cNvSpPr/>
            <p:nvPr/>
          </p:nvSpPr>
          <p:spPr>
            <a:xfrm>
              <a:off x="4355166" y="4356804"/>
              <a:ext cx="1503123" cy="214712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1200" b="1" dirty="0"/>
            </a:p>
            <a:p>
              <a:pPr algn="ctr"/>
              <a:endParaRPr lang="en-US" sz="1200" b="1" dirty="0"/>
            </a:p>
            <a:p>
              <a:pPr algn="ctr"/>
              <a:endParaRPr lang="en-US" sz="1200" b="1" dirty="0"/>
            </a:p>
            <a:p>
              <a:pPr algn="ctr"/>
              <a:endParaRPr lang="en-US" sz="1200" b="1" dirty="0"/>
            </a:p>
            <a:p>
              <a:pPr algn="ctr"/>
              <a:endParaRPr lang="en-US" sz="1200" b="1" dirty="0"/>
            </a:p>
            <a:p>
              <a:pPr algn="ctr"/>
              <a:endParaRPr lang="en-US" sz="1200" b="1" dirty="0"/>
            </a:p>
            <a:p>
              <a:pPr algn="ctr"/>
              <a:r>
                <a:rPr lang="en-US" sz="1200" b="1" dirty="0" err="1"/>
                <a:t>Inhérence</a:t>
              </a:r>
              <a:r>
                <a:rPr lang="en-US" sz="1200" dirty="0"/>
                <a:t> </a:t>
              </a:r>
              <a:r>
                <a:rPr lang="en-US" sz="1200" dirty="0" err="1"/>
                <a:t>empreinte</a:t>
              </a:r>
              <a:r>
                <a:rPr lang="en-US" sz="1200" dirty="0"/>
                <a:t>, recon-naissance </a:t>
              </a:r>
              <a:r>
                <a:rPr lang="en-US" sz="1200" dirty="0" err="1"/>
                <a:t>faciale</a:t>
              </a:r>
              <a:r>
                <a:rPr lang="en-US" sz="1200" dirty="0"/>
                <a:t>, voix, etc.</a:t>
              </a:r>
              <a:endParaRPr lang="fr-FR" sz="1200" dirty="0"/>
            </a:p>
          </p:txBody>
        </p:sp>
        <p:pic>
          <p:nvPicPr>
            <p:cNvPr id="17" name="Graphique 16" descr="Smartphone avec un remplissage uni">
              <a:extLst>
                <a:ext uri="{FF2B5EF4-FFF2-40B4-BE49-F238E27FC236}">
                  <a16:creationId xmlns:a16="http://schemas.microsoft.com/office/drawing/2014/main" id="{F4FE1891-8BD3-549F-683D-56BB269EB1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0983" y="4582992"/>
              <a:ext cx="914400" cy="914400"/>
            </a:xfrm>
            <a:prstGeom prst="rect">
              <a:avLst/>
            </a:prstGeom>
          </p:spPr>
        </p:pic>
        <p:pic>
          <p:nvPicPr>
            <p:cNvPr id="21" name="Graphique 20" descr="Clé avec un remplissage uni">
              <a:extLst>
                <a:ext uri="{FF2B5EF4-FFF2-40B4-BE49-F238E27FC236}">
                  <a16:creationId xmlns:a16="http://schemas.microsoft.com/office/drawing/2014/main" id="{1C9C2113-BED8-3EE4-D6FF-576073CB11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8378" y="4582992"/>
              <a:ext cx="914400" cy="914400"/>
            </a:xfrm>
            <a:prstGeom prst="rect">
              <a:avLst/>
            </a:prstGeom>
          </p:spPr>
        </p:pic>
        <p:pic>
          <p:nvPicPr>
            <p:cNvPr id="23" name="Graphique 22" descr="Commande vocale avec un remplissage uni">
              <a:extLst>
                <a:ext uri="{FF2B5EF4-FFF2-40B4-BE49-F238E27FC236}">
                  <a16:creationId xmlns:a16="http://schemas.microsoft.com/office/drawing/2014/main" id="{7F329EF5-4F7A-1685-ACE4-6806FC4B52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49527" y="4582992"/>
              <a:ext cx="914400" cy="914400"/>
            </a:xfrm>
            <a:prstGeom prst="rect">
              <a:avLst/>
            </a:prstGeom>
          </p:spPr>
        </p:pic>
      </p:grpSp>
      <p:grpSp>
        <p:nvGrpSpPr>
          <p:cNvPr id="34" name="Groupe 33">
            <a:extLst>
              <a:ext uri="{FF2B5EF4-FFF2-40B4-BE49-F238E27FC236}">
                <a16:creationId xmlns:a16="http://schemas.microsoft.com/office/drawing/2014/main" id="{BA89A57C-A9E4-8543-DB50-FFDE4DF0CE47}"/>
              </a:ext>
            </a:extLst>
          </p:cNvPr>
          <p:cNvGrpSpPr/>
          <p:nvPr/>
        </p:nvGrpSpPr>
        <p:grpSpPr>
          <a:xfrm>
            <a:off x="6445937" y="4091413"/>
            <a:ext cx="5141225" cy="2399274"/>
            <a:chOff x="6445937" y="4129730"/>
            <a:chExt cx="5141225" cy="2399274"/>
          </a:xfrm>
        </p:grpSpPr>
        <p:sp>
          <p:nvSpPr>
            <p:cNvPr id="35" name="Rectangle : coins arrondis 34">
              <a:extLst>
                <a:ext uri="{FF2B5EF4-FFF2-40B4-BE49-F238E27FC236}">
                  <a16:creationId xmlns:a16="http://schemas.microsoft.com/office/drawing/2014/main" id="{ABCF12A0-0B0F-836F-65BA-F4E91B4ACA2A}"/>
                </a:ext>
              </a:extLst>
            </p:cNvPr>
            <p:cNvSpPr/>
            <p:nvPr/>
          </p:nvSpPr>
          <p:spPr>
            <a:xfrm>
              <a:off x="6445937" y="4322272"/>
              <a:ext cx="5141225" cy="87565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client aveugle ou ne possédant pas de smartphone doit disposer </a:t>
              </a:r>
              <a:r>
                <a:rPr lang="fr-FR" sz="1200" b="1" dirty="0">
                  <a:solidFill>
                    <a:srgbClr val="1A1A2E"/>
                  </a:solidFill>
                  <a:ea typeface="Calibri" pitchFamily="34" charset="-122"/>
                  <a:cs typeface="Calibri" pitchFamily="34" charset="-120"/>
                </a:rPr>
                <a:t>d'au moins une méthode d'authentification alternative, gratuite, par exemple un code transmis par serveur vocal.</a:t>
              </a:r>
              <a:endParaRPr lang="en-US" sz="1200" b="1" dirty="0"/>
            </a:p>
          </p:txBody>
        </p:sp>
        <p:sp>
          <p:nvSpPr>
            <p:cNvPr id="36" name="Rectangle : coins arrondis 35">
              <a:extLst>
                <a:ext uri="{FF2B5EF4-FFF2-40B4-BE49-F238E27FC236}">
                  <a16:creationId xmlns:a16="http://schemas.microsoft.com/office/drawing/2014/main" id="{DC7DF22C-50D1-A8E4-6146-566D9907E09F}"/>
                </a:ext>
              </a:extLst>
            </p:cNvPr>
            <p:cNvSpPr/>
            <p:nvPr/>
          </p:nvSpPr>
          <p:spPr>
            <a:xfrm>
              <a:off x="6445937" y="5653351"/>
              <a:ext cx="5141225" cy="87565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PSP souhaite proposer sa propre solution de paiement sans contact sur smartphone. </a:t>
              </a:r>
              <a:r>
                <a:rPr lang="fr-FR" sz="1200" b="1" dirty="0">
                  <a:solidFill>
                    <a:srgbClr val="1A1A2E"/>
                  </a:solidFill>
                  <a:ea typeface="Calibri" pitchFamily="34" charset="-122"/>
                  <a:cs typeface="Calibri" pitchFamily="34" charset="-120"/>
                </a:rPr>
                <a:t>Avant, l'accès à la puce NFC dépendait du bon vouloir du fabricant d'OS. Désormais, cet accès doit être loyal, raisonnable et non discriminatoire.</a:t>
              </a:r>
              <a:endParaRPr lang="fr-FR" sz="1200" b="1" dirty="0"/>
            </a:p>
          </p:txBody>
        </p:sp>
        <p:sp>
          <p:nvSpPr>
            <p:cNvPr id="37" name="ZoneTexte 36">
              <a:extLst>
                <a:ext uri="{FF2B5EF4-FFF2-40B4-BE49-F238E27FC236}">
                  <a16:creationId xmlns:a16="http://schemas.microsoft.com/office/drawing/2014/main" id="{B77208EE-9468-BAED-9E00-3CF7FA46478D}"/>
                </a:ext>
              </a:extLst>
            </p:cNvPr>
            <p:cNvSpPr txBox="1"/>
            <p:nvPr/>
          </p:nvSpPr>
          <p:spPr>
            <a:xfrm>
              <a:off x="6445937" y="4129730"/>
              <a:ext cx="1304844" cy="184666"/>
            </a:xfrm>
            <a:prstGeom prst="rect">
              <a:avLst/>
            </a:prstGeom>
            <a:noFill/>
          </p:spPr>
          <p:txBody>
            <a:bodyPr wrap="none" lIns="0" tIns="0" rIns="0" bIns="0" rtlCol="0">
              <a:spAutoFit/>
            </a:bodyPr>
            <a:lstStyle/>
            <a:p>
              <a:r>
                <a:rPr lang="fr-FR" sz="1200" i="1" dirty="0">
                  <a:solidFill>
                    <a:schemeClr val="tx1">
                      <a:lumMod val="50000"/>
                    </a:schemeClr>
                  </a:solidFill>
                </a:rPr>
                <a:t>Exemple 1 : inclure</a:t>
              </a:r>
            </a:p>
          </p:txBody>
        </p:sp>
        <p:sp>
          <p:nvSpPr>
            <p:cNvPr id="38" name="ZoneTexte 37">
              <a:extLst>
                <a:ext uri="{FF2B5EF4-FFF2-40B4-BE49-F238E27FC236}">
                  <a16:creationId xmlns:a16="http://schemas.microsoft.com/office/drawing/2014/main" id="{36EA420F-7B18-F393-58A5-1F748668109F}"/>
                </a:ext>
              </a:extLst>
            </p:cNvPr>
            <p:cNvSpPr txBox="1"/>
            <p:nvPr/>
          </p:nvSpPr>
          <p:spPr>
            <a:xfrm>
              <a:off x="6445937" y="5468685"/>
              <a:ext cx="1237518" cy="184666"/>
            </a:xfrm>
            <a:prstGeom prst="rect">
              <a:avLst/>
            </a:prstGeom>
            <a:noFill/>
          </p:spPr>
          <p:txBody>
            <a:bodyPr wrap="none" lIns="0" tIns="0" rIns="0" bIns="0" rtlCol="0">
              <a:spAutoFit/>
            </a:bodyPr>
            <a:lstStyle/>
            <a:p>
              <a:r>
                <a:rPr lang="fr-FR" sz="1200" i="1" dirty="0">
                  <a:solidFill>
                    <a:schemeClr val="tx1">
                      <a:lumMod val="50000"/>
                    </a:schemeClr>
                  </a:solidFill>
                </a:rPr>
                <a:t>Exemple 2 : ouvrir</a:t>
              </a:r>
            </a:p>
          </p:txBody>
        </p:sp>
      </p:grpSp>
    </p:spTree>
    <p:extLst>
      <p:ext uri="{BB962C8B-B14F-4D97-AF65-F5344CB8AC3E}">
        <p14:creationId xmlns:p14="http://schemas.microsoft.com/office/powerpoint/2010/main" val="2368969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BF50-31FB-3B50-E85D-781C7C521B99}"/>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60985D87-EC58-BA51-7F2C-3DFE441CCB2F}"/>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OUVRIR NE SUFFIT PLUS : LE PSR IMPOSE LA QUALITÉ, SUPPRIME LES FRICTIONS ET REND LA MAIN AU CLIENT</a:t>
            </a:r>
            <a:endParaRPr lang="fr-FR" sz="1800" noProof="0" dirty="0">
              <a:latin typeface="+mn-lt"/>
            </a:endParaRPr>
          </a:p>
        </p:txBody>
      </p:sp>
      <p:sp>
        <p:nvSpPr>
          <p:cNvPr id="3" name="Rectangle 2">
            <a:extLst>
              <a:ext uri="{FF2B5EF4-FFF2-40B4-BE49-F238E27FC236}">
                <a16:creationId xmlns:a16="http://schemas.microsoft.com/office/drawing/2014/main" id="{C26D81BA-B330-BC82-E246-9BDF88D7D58E}"/>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en-US" sz="1200" b="1" dirty="0">
                <a:solidFill>
                  <a:schemeClr val="tx1">
                    <a:lumMod val="50000"/>
                  </a:schemeClr>
                </a:solidFill>
              </a:rPr>
              <a:t>La DSP2 a </a:t>
            </a:r>
            <a:r>
              <a:rPr lang="en-US" sz="1200" b="1" dirty="0" err="1">
                <a:solidFill>
                  <a:schemeClr val="tx1">
                    <a:lumMod val="50000"/>
                  </a:schemeClr>
                </a:solidFill>
              </a:rPr>
              <a:t>créé</a:t>
            </a:r>
            <a:r>
              <a:rPr lang="en-US" sz="1200" b="1" dirty="0">
                <a:solidFill>
                  <a:schemeClr val="tx1">
                    <a:lumMod val="50000"/>
                  </a:schemeClr>
                </a:solidFill>
              </a:rPr>
              <a:t> </a:t>
            </a:r>
            <a:r>
              <a:rPr lang="en-US" sz="1200" b="1" dirty="0" err="1">
                <a:solidFill>
                  <a:schemeClr val="tx1">
                    <a:lumMod val="50000"/>
                  </a:schemeClr>
                </a:solidFill>
              </a:rPr>
              <a:t>l'open</a:t>
            </a:r>
            <a:r>
              <a:rPr lang="en-US" sz="1200" b="1" dirty="0">
                <a:solidFill>
                  <a:schemeClr val="tx1">
                    <a:lumMod val="50000"/>
                  </a:schemeClr>
                </a:solidFill>
              </a:rPr>
              <a:t> banking </a:t>
            </a:r>
            <a:r>
              <a:rPr lang="en-US" sz="1200" dirty="0">
                <a:solidFill>
                  <a:schemeClr val="tx1">
                    <a:lumMod val="50000"/>
                  </a:schemeClr>
                </a:solidFill>
              </a:rPr>
              <a:t>: obligation </a:t>
            </a:r>
            <a:r>
              <a:rPr lang="en-US" sz="1200" dirty="0" err="1">
                <a:solidFill>
                  <a:schemeClr val="tx1">
                    <a:lumMod val="50000"/>
                  </a:schemeClr>
                </a:solidFill>
              </a:rPr>
              <a:t>d'ouvrir</a:t>
            </a:r>
            <a:r>
              <a:rPr lang="en-US" sz="1200" dirty="0">
                <a:solidFill>
                  <a:schemeClr val="tx1">
                    <a:lumMod val="50000"/>
                  </a:schemeClr>
                </a:solidFill>
              </a:rPr>
              <a:t> les </a:t>
            </a:r>
            <a:r>
              <a:rPr lang="en-US" sz="1200" dirty="0" err="1">
                <a:solidFill>
                  <a:schemeClr val="tx1">
                    <a:lumMod val="50000"/>
                  </a:schemeClr>
                </a:solidFill>
              </a:rPr>
              <a:t>comptes</a:t>
            </a:r>
            <a:r>
              <a:rPr lang="en-US" sz="1200" dirty="0">
                <a:solidFill>
                  <a:schemeClr val="tx1">
                    <a:lumMod val="50000"/>
                  </a:schemeClr>
                </a:solidFill>
              </a:rPr>
              <a:t> aux tiers, via </a:t>
            </a:r>
            <a:r>
              <a:rPr lang="en-US" sz="1200" dirty="0" err="1">
                <a:solidFill>
                  <a:schemeClr val="tx1">
                    <a:lumMod val="50000"/>
                  </a:schemeClr>
                </a:solidFill>
              </a:rPr>
              <a:t>une</a:t>
            </a:r>
            <a:r>
              <a:rPr lang="en-US" sz="1200" dirty="0">
                <a:solidFill>
                  <a:schemeClr val="tx1">
                    <a:lumMod val="50000"/>
                  </a:schemeClr>
                </a:solidFill>
              </a:rPr>
              <a:t> interface </a:t>
            </a:r>
            <a:r>
              <a:rPr lang="en-US" sz="1200" dirty="0" err="1">
                <a:solidFill>
                  <a:schemeClr val="tx1">
                    <a:lumMod val="50000"/>
                  </a:schemeClr>
                </a:solidFill>
              </a:rPr>
              <a:t>dédiée</a:t>
            </a:r>
            <a:r>
              <a:rPr lang="en-US" sz="1200" dirty="0">
                <a:solidFill>
                  <a:schemeClr val="tx1">
                    <a:lumMod val="50000"/>
                  </a:schemeClr>
                </a:solidFill>
              </a:rPr>
              <a:t> </a:t>
            </a:r>
            <a:r>
              <a:rPr lang="en-US" sz="1200" dirty="0" err="1">
                <a:solidFill>
                  <a:schemeClr val="tx1">
                    <a:lumMod val="50000"/>
                  </a:schemeClr>
                </a:solidFill>
              </a:rPr>
              <a:t>ou</a:t>
            </a:r>
            <a:r>
              <a:rPr lang="en-US" sz="1200" dirty="0">
                <a:solidFill>
                  <a:schemeClr val="tx1">
                    <a:lumMod val="50000"/>
                  </a:schemeClr>
                </a:solidFill>
              </a:rPr>
              <a:t>, à </a:t>
            </a:r>
            <a:r>
              <a:rPr lang="en-US" sz="1200" dirty="0" err="1">
                <a:solidFill>
                  <a:schemeClr val="tx1">
                    <a:lumMod val="50000"/>
                  </a:schemeClr>
                </a:solidFill>
              </a:rPr>
              <a:t>défaut</a:t>
            </a:r>
            <a:r>
              <a:rPr lang="en-US" sz="1200" dirty="0">
                <a:solidFill>
                  <a:schemeClr val="tx1">
                    <a:lumMod val="50000"/>
                  </a:schemeClr>
                </a:solidFill>
              </a:rPr>
              <a:t>, </a:t>
            </a:r>
            <a:r>
              <a:rPr lang="en-US" sz="1200" dirty="0" err="1">
                <a:solidFill>
                  <a:schemeClr val="tx1">
                    <a:lumMod val="50000"/>
                  </a:schemeClr>
                </a:solidFill>
              </a:rPr>
              <a:t>l'interface</a:t>
            </a:r>
            <a:r>
              <a:rPr lang="en-US" sz="1200" dirty="0">
                <a:solidFill>
                  <a:schemeClr val="tx1">
                    <a:lumMod val="50000"/>
                  </a:schemeClr>
                </a:solidFill>
              </a:rPr>
              <a:t> client. </a:t>
            </a:r>
            <a:r>
              <a:rPr lang="en-US" sz="1200" b="1" dirty="0" err="1">
                <a:solidFill>
                  <a:schemeClr val="tx1">
                    <a:lumMod val="50000"/>
                  </a:schemeClr>
                </a:solidFill>
              </a:rPr>
              <a:t>Aujourd’hui</a:t>
            </a:r>
            <a:r>
              <a:rPr lang="en-US" sz="1200" b="1" dirty="0">
                <a:solidFill>
                  <a:schemeClr val="tx1">
                    <a:lumMod val="50000"/>
                  </a:schemeClr>
                </a:solidFill>
              </a:rPr>
              <a:t>, </a:t>
            </a:r>
            <a:r>
              <a:rPr lang="en-US" sz="1200" b="1" dirty="0" err="1">
                <a:solidFill>
                  <a:schemeClr val="tx1">
                    <a:lumMod val="50000"/>
                  </a:schemeClr>
                </a:solidFill>
              </a:rPr>
              <a:t>l'accès</a:t>
            </a:r>
            <a:r>
              <a:rPr lang="en-US" sz="1200" b="1" dirty="0">
                <a:solidFill>
                  <a:schemeClr val="tx1">
                    <a:lumMod val="50000"/>
                  </a:schemeClr>
                </a:solidFill>
              </a:rPr>
              <a:t> </a:t>
            </a:r>
            <a:r>
              <a:rPr lang="en-US" sz="1200" b="1" dirty="0" err="1">
                <a:solidFill>
                  <a:schemeClr val="tx1">
                    <a:lumMod val="50000"/>
                  </a:schemeClr>
                </a:solidFill>
              </a:rPr>
              <a:t>existe</a:t>
            </a:r>
            <a:r>
              <a:rPr lang="en-US" sz="1200" b="1" dirty="0">
                <a:solidFill>
                  <a:schemeClr val="tx1">
                    <a:lumMod val="50000"/>
                  </a:schemeClr>
                </a:solidFill>
              </a:rPr>
              <a:t> </a:t>
            </a:r>
            <a:r>
              <a:rPr lang="en-US" sz="1200" b="1" dirty="0" err="1">
                <a:solidFill>
                  <a:schemeClr val="tx1">
                    <a:lumMod val="50000"/>
                  </a:schemeClr>
                </a:solidFill>
              </a:rPr>
              <a:t>mais</a:t>
            </a:r>
            <a:r>
              <a:rPr lang="en-US" sz="1200" b="1" dirty="0">
                <a:solidFill>
                  <a:schemeClr val="tx1">
                    <a:lumMod val="50000"/>
                  </a:schemeClr>
                </a:solidFill>
              </a:rPr>
              <a:t> </a:t>
            </a:r>
            <a:r>
              <a:rPr lang="en-US" sz="1200" b="1" dirty="0" err="1">
                <a:solidFill>
                  <a:schemeClr val="tx1">
                    <a:lumMod val="50000"/>
                  </a:schemeClr>
                </a:solidFill>
              </a:rPr>
              <a:t>sa</a:t>
            </a:r>
            <a:r>
              <a:rPr lang="en-US" sz="1200" b="1" dirty="0">
                <a:solidFill>
                  <a:schemeClr val="tx1">
                    <a:lumMod val="50000"/>
                  </a:schemeClr>
                </a:solidFill>
              </a:rPr>
              <a:t> </a:t>
            </a:r>
            <a:r>
              <a:rPr lang="en-US" sz="1200" b="1" dirty="0" err="1">
                <a:solidFill>
                  <a:schemeClr val="tx1">
                    <a:lumMod val="50000"/>
                  </a:schemeClr>
                </a:solidFill>
              </a:rPr>
              <a:t>qualité</a:t>
            </a:r>
            <a:r>
              <a:rPr lang="en-US" sz="1200" b="1" dirty="0">
                <a:solidFill>
                  <a:schemeClr val="tx1">
                    <a:lumMod val="50000"/>
                  </a:schemeClr>
                </a:solidFill>
              </a:rPr>
              <a:t> </a:t>
            </a:r>
            <a:r>
              <a:rPr lang="en-US" sz="1200" b="1" dirty="0" err="1">
                <a:solidFill>
                  <a:schemeClr val="tx1">
                    <a:lumMod val="50000"/>
                  </a:schemeClr>
                </a:solidFill>
              </a:rPr>
              <a:t>varie</a:t>
            </a:r>
            <a:r>
              <a:rPr lang="en-US" sz="1200" b="1" dirty="0">
                <a:solidFill>
                  <a:schemeClr val="tx1">
                    <a:lumMod val="50000"/>
                  </a:schemeClr>
                </a:solidFill>
              </a:rPr>
              <a:t> </a:t>
            </a:r>
            <a:r>
              <a:rPr lang="en-US" sz="1200" b="1" dirty="0" err="1">
                <a:solidFill>
                  <a:schemeClr val="tx1">
                    <a:lumMod val="50000"/>
                  </a:schemeClr>
                </a:solidFill>
              </a:rPr>
              <a:t>d'une</a:t>
            </a:r>
            <a:r>
              <a:rPr lang="en-US" sz="1200" b="1" dirty="0">
                <a:solidFill>
                  <a:schemeClr val="tx1">
                    <a:lumMod val="50000"/>
                  </a:schemeClr>
                </a:solidFill>
              </a:rPr>
              <a:t> </a:t>
            </a:r>
            <a:r>
              <a:rPr lang="en-US" sz="1200" b="1" dirty="0" err="1">
                <a:solidFill>
                  <a:schemeClr val="tx1">
                    <a:lumMod val="50000"/>
                  </a:schemeClr>
                </a:solidFill>
              </a:rPr>
              <a:t>banque</a:t>
            </a:r>
            <a:r>
              <a:rPr lang="en-US" sz="1200" b="1" dirty="0">
                <a:solidFill>
                  <a:schemeClr val="tx1">
                    <a:lumMod val="50000"/>
                  </a:schemeClr>
                </a:solidFill>
              </a:rPr>
              <a:t> à </a:t>
            </a:r>
            <a:r>
              <a:rPr lang="en-US" sz="1200" b="1" dirty="0" err="1">
                <a:solidFill>
                  <a:schemeClr val="tx1">
                    <a:lumMod val="50000"/>
                  </a:schemeClr>
                </a:solidFill>
              </a:rPr>
              <a:t>l'autre</a:t>
            </a:r>
            <a:r>
              <a:rPr lang="en-US" sz="1200" b="1" dirty="0">
                <a:solidFill>
                  <a:schemeClr val="tx1">
                    <a:lumMod val="50000"/>
                  </a:schemeClr>
                </a:solidFill>
              </a:rPr>
              <a:t>, sans </a:t>
            </a:r>
            <a:r>
              <a:rPr lang="en-US" sz="1200" b="1" dirty="0" err="1">
                <a:solidFill>
                  <a:schemeClr val="tx1">
                    <a:lumMod val="50000"/>
                  </a:schemeClr>
                </a:solidFill>
              </a:rPr>
              <a:t>mesure</a:t>
            </a:r>
            <a:r>
              <a:rPr lang="en-US" sz="1200" b="1" dirty="0">
                <a:solidFill>
                  <a:schemeClr val="tx1">
                    <a:lumMod val="50000"/>
                  </a:schemeClr>
                </a:solidFill>
              </a:rPr>
              <a:t> </a:t>
            </a:r>
            <a:r>
              <a:rPr lang="en-US" sz="1200" b="1" dirty="0" err="1">
                <a:solidFill>
                  <a:schemeClr val="tx1">
                    <a:lumMod val="50000"/>
                  </a:schemeClr>
                </a:solidFill>
              </a:rPr>
              <a:t>publiée</a:t>
            </a:r>
            <a:r>
              <a:rPr lang="en-US" sz="1200" b="1" dirty="0">
                <a:solidFill>
                  <a:schemeClr val="tx1">
                    <a:lumMod val="50000"/>
                  </a:schemeClr>
                </a:solidFill>
              </a:rPr>
              <a:t>, et le client </a:t>
            </a:r>
            <a:r>
              <a:rPr lang="en-US" sz="1200" b="1" dirty="0" err="1">
                <a:solidFill>
                  <a:schemeClr val="tx1">
                    <a:lumMod val="50000"/>
                  </a:schemeClr>
                </a:solidFill>
              </a:rPr>
              <a:t>n'a</a:t>
            </a:r>
            <a:r>
              <a:rPr lang="en-US" sz="1200" b="1" dirty="0">
                <a:solidFill>
                  <a:schemeClr val="tx1">
                    <a:lumMod val="50000"/>
                  </a:schemeClr>
                </a:solidFill>
              </a:rPr>
              <a:t> </a:t>
            </a:r>
            <a:r>
              <a:rPr lang="en-US" sz="1200" b="1" dirty="0" err="1">
                <a:solidFill>
                  <a:schemeClr val="tx1">
                    <a:lumMod val="50000"/>
                  </a:schemeClr>
                </a:solidFill>
              </a:rPr>
              <a:t>aucune</a:t>
            </a:r>
            <a:r>
              <a:rPr lang="en-US" sz="1200" b="1" dirty="0">
                <a:solidFill>
                  <a:schemeClr val="tx1">
                    <a:lumMod val="50000"/>
                  </a:schemeClr>
                </a:solidFill>
              </a:rPr>
              <a:t> </a:t>
            </a:r>
            <a:r>
              <a:rPr lang="en-US" sz="1200" b="1" dirty="0" err="1">
                <a:solidFill>
                  <a:schemeClr val="tx1">
                    <a:lumMod val="50000"/>
                  </a:schemeClr>
                </a:solidFill>
              </a:rPr>
              <a:t>vue</a:t>
            </a:r>
            <a:r>
              <a:rPr lang="en-US" sz="1200" b="1" dirty="0">
                <a:solidFill>
                  <a:schemeClr val="tx1">
                    <a:lumMod val="50000"/>
                  </a:schemeClr>
                </a:solidFill>
              </a:rPr>
              <a:t> </a:t>
            </a:r>
            <a:r>
              <a:rPr lang="en-US" sz="1200" b="1" dirty="0" err="1">
                <a:solidFill>
                  <a:schemeClr val="tx1">
                    <a:lumMod val="50000"/>
                  </a:schemeClr>
                </a:solidFill>
              </a:rPr>
              <a:t>d'ensemble</a:t>
            </a:r>
            <a:r>
              <a:rPr lang="en-US" sz="1200" b="1" dirty="0">
                <a:solidFill>
                  <a:schemeClr val="tx1">
                    <a:lumMod val="50000"/>
                  </a:schemeClr>
                </a:solidFill>
              </a:rPr>
              <a:t> sur les </a:t>
            </a:r>
            <a:r>
              <a:rPr lang="en-US" sz="1200" b="1" dirty="0" err="1">
                <a:solidFill>
                  <a:schemeClr val="tx1">
                    <a:lumMod val="50000"/>
                  </a:schemeClr>
                </a:solidFill>
              </a:rPr>
              <a:t>accès</a:t>
            </a:r>
            <a:r>
              <a:rPr lang="en-US" sz="1200" b="1" dirty="0">
                <a:solidFill>
                  <a:schemeClr val="tx1">
                    <a:lumMod val="50000"/>
                  </a:schemeClr>
                </a:solidFill>
              </a:rPr>
              <a:t> </a:t>
            </a:r>
            <a:r>
              <a:rPr lang="en-US" sz="1200" b="1" dirty="0" err="1">
                <a:solidFill>
                  <a:schemeClr val="tx1">
                    <a:lumMod val="50000"/>
                  </a:schemeClr>
                </a:solidFill>
              </a:rPr>
              <a:t>qu'il</a:t>
            </a:r>
            <a:r>
              <a:rPr lang="en-US" sz="1200" b="1" dirty="0">
                <a:solidFill>
                  <a:schemeClr val="tx1">
                    <a:lumMod val="50000"/>
                  </a:schemeClr>
                </a:solidFill>
              </a:rPr>
              <a:t> a </a:t>
            </a:r>
            <a:r>
              <a:rPr lang="en-US" sz="1200" b="1" dirty="0" err="1">
                <a:solidFill>
                  <a:schemeClr val="tx1">
                    <a:lumMod val="50000"/>
                  </a:schemeClr>
                </a:solidFill>
              </a:rPr>
              <a:t>accordés</a:t>
            </a:r>
            <a:r>
              <a:rPr lang="en-US" sz="1200" b="1" dirty="0">
                <a:solidFill>
                  <a:schemeClr val="tx1">
                    <a:lumMod val="50000"/>
                  </a:schemeClr>
                </a:solidFill>
              </a:rPr>
              <a:t>. </a:t>
            </a:r>
            <a:r>
              <a:rPr lang="en-US" sz="1200" dirty="0">
                <a:solidFill>
                  <a:schemeClr val="tx1">
                    <a:lumMod val="50000"/>
                  </a:schemeClr>
                </a:solidFill>
              </a:rPr>
              <a:t>Le PSR </a:t>
            </a:r>
            <a:r>
              <a:rPr lang="en-US" sz="1200" dirty="0" err="1">
                <a:solidFill>
                  <a:schemeClr val="tx1">
                    <a:lumMod val="50000"/>
                  </a:schemeClr>
                </a:solidFill>
              </a:rPr>
              <a:t>répond</a:t>
            </a:r>
            <a:r>
              <a:rPr lang="en-US" sz="1200" dirty="0">
                <a:solidFill>
                  <a:schemeClr val="tx1">
                    <a:lumMod val="50000"/>
                  </a:schemeClr>
                </a:solidFill>
              </a:rPr>
              <a:t> à </a:t>
            </a:r>
            <a:r>
              <a:rPr lang="en-US" sz="1200" dirty="0" err="1">
                <a:solidFill>
                  <a:schemeClr val="tx1">
                    <a:lumMod val="50000"/>
                  </a:schemeClr>
                </a:solidFill>
              </a:rPr>
              <a:t>ces</a:t>
            </a:r>
            <a:r>
              <a:rPr lang="en-US" sz="1200" dirty="0">
                <a:solidFill>
                  <a:schemeClr val="tx1">
                    <a:lumMod val="50000"/>
                  </a:schemeClr>
                </a:solidFill>
              </a:rPr>
              <a:t> nouveaux </a:t>
            </a:r>
            <a:r>
              <a:rPr lang="en-US" sz="1200" dirty="0" err="1">
                <a:solidFill>
                  <a:schemeClr val="tx1">
                    <a:lumMod val="50000"/>
                  </a:schemeClr>
                </a:solidFill>
              </a:rPr>
              <a:t>enjeux</a:t>
            </a:r>
            <a:r>
              <a:rPr lang="en-US" sz="1200" dirty="0">
                <a:solidFill>
                  <a:schemeClr val="tx1">
                    <a:lumMod val="50000"/>
                  </a:schemeClr>
                </a:solidFill>
              </a:rPr>
              <a:t> : </a:t>
            </a:r>
            <a:r>
              <a:rPr lang="en-US" sz="1200" dirty="0" err="1">
                <a:solidFill>
                  <a:schemeClr val="tx1">
                    <a:lumMod val="50000"/>
                  </a:schemeClr>
                </a:solidFill>
              </a:rPr>
              <a:t>garantir</a:t>
            </a:r>
            <a:r>
              <a:rPr lang="en-US" sz="1200" dirty="0">
                <a:solidFill>
                  <a:schemeClr val="tx1">
                    <a:lumMod val="50000"/>
                  </a:schemeClr>
                </a:solidFill>
              </a:rPr>
              <a:t> la </a:t>
            </a:r>
            <a:r>
              <a:rPr lang="en-US" sz="1200" dirty="0" err="1">
                <a:solidFill>
                  <a:schemeClr val="tx1">
                    <a:lumMod val="50000"/>
                  </a:schemeClr>
                </a:solidFill>
              </a:rPr>
              <a:t>qualité</a:t>
            </a:r>
            <a:r>
              <a:rPr lang="en-US" sz="1200" dirty="0">
                <a:solidFill>
                  <a:schemeClr val="tx1">
                    <a:lumMod val="50000"/>
                  </a:schemeClr>
                </a:solidFill>
              </a:rPr>
              <a:t>, </a:t>
            </a:r>
            <a:r>
              <a:rPr lang="en-US" sz="1200" dirty="0" err="1">
                <a:solidFill>
                  <a:schemeClr val="tx1">
                    <a:lumMod val="50000"/>
                  </a:schemeClr>
                </a:solidFill>
              </a:rPr>
              <a:t>supprimer</a:t>
            </a:r>
            <a:r>
              <a:rPr lang="en-US" sz="1200" dirty="0">
                <a:solidFill>
                  <a:schemeClr val="tx1">
                    <a:lumMod val="50000"/>
                  </a:schemeClr>
                </a:solidFill>
              </a:rPr>
              <a:t> les frictions, </a:t>
            </a:r>
            <a:r>
              <a:rPr lang="en-US" sz="1200" dirty="0" err="1">
                <a:solidFill>
                  <a:schemeClr val="tx1">
                    <a:lumMod val="50000"/>
                  </a:schemeClr>
                </a:solidFill>
              </a:rPr>
              <a:t>rendre</a:t>
            </a:r>
            <a:r>
              <a:rPr lang="en-US" sz="1200" dirty="0">
                <a:solidFill>
                  <a:schemeClr val="tx1">
                    <a:lumMod val="50000"/>
                  </a:schemeClr>
                </a:solidFill>
              </a:rPr>
              <a:t> la main au client.</a:t>
            </a:r>
            <a:endParaRPr lang="fr-FR" sz="1200" dirty="0">
              <a:solidFill>
                <a:schemeClr val="tx1">
                  <a:lumMod val="50000"/>
                </a:schemeClr>
              </a:solidFill>
            </a:endParaRPr>
          </a:p>
        </p:txBody>
      </p:sp>
      <p:sp>
        <p:nvSpPr>
          <p:cNvPr id="274" name="Rectangle : coins arrondis 273">
            <a:extLst>
              <a:ext uri="{FF2B5EF4-FFF2-40B4-BE49-F238E27FC236}">
                <a16:creationId xmlns:a16="http://schemas.microsoft.com/office/drawing/2014/main" id="{7E94DA65-25E3-FE49-25A2-B1010A966095}"/>
              </a:ext>
            </a:extLst>
          </p:cNvPr>
          <p:cNvSpPr/>
          <p:nvPr/>
        </p:nvSpPr>
        <p:spPr>
          <a:xfrm>
            <a:off x="631297" y="344776"/>
            <a:ext cx="998233" cy="233980"/>
          </a:xfrm>
          <a:prstGeom prst="round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Open Banking</a:t>
            </a:r>
          </a:p>
        </p:txBody>
      </p:sp>
      <p:graphicFrame>
        <p:nvGraphicFramePr>
          <p:cNvPr id="2" name="Tableau 1">
            <a:extLst>
              <a:ext uri="{FF2B5EF4-FFF2-40B4-BE49-F238E27FC236}">
                <a16:creationId xmlns:a16="http://schemas.microsoft.com/office/drawing/2014/main" id="{E6C47972-5217-19DF-629A-9574313BDCA4}"/>
              </a:ext>
            </a:extLst>
          </p:cNvPr>
          <p:cNvGraphicFramePr>
            <a:graphicFrameLocks noGrp="1"/>
          </p:cNvGraphicFramePr>
          <p:nvPr>
            <p:extLst>
              <p:ext uri="{D42A27DB-BD31-4B8C-83A1-F6EECF244321}">
                <p14:modId xmlns:p14="http://schemas.microsoft.com/office/powerpoint/2010/main" val="2589425128"/>
              </p:ext>
            </p:extLst>
          </p:nvPr>
        </p:nvGraphicFramePr>
        <p:xfrm>
          <a:off x="626493" y="1871191"/>
          <a:ext cx="10960673" cy="1828800"/>
        </p:xfrm>
        <a:graphic>
          <a:graphicData uri="http://schemas.openxmlformats.org/drawingml/2006/table">
            <a:tbl>
              <a:tblPr firstRow="1" bandRow="1">
                <a:tableStyleId>{5940675A-B579-460E-94D1-54222C63F5DA}</a:tableStyleId>
              </a:tblPr>
              <a:tblGrid>
                <a:gridCol w="1133414">
                  <a:extLst>
                    <a:ext uri="{9D8B030D-6E8A-4147-A177-3AD203B41FA5}">
                      <a16:colId xmlns:a16="http://schemas.microsoft.com/office/drawing/2014/main" val="1439011438"/>
                    </a:ext>
                  </a:extLst>
                </a:gridCol>
                <a:gridCol w="3275753">
                  <a:extLst>
                    <a:ext uri="{9D8B030D-6E8A-4147-A177-3AD203B41FA5}">
                      <a16:colId xmlns:a16="http://schemas.microsoft.com/office/drawing/2014/main" val="1123917366"/>
                    </a:ext>
                  </a:extLst>
                </a:gridCol>
                <a:gridCol w="3275753">
                  <a:extLst>
                    <a:ext uri="{9D8B030D-6E8A-4147-A177-3AD203B41FA5}">
                      <a16:colId xmlns:a16="http://schemas.microsoft.com/office/drawing/2014/main" val="2695273750"/>
                    </a:ext>
                  </a:extLst>
                </a:gridCol>
                <a:gridCol w="3275753">
                  <a:extLst>
                    <a:ext uri="{9D8B030D-6E8A-4147-A177-3AD203B41FA5}">
                      <a16:colId xmlns:a16="http://schemas.microsoft.com/office/drawing/2014/main" val="3184738081"/>
                    </a:ext>
                  </a:extLst>
                </a:gridCol>
              </a:tblGrid>
              <a:tr h="0">
                <a:tc>
                  <a:txBody>
                    <a:bodyPr/>
                    <a:lstStyle/>
                    <a:p>
                      <a:pPr algn="r">
                        <a:buNone/>
                      </a:pP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1" dirty="0">
                          <a:solidFill>
                            <a:schemeClr val="tx1">
                              <a:lumMod val="50000"/>
                            </a:schemeClr>
                          </a:solidFill>
                        </a:rPr>
                        <a:t>GARANTIR LA QUALITÉ </a:t>
                      </a:r>
                      <a:r>
                        <a:rPr lang="en-US" sz="800" i="1" dirty="0">
                          <a:solidFill>
                            <a:schemeClr val="tx1">
                              <a:lumMod val="50000"/>
                            </a:schemeClr>
                          </a:solidFill>
                        </a:rPr>
                        <a:t>Art.35 à 38</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SUPPRIMER LES FRICTIONS </a:t>
                      </a:r>
                      <a:r>
                        <a:rPr lang="en-US" sz="800" i="1" dirty="0">
                          <a:solidFill>
                            <a:schemeClr val="tx1">
                              <a:lumMod val="50000"/>
                            </a:schemeClr>
                          </a:solidFill>
                        </a:rPr>
                        <a:t>Art. 39, 44, 45</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RENDRE LA MAIN AU CLIENT </a:t>
                      </a:r>
                      <a:r>
                        <a:rPr lang="en-US" sz="800" i="1" dirty="0">
                          <a:solidFill>
                            <a:schemeClr val="tx1">
                              <a:lumMod val="50000"/>
                            </a:schemeClr>
                          </a:solidFill>
                        </a:rPr>
                        <a:t>Art.43</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391329">
                <a:tc>
                  <a:txBody>
                    <a:bodyPr/>
                    <a:lstStyle/>
                    <a:p>
                      <a:pPr algn="r">
                        <a:buNone/>
                      </a:pPr>
                      <a:r>
                        <a:rPr lang="en-US" sz="1200" dirty="0">
                          <a:solidFill>
                            <a:srgbClr val="C00000"/>
                          </a:solidFill>
                        </a:rPr>
                        <a:t>✗ </a:t>
                      </a:r>
                      <a:r>
                        <a:rPr lang="en-US" sz="1200" b="1" dirty="0">
                          <a:solidFill>
                            <a:srgbClr val="C00000"/>
                          </a:solidFill>
                        </a:rPr>
                        <a:t>DSP2</a:t>
                      </a:r>
                      <a:endParaRPr lang="en-US" sz="1200" dirty="0">
                        <a:solidFill>
                          <a:srgbClr val="C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Une API pouvait légalement offrir moins que l’app. de la banque, sans mesure ni publication.</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Frictions tolérées dans les parcours d'accès. Recours à l'interface client admis en cas de panne.</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Chaque tiers connecté se gère séparément, sans vue d'ensemble ni révocation simple.</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extLst>
                  <a:ext uri="{0D108BD9-81ED-4DB2-BD59-A6C34878D82A}">
                    <a16:rowId xmlns:a16="http://schemas.microsoft.com/office/drawing/2014/main" val="3037277551"/>
                  </a:ext>
                </a:extLst>
              </a:tr>
              <a:tr h="532551">
                <a:tc>
                  <a:txBody>
                    <a:bodyPr/>
                    <a:lstStyle/>
                    <a:p>
                      <a:pPr algn="r">
                        <a:buNone/>
                      </a:pPr>
                      <a:r>
                        <a:rPr lang="en-US" sz="1200" dirty="0">
                          <a:solidFill>
                            <a:srgbClr val="739900"/>
                          </a:solidFill>
                        </a:rPr>
                        <a:t>✓ </a:t>
                      </a:r>
                      <a:r>
                        <a:rPr lang="en-US" sz="1200" b="1" dirty="0">
                          <a:solidFill>
                            <a:srgbClr val="739900"/>
                          </a:solidFill>
                        </a:rPr>
                        <a:t>DSP3/PSR</a:t>
                      </a:r>
                      <a:endParaRPr lang="en-US" sz="1200" dirty="0">
                        <a:solidFill>
                          <a:srgbClr val="739900"/>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Parité de données avec l'interface client, précision des statistiques de disponibilité publiées chaque trimestre, champ de données exposées enrichi.</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Liste d'obstacles explicitement interdits. Le mécanisme de secours des RTS de 2018 disparaît.</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Tableau de bord unique dans l'application bancaire : voir, gérer et révoquer toutes les autorisations.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76219043"/>
                  </a:ext>
                </a:extLst>
              </a:tr>
              <a:tr h="532551">
                <a:tc>
                  <a:txBody>
                    <a:bodyPr/>
                    <a:lstStyle/>
                    <a:p>
                      <a:pPr algn="r">
                        <a:buNone/>
                      </a:pPr>
                      <a:r>
                        <a:rPr lang="en-US" sz="1200" b="1" dirty="0">
                          <a:solidFill>
                            <a:schemeClr val="tx1">
                              <a:lumMod val="50000"/>
                            </a:schemeClr>
                          </a:solidFill>
                        </a:rPr>
                        <a:t>Pour les </a:t>
                      </a:r>
                      <a:r>
                        <a:rPr lang="en-US" sz="1200" b="1" dirty="0" err="1">
                          <a:solidFill>
                            <a:schemeClr val="tx1">
                              <a:lumMod val="50000"/>
                            </a:schemeClr>
                          </a:solidFill>
                        </a:rPr>
                        <a:t>entités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L'API devient un service mesuré et exposé publiquement : un sujet d'exploitation, plus seulement de conformité.</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La disponibilité de l'interface dédiée devient critique : le recours à l'interface client devient exceptionnel et strictement encadré.</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Brique front nouvelle, à construire dans chaque banque en ligne et application mobile.</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grpSp>
        <p:nvGrpSpPr>
          <p:cNvPr id="34" name="Groupe 33">
            <a:extLst>
              <a:ext uri="{FF2B5EF4-FFF2-40B4-BE49-F238E27FC236}">
                <a16:creationId xmlns:a16="http://schemas.microsoft.com/office/drawing/2014/main" id="{7DC439EA-02E8-512C-D40E-240D2B7F883E}"/>
              </a:ext>
            </a:extLst>
          </p:cNvPr>
          <p:cNvGrpSpPr/>
          <p:nvPr/>
        </p:nvGrpSpPr>
        <p:grpSpPr>
          <a:xfrm>
            <a:off x="6445937" y="4091413"/>
            <a:ext cx="5141225" cy="2399274"/>
            <a:chOff x="6445937" y="4129730"/>
            <a:chExt cx="5141225" cy="2399274"/>
          </a:xfrm>
        </p:grpSpPr>
        <p:sp>
          <p:nvSpPr>
            <p:cNvPr id="35" name="Rectangle : coins arrondis 34">
              <a:extLst>
                <a:ext uri="{FF2B5EF4-FFF2-40B4-BE49-F238E27FC236}">
                  <a16:creationId xmlns:a16="http://schemas.microsoft.com/office/drawing/2014/main" id="{B50A60EF-3910-644F-5939-08FE88B003FB}"/>
                </a:ext>
              </a:extLst>
            </p:cNvPr>
            <p:cNvSpPr/>
            <p:nvPr/>
          </p:nvSpPr>
          <p:spPr>
            <a:xfrm>
              <a:off x="6445937" y="4322272"/>
              <a:ext cx="5141225" cy="87565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agrégateur constate des taux d'échec élevés sur l'API d'une banque, sans motif précis communiqué en cas de rejet. </a:t>
              </a:r>
              <a:r>
                <a:rPr lang="fr-FR" sz="1200" b="1" dirty="0">
                  <a:solidFill>
                    <a:srgbClr val="1A1A2E"/>
                  </a:solidFill>
                  <a:ea typeface="Calibri" pitchFamily="34" charset="-122"/>
                  <a:cs typeface="Calibri" pitchFamily="34" charset="-120"/>
                </a:rPr>
                <a:t>Désormais, la banque publie chaque trimestre ses statistiques de disponibilité et de performance.</a:t>
              </a:r>
              <a:endParaRPr lang="en-US" sz="1200" b="1" dirty="0"/>
            </a:p>
          </p:txBody>
        </p:sp>
        <p:sp>
          <p:nvSpPr>
            <p:cNvPr id="36" name="Rectangle : coins arrondis 35">
              <a:extLst>
                <a:ext uri="{FF2B5EF4-FFF2-40B4-BE49-F238E27FC236}">
                  <a16:creationId xmlns:a16="http://schemas.microsoft.com/office/drawing/2014/main" id="{D3C6FBCA-4962-CC46-42F1-502D01A1D5C7}"/>
                </a:ext>
              </a:extLst>
            </p:cNvPr>
            <p:cNvSpPr/>
            <p:nvPr/>
          </p:nvSpPr>
          <p:spPr>
            <a:xfrm>
              <a:off x="6445937" y="5653351"/>
              <a:ext cx="5141225" cy="87565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client connecte son compte à une application d'agrégation et à un service d'initiation de virement. Il pourra, demain, via </a:t>
              </a:r>
              <a:r>
                <a:rPr lang="fr-FR" sz="1200" b="1" dirty="0">
                  <a:solidFill>
                    <a:srgbClr val="1A1A2E"/>
                  </a:solidFill>
                  <a:ea typeface="Calibri" pitchFamily="34" charset="-122"/>
                  <a:cs typeface="Calibri" pitchFamily="34" charset="-120"/>
                </a:rPr>
                <a:t>un tableau de bord unique dans son application bancaire qui liste toutes les autorisations actives, révoquer les connexions en un clic.</a:t>
              </a:r>
              <a:endParaRPr lang="fr-FR" sz="1200" b="1" dirty="0"/>
            </a:p>
          </p:txBody>
        </p:sp>
        <p:sp>
          <p:nvSpPr>
            <p:cNvPr id="37" name="ZoneTexte 36">
              <a:extLst>
                <a:ext uri="{FF2B5EF4-FFF2-40B4-BE49-F238E27FC236}">
                  <a16:creationId xmlns:a16="http://schemas.microsoft.com/office/drawing/2014/main" id="{F7689EDE-85A6-C798-A690-2703D5F648D8}"/>
                </a:ext>
              </a:extLst>
            </p:cNvPr>
            <p:cNvSpPr txBox="1"/>
            <p:nvPr/>
          </p:nvSpPr>
          <p:spPr>
            <a:xfrm>
              <a:off x="6445937" y="4129730"/>
              <a:ext cx="2029402" cy="184666"/>
            </a:xfrm>
            <a:prstGeom prst="rect">
              <a:avLst/>
            </a:prstGeom>
            <a:noFill/>
          </p:spPr>
          <p:txBody>
            <a:bodyPr wrap="none" lIns="0" tIns="0" rIns="0" bIns="0" rtlCol="0">
              <a:spAutoFit/>
            </a:bodyPr>
            <a:lstStyle/>
            <a:p>
              <a:r>
                <a:rPr lang="fr-FR" sz="1200" i="1" dirty="0">
                  <a:solidFill>
                    <a:schemeClr val="tx1">
                      <a:lumMod val="50000"/>
                    </a:schemeClr>
                  </a:solidFill>
                </a:rPr>
                <a:t>Exemple 1 : garantir la qualité</a:t>
              </a:r>
            </a:p>
          </p:txBody>
        </p:sp>
        <p:sp>
          <p:nvSpPr>
            <p:cNvPr id="38" name="ZoneTexte 37">
              <a:extLst>
                <a:ext uri="{FF2B5EF4-FFF2-40B4-BE49-F238E27FC236}">
                  <a16:creationId xmlns:a16="http://schemas.microsoft.com/office/drawing/2014/main" id="{6D2E275D-CC3B-4845-6A4F-5C5A6005125D}"/>
                </a:ext>
              </a:extLst>
            </p:cNvPr>
            <p:cNvSpPr txBox="1"/>
            <p:nvPr/>
          </p:nvSpPr>
          <p:spPr>
            <a:xfrm>
              <a:off x="6445937" y="5468685"/>
              <a:ext cx="2447786" cy="184666"/>
            </a:xfrm>
            <a:prstGeom prst="rect">
              <a:avLst/>
            </a:prstGeom>
            <a:noFill/>
          </p:spPr>
          <p:txBody>
            <a:bodyPr wrap="none" lIns="0" tIns="0" rIns="0" bIns="0" rtlCol="0">
              <a:spAutoFit/>
            </a:bodyPr>
            <a:lstStyle/>
            <a:p>
              <a:r>
                <a:rPr lang="fr-FR" sz="1200" i="1" dirty="0">
                  <a:solidFill>
                    <a:schemeClr val="tx1">
                      <a:lumMod val="50000"/>
                    </a:schemeClr>
                  </a:solidFill>
                </a:rPr>
                <a:t>Exemple 2 : rendre la main au client</a:t>
              </a:r>
            </a:p>
          </p:txBody>
        </p:sp>
      </p:grpSp>
      <p:graphicFrame>
        <p:nvGraphicFramePr>
          <p:cNvPr id="4" name="Tableau 3">
            <a:extLst>
              <a:ext uri="{FF2B5EF4-FFF2-40B4-BE49-F238E27FC236}">
                <a16:creationId xmlns:a16="http://schemas.microsoft.com/office/drawing/2014/main" id="{7D04A867-5A45-BF69-0C6B-109F67A73F57}"/>
              </a:ext>
            </a:extLst>
          </p:cNvPr>
          <p:cNvGraphicFramePr>
            <a:graphicFrameLocks noGrp="1"/>
          </p:cNvGraphicFramePr>
          <p:nvPr>
            <p:extLst>
              <p:ext uri="{D42A27DB-BD31-4B8C-83A1-F6EECF244321}">
                <p14:modId xmlns:p14="http://schemas.microsoft.com/office/powerpoint/2010/main" val="1602280810"/>
              </p:ext>
            </p:extLst>
          </p:nvPr>
        </p:nvGraphicFramePr>
        <p:xfrm>
          <a:off x="625191" y="3812933"/>
          <a:ext cx="5470809" cy="2809838"/>
        </p:xfrm>
        <a:graphic>
          <a:graphicData uri="http://schemas.openxmlformats.org/drawingml/2006/table">
            <a:tbl>
              <a:tblPr firstRow="1" bandRow="1">
                <a:tableStyleId>{5C22544A-7EE6-4342-B048-85BDC9FD1C3A}</a:tableStyleId>
              </a:tblPr>
              <a:tblGrid>
                <a:gridCol w="5470809">
                  <a:extLst>
                    <a:ext uri="{9D8B030D-6E8A-4147-A177-3AD203B41FA5}">
                      <a16:colId xmlns:a16="http://schemas.microsoft.com/office/drawing/2014/main" val="2151466150"/>
                    </a:ext>
                  </a:extLst>
                </a:gridCol>
              </a:tblGrid>
              <a:tr h="4599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La </a:t>
                      </a:r>
                      <a:r>
                        <a:rPr lang="en-US" sz="1200" dirty="0" err="1"/>
                        <a:t>parité</a:t>
                      </a:r>
                      <a:r>
                        <a:rPr lang="en-US" sz="1200" dirty="0"/>
                        <a:t> de données </a:t>
                      </a:r>
                      <a:r>
                        <a:rPr lang="en-US" sz="1200" dirty="0" err="1"/>
                        <a:t>devient</a:t>
                      </a:r>
                      <a:r>
                        <a:rPr lang="en-US" sz="1200" dirty="0"/>
                        <a:t> la </a:t>
                      </a:r>
                      <a:r>
                        <a:rPr lang="en-US" sz="1200" dirty="0" err="1"/>
                        <a:t>règle</a:t>
                      </a:r>
                      <a:endParaRPr lang="fr-FR" sz="1200" dirty="0"/>
                    </a:p>
                  </a:txBody>
                  <a:tcPr marT="43936" marB="43936" anchor="ctr"/>
                </a:tc>
                <a:extLst>
                  <a:ext uri="{0D108BD9-81ED-4DB2-BD59-A6C34878D82A}">
                    <a16:rowId xmlns:a16="http://schemas.microsoft.com/office/drawing/2014/main" val="3744522837"/>
                  </a:ext>
                </a:extLst>
              </a:tr>
              <a:tr h="2349863">
                <a:tc>
                  <a:txBody>
                    <a:bodyPr/>
                    <a:lstStyle/>
                    <a:p>
                      <a:pPr algn="ctr"/>
                      <a:endParaRPr lang="fr-FR" sz="1200" dirty="0"/>
                    </a:p>
                  </a:txBody>
                  <a:tcPr marT="43936" marB="43936" anchor="ctr"/>
                </a:tc>
                <a:extLst>
                  <a:ext uri="{0D108BD9-81ED-4DB2-BD59-A6C34878D82A}">
                    <a16:rowId xmlns:a16="http://schemas.microsoft.com/office/drawing/2014/main" val="2731555051"/>
                  </a:ext>
                </a:extLst>
              </a:tr>
            </a:tbl>
          </a:graphicData>
        </a:graphic>
      </p:graphicFrame>
      <p:grpSp>
        <p:nvGrpSpPr>
          <p:cNvPr id="39" name="Groupe 38">
            <a:extLst>
              <a:ext uri="{FF2B5EF4-FFF2-40B4-BE49-F238E27FC236}">
                <a16:creationId xmlns:a16="http://schemas.microsoft.com/office/drawing/2014/main" id="{7A7D7A37-0461-0BFD-758E-EF1CB86B7C23}"/>
              </a:ext>
            </a:extLst>
          </p:cNvPr>
          <p:cNvGrpSpPr/>
          <p:nvPr/>
        </p:nvGrpSpPr>
        <p:grpSpPr>
          <a:xfrm>
            <a:off x="2961290" y="4406954"/>
            <a:ext cx="1978894" cy="875654"/>
            <a:chOff x="2422810" y="4391714"/>
            <a:chExt cx="1978894" cy="875654"/>
          </a:xfrm>
        </p:grpSpPr>
        <p:sp>
          <p:nvSpPr>
            <p:cNvPr id="26" name="Rectangle 25">
              <a:extLst>
                <a:ext uri="{FF2B5EF4-FFF2-40B4-BE49-F238E27FC236}">
                  <a16:creationId xmlns:a16="http://schemas.microsoft.com/office/drawing/2014/main" id="{8E6E0AC1-08DA-2742-2E02-6C73BE778010}"/>
                </a:ext>
              </a:extLst>
            </p:cNvPr>
            <p:cNvSpPr/>
            <p:nvPr/>
          </p:nvSpPr>
          <p:spPr>
            <a:xfrm>
              <a:off x="2422810" y="4391714"/>
              <a:ext cx="1978894"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612000" bIns="108000" rtlCol="0" anchor="ctr"/>
            <a:lstStyle/>
            <a:p>
              <a:pPr algn="r"/>
              <a:r>
                <a:rPr lang="fr-FR" sz="1200" b="1" dirty="0">
                  <a:solidFill>
                    <a:schemeClr val="tx1">
                      <a:lumMod val="50000"/>
                    </a:schemeClr>
                  </a:solidFill>
                </a:rPr>
                <a:t>Interface client sur l’application mobile</a:t>
              </a:r>
              <a:endParaRPr lang="fr-FR" sz="1200" noProof="0" dirty="0">
                <a:solidFill>
                  <a:schemeClr val="tx1">
                    <a:lumMod val="50000"/>
                  </a:schemeClr>
                </a:solidFill>
              </a:endParaRPr>
            </a:p>
          </p:txBody>
        </p:sp>
        <p:pic>
          <p:nvPicPr>
            <p:cNvPr id="28" name="Graphique 27" descr="Smartphone avec un remplissage uni">
              <a:extLst>
                <a:ext uri="{FF2B5EF4-FFF2-40B4-BE49-F238E27FC236}">
                  <a16:creationId xmlns:a16="http://schemas.microsoft.com/office/drawing/2014/main" id="{459BD856-21A3-B5A4-F72D-DFF57A20F9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20300" y="4478206"/>
              <a:ext cx="681403" cy="681403"/>
            </a:xfrm>
            <a:prstGeom prst="rect">
              <a:avLst/>
            </a:prstGeom>
          </p:spPr>
        </p:pic>
      </p:grpSp>
      <p:grpSp>
        <p:nvGrpSpPr>
          <p:cNvPr id="33" name="Groupe 32">
            <a:extLst>
              <a:ext uri="{FF2B5EF4-FFF2-40B4-BE49-F238E27FC236}">
                <a16:creationId xmlns:a16="http://schemas.microsoft.com/office/drawing/2014/main" id="{E2A4F918-FDB2-3CB0-71D0-B862CBAC0782}"/>
              </a:ext>
            </a:extLst>
          </p:cNvPr>
          <p:cNvGrpSpPr/>
          <p:nvPr/>
        </p:nvGrpSpPr>
        <p:grpSpPr>
          <a:xfrm>
            <a:off x="728514" y="5002169"/>
            <a:ext cx="1978894" cy="875654"/>
            <a:chOff x="2371148" y="5069415"/>
            <a:chExt cx="1978894" cy="875654"/>
          </a:xfrm>
        </p:grpSpPr>
        <p:sp>
          <p:nvSpPr>
            <p:cNvPr id="29" name="Rectangle 28">
              <a:extLst>
                <a:ext uri="{FF2B5EF4-FFF2-40B4-BE49-F238E27FC236}">
                  <a16:creationId xmlns:a16="http://schemas.microsoft.com/office/drawing/2014/main" id="{A7FD79F6-B697-4A97-93D7-772329AF1731}"/>
                </a:ext>
              </a:extLst>
            </p:cNvPr>
            <p:cNvSpPr/>
            <p:nvPr/>
          </p:nvSpPr>
          <p:spPr>
            <a:xfrm>
              <a:off x="2371148" y="5069415"/>
              <a:ext cx="1978894"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612000" bIns="108000" rtlCol="0" anchor="ctr"/>
            <a:lstStyle/>
            <a:p>
              <a:pPr algn="ctr"/>
              <a:r>
                <a:rPr lang="fr-FR" sz="1200" b="1" dirty="0">
                  <a:solidFill>
                    <a:schemeClr val="tx1">
                      <a:lumMod val="50000"/>
                    </a:schemeClr>
                  </a:solidFill>
                </a:rPr>
                <a:t>Banque du client</a:t>
              </a:r>
              <a:endParaRPr lang="fr-FR" sz="1200" dirty="0">
                <a:solidFill>
                  <a:schemeClr val="tx1">
                    <a:lumMod val="50000"/>
                  </a:schemeClr>
                </a:solidFill>
              </a:endParaRPr>
            </a:p>
          </p:txBody>
        </p:sp>
        <p:pic>
          <p:nvPicPr>
            <p:cNvPr id="32" name="Image 31" descr="Credit Agricole Logo">
              <a:extLst>
                <a:ext uri="{FF2B5EF4-FFF2-40B4-BE49-F238E27FC236}">
                  <a16:creationId xmlns:a16="http://schemas.microsoft.com/office/drawing/2014/main" id="{39BD9A18-0484-DDDE-C462-6FA6305BA5B4}"/>
                </a:ext>
              </a:extLst>
            </p:cNvPr>
            <p:cNvPicPr>
              <a:picLocks noChangeAspect="1"/>
            </p:cNvPicPr>
            <p:nvPr/>
          </p:nvPicPr>
          <p:blipFill>
            <a:blip r:embed="rId4"/>
            <a:srcRect b="15706"/>
            <a:stretch>
              <a:fillRect/>
            </a:stretch>
          </p:blipFill>
          <p:spPr>
            <a:xfrm>
              <a:off x="3665829" y="5320697"/>
              <a:ext cx="684213" cy="324755"/>
            </a:xfrm>
            <a:prstGeom prst="rect">
              <a:avLst/>
            </a:prstGeom>
          </p:spPr>
        </p:pic>
      </p:grpSp>
      <p:pic>
        <p:nvPicPr>
          <p:cNvPr id="41" name="Graphique 40" descr="Utilisateur avec un remplissage uni">
            <a:extLst>
              <a:ext uri="{FF2B5EF4-FFF2-40B4-BE49-F238E27FC236}">
                <a16:creationId xmlns:a16="http://schemas.microsoft.com/office/drawing/2014/main" id="{BC7FFFEC-7ADF-D0A4-6733-111002908D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8092" y="4574781"/>
            <a:ext cx="540000" cy="540000"/>
          </a:xfrm>
          <a:prstGeom prst="rect">
            <a:avLst/>
          </a:prstGeom>
        </p:spPr>
      </p:pic>
      <p:grpSp>
        <p:nvGrpSpPr>
          <p:cNvPr id="42" name="Groupe 41">
            <a:extLst>
              <a:ext uri="{FF2B5EF4-FFF2-40B4-BE49-F238E27FC236}">
                <a16:creationId xmlns:a16="http://schemas.microsoft.com/office/drawing/2014/main" id="{544F8194-47F1-D108-1F75-7870EB19B9FE}"/>
              </a:ext>
            </a:extLst>
          </p:cNvPr>
          <p:cNvGrpSpPr/>
          <p:nvPr/>
        </p:nvGrpSpPr>
        <p:grpSpPr>
          <a:xfrm>
            <a:off x="2961290" y="5597385"/>
            <a:ext cx="1978894" cy="875654"/>
            <a:chOff x="2422810" y="4391714"/>
            <a:chExt cx="1978894" cy="875654"/>
          </a:xfrm>
        </p:grpSpPr>
        <p:sp>
          <p:nvSpPr>
            <p:cNvPr id="43" name="Rectangle 42">
              <a:extLst>
                <a:ext uri="{FF2B5EF4-FFF2-40B4-BE49-F238E27FC236}">
                  <a16:creationId xmlns:a16="http://schemas.microsoft.com/office/drawing/2014/main" id="{8FFCBACB-0F61-4013-CE34-007E3B678BDB}"/>
                </a:ext>
              </a:extLst>
            </p:cNvPr>
            <p:cNvSpPr/>
            <p:nvPr/>
          </p:nvSpPr>
          <p:spPr>
            <a:xfrm>
              <a:off x="2422810" y="4391714"/>
              <a:ext cx="1978894" cy="875654"/>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612000" bIns="108000" rtlCol="0" anchor="ctr"/>
            <a:lstStyle/>
            <a:p>
              <a:pPr algn="r"/>
              <a:r>
                <a:rPr lang="fr-FR" sz="1200" b="1" dirty="0">
                  <a:solidFill>
                    <a:schemeClr val="tx1">
                      <a:lumMod val="50000"/>
                    </a:schemeClr>
                  </a:solidFill>
                </a:rPr>
                <a:t>Interface dédiée (API) aux acteurs externes </a:t>
              </a:r>
              <a:endParaRPr lang="fr-FR" sz="1200" noProof="0" dirty="0">
                <a:solidFill>
                  <a:schemeClr val="tx1">
                    <a:lumMod val="50000"/>
                  </a:schemeClr>
                </a:solidFill>
              </a:endParaRPr>
            </a:p>
          </p:txBody>
        </p:sp>
        <p:pic>
          <p:nvPicPr>
            <p:cNvPr id="44" name="Graphique 43" descr="Engrenages avec un remplissage uni">
              <a:extLst>
                <a:ext uri="{FF2B5EF4-FFF2-40B4-BE49-F238E27FC236}">
                  <a16:creationId xmlns:a16="http://schemas.microsoft.com/office/drawing/2014/main" id="{CECE67BC-8B9E-B2EC-630C-8F44385ADBE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720300" y="4478206"/>
              <a:ext cx="681403" cy="681403"/>
            </a:xfrm>
            <a:prstGeom prst="rect">
              <a:avLst/>
            </a:prstGeom>
          </p:spPr>
        </p:pic>
      </p:grpSp>
      <p:pic>
        <p:nvPicPr>
          <p:cNvPr id="46" name="Graphique 45" descr="Ville avec un remplissage uni">
            <a:extLst>
              <a:ext uri="{FF2B5EF4-FFF2-40B4-BE49-F238E27FC236}">
                <a16:creationId xmlns:a16="http://schemas.microsoft.com/office/drawing/2014/main" id="{CBB27B6D-3433-67AF-33E5-822A437509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48092" y="5765212"/>
            <a:ext cx="540000" cy="540000"/>
          </a:xfrm>
          <a:prstGeom prst="rect">
            <a:avLst/>
          </a:prstGeom>
        </p:spPr>
      </p:pic>
      <p:cxnSp>
        <p:nvCxnSpPr>
          <p:cNvPr id="54" name="Connecteur droit avec flèche 53">
            <a:extLst>
              <a:ext uri="{FF2B5EF4-FFF2-40B4-BE49-F238E27FC236}">
                <a16:creationId xmlns:a16="http://schemas.microsoft.com/office/drawing/2014/main" id="{BCB91174-606D-E8A3-15B3-9A94DA752014}"/>
              </a:ext>
            </a:extLst>
          </p:cNvPr>
          <p:cNvCxnSpPr>
            <a:cxnSpLocks/>
          </p:cNvCxnSpPr>
          <p:nvPr/>
        </p:nvCxnSpPr>
        <p:spPr>
          <a:xfrm>
            <a:off x="4940183" y="4844781"/>
            <a:ext cx="333492" cy="0"/>
          </a:xfrm>
          <a:prstGeom prst="straightConnector1">
            <a:avLst/>
          </a:prstGeom>
          <a:ln>
            <a:solidFill>
              <a:schemeClr val="tx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1EA3A906-BC1C-8E73-5478-39663AF5DFC5}"/>
              </a:ext>
            </a:extLst>
          </p:cNvPr>
          <p:cNvCxnSpPr>
            <a:cxnSpLocks/>
            <a:stCxn id="43" idx="3"/>
            <a:endCxn id="46" idx="1"/>
          </p:cNvCxnSpPr>
          <p:nvPr/>
        </p:nvCxnSpPr>
        <p:spPr>
          <a:xfrm>
            <a:off x="4940184" y="6035212"/>
            <a:ext cx="307908" cy="0"/>
          </a:xfrm>
          <a:prstGeom prst="straightConnector1">
            <a:avLst/>
          </a:prstGeom>
          <a:ln>
            <a:solidFill>
              <a:schemeClr val="tx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Connecteur : en angle 61">
            <a:extLst>
              <a:ext uri="{FF2B5EF4-FFF2-40B4-BE49-F238E27FC236}">
                <a16:creationId xmlns:a16="http://schemas.microsoft.com/office/drawing/2014/main" id="{30FEF561-C6F1-CA33-7D21-610D0938D0FC}"/>
              </a:ext>
            </a:extLst>
          </p:cNvPr>
          <p:cNvCxnSpPr>
            <a:stCxn id="26" idx="1"/>
            <a:endCxn id="29" idx="0"/>
          </p:cNvCxnSpPr>
          <p:nvPr/>
        </p:nvCxnSpPr>
        <p:spPr>
          <a:xfrm rot="10800000" flipV="1">
            <a:off x="1717962" y="4844781"/>
            <a:ext cx="1243329" cy="157388"/>
          </a:xfrm>
          <a:prstGeom prst="bentConnector2">
            <a:avLst/>
          </a:prstGeom>
          <a:ln>
            <a:solidFill>
              <a:schemeClr val="tx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Connecteur : en angle 62">
            <a:extLst>
              <a:ext uri="{FF2B5EF4-FFF2-40B4-BE49-F238E27FC236}">
                <a16:creationId xmlns:a16="http://schemas.microsoft.com/office/drawing/2014/main" id="{41B67D19-A80F-F92A-F79D-8A609120C23F}"/>
              </a:ext>
            </a:extLst>
          </p:cNvPr>
          <p:cNvCxnSpPr>
            <a:cxnSpLocks/>
            <a:stCxn id="43" idx="1"/>
            <a:endCxn id="29" idx="2"/>
          </p:cNvCxnSpPr>
          <p:nvPr/>
        </p:nvCxnSpPr>
        <p:spPr>
          <a:xfrm rot="10800000">
            <a:off x="1717962" y="5877824"/>
            <a:ext cx="1243329" cy="157389"/>
          </a:xfrm>
          <a:prstGeom prst="bentConnector2">
            <a:avLst/>
          </a:prstGeom>
          <a:ln>
            <a:solidFill>
              <a:schemeClr val="tx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9" name="Connecteur droit 258">
            <a:extLst>
              <a:ext uri="{FF2B5EF4-FFF2-40B4-BE49-F238E27FC236}">
                <a16:creationId xmlns:a16="http://schemas.microsoft.com/office/drawing/2014/main" id="{591DB54E-9B1D-1740-F6FF-436EDCC2E9AF}"/>
              </a:ext>
            </a:extLst>
          </p:cNvPr>
          <p:cNvCxnSpPr>
            <a:endCxn id="46" idx="0"/>
          </p:cNvCxnSpPr>
          <p:nvPr/>
        </p:nvCxnSpPr>
        <p:spPr>
          <a:xfrm>
            <a:off x="5518092" y="5114781"/>
            <a:ext cx="0" cy="650431"/>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1" name="ZoneTexte 260">
            <a:extLst>
              <a:ext uri="{FF2B5EF4-FFF2-40B4-BE49-F238E27FC236}">
                <a16:creationId xmlns:a16="http://schemas.microsoft.com/office/drawing/2014/main" id="{574EEBED-A3F2-6F30-E012-26506774E9E4}"/>
              </a:ext>
            </a:extLst>
          </p:cNvPr>
          <p:cNvSpPr txBox="1"/>
          <p:nvPr/>
        </p:nvSpPr>
        <p:spPr>
          <a:xfrm>
            <a:off x="2986107" y="5235327"/>
            <a:ext cx="1929261" cy="246221"/>
          </a:xfrm>
          <a:prstGeom prst="rect">
            <a:avLst/>
          </a:prstGeom>
          <a:noFill/>
        </p:spPr>
        <p:txBody>
          <a:bodyPr wrap="square">
            <a:spAutoFit/>
          </a:bodyPr>
          <a:lstStyle/>
          <a:p>
            <a:pPr algn="ctr"/>
            <a:r>
              <a:rPr lang="en-US" sz="1000" dirty="0" err="1">
                <a:solidFill>
                  <a:schemeClr val="tx1">
                    <a:lumMod val="50000"/>
                  </a:schemeClr>
                </a:solidFill>
              </a:rPr>
              <a:t>mêmes</a:t>
            </a:r>
            <a:r>
              <a:rPr lang="en-US" sz="1000" dirty="0">
                <a:solidFill>
                  <a:schemeClr val="tx1">
                    <a:lumMod val="50000"/>
                  </a:schemeClr>
                </a:solidFill>
              </a:rPr>
              <a:t> données, </a:t>
            </a:r>
            <a:r>
              <a:rPr lang="en-US" sz="1000" dirty="0" err="1">
                <a:solidFill>
                  <a:schemeClr val="tx1">
                    <a:lumMod val="50000"/>
                  </a:schemeClr>
                </a:solidFill>
              </a:rPr>
              <a:t>même</a:t>
            </a:r>
            <a:r>
              <a:rPr lang="en-US" sz="1000" dirty="0">
                <a:solidFill>
                  <a:schemeClr val="tx1">
                    <a:lumMod val="50000"/>
                  </a:schemeClr>
                </a:solidFill>
              </a:rPr>
              <a:t> </a:t>
            </a:r>
            <a:r>
              <a:rPr lang="en-US" sz="1000" dirty="0" err="1">
                <a:solidFill>
                  <a:schemeClr val="tx1">
                    <a:lumMod val="50000"/>
                  </a:schemeClr>
                </a:solidFill>
              </a:rPr>
              <a:t>niveau</a:t>
            </a:r>
            <a:r>
              <a:rPr lang="en-US" sz="1000" dirty="0">
                <a:solidFill>
                  <a:schemeClr val="tx1">
                    <a:lumMod val="50000"/>
                  </a:schemeClr>
                </a:solidFill>
              </a:rPr>
              <a:t> de service</a:t>
            </a:r>
            <a:endParaRPr lang="fr-FR" sz="1000" dirty="0">
              <a:solidFill>
                <a:schemeClr val="tx1">
                  <a:lumMod val="50000"/>
                </a:schemeClr>
              </a:solidFill>
            </a:endParaRPr>
          </a:p>
        </p:txBody>
      </p:sp>
      <p:sp>
        <p:nvSpPr>
          <p:cNvPr id="262" name="ZoneTexte 261">
            <a:extLst>
              <a:ext uri="{FF2B5EF4-FFF2-40B4-BE49-F238E27FC236}">
                <a16:creationId xmlns:a16="http://schemas.microsoft.com/office/drawing/2014/main" id="{1B98C756-D50E-F1B5-7DDA-EF0BA6B03E95}"/>
              </a:ext>
            </a:extLst>
          </p:cNvPr>
          <p:cNvSpPr txBox="1"/>
          <p:nvPr/>
        </p:nvSpPr>
        <p:spPr>
          <a:xfrm>
            <a:off x="5232302" y="4440028"/>
            <a:ext cx="575799" cy="261610"/>
          </a:xfrm>
          <a:prstGeom prst="rect">
            <a:avLst/>
          </a:prstGeom>
          <a:noFill/>
        </p:spPr>
        <p:txBody>
          <a:bodyPr wrap="none" rtlCol="0">
            <a:spAutoFit/>
          </a:bodyPr>
          <a:lstStyle/>
          <a:p>
            <a:r>
              <a:rPr lang="fr-FR" sz="1050" b="1" dirty="0">
                <a:solidFill>
                  <a:schemeClr val="bg2"/>
                </a:solidFill>
              </a:rPr>
              <a:t>Client</a:t>
            </a:r>
          </a:p>
        </p:txBody>
      </p:sp>
      <p:sp>
        <p:nvSpPr>
          <p:cNvPr id="263" name="ZoneTexte 262">
            <a:extLst>
              <a:ext uri="{FF2B5EF4-FFF2-40B4-BE49-F238E27FC236}">
                <a16:creationId xmlns:a16="http://schemas.microsoft.com/office/drawing/2014/main" id="{81879A51-786D-4AA5-2A06-839B8BBFCAA3}"/>
              </a:ext>
            </a:extLst>
          </p:cNvPr>
          <p:cNvSpPr txBox="1"/>
          <p:nvPr/>
        </p:nvSpPr>
        <p:spPr>
          <a:xfrm>
            <a:off x="5106929" y="6198429"/>
            <a:ext cx="841897" cy="253916"/>
          </a:xfrm>
          <a:prstGeom prst="rect">
            <a:avLst/>
          </a:prstGeom>
          <a:noFill/>
        </p:spPr>
        <p:txBody>
          <a:bodyPr wrap="none" rtlCol="0">
            <a:spAutoFit/>
          </a:bodyPr>
          <a:lstStyle/>
          <a:p>
            <a:r>
              <a:rPr lang="fr-FR" sz="1050" b="1" dirty="0">
                <a:solidFill>
                  <a:schemeClr val="bg2"/>
                </a:solidFill>
              </a:rPr>
              <a:t>AISP/PISP</a:t>
            </a:r>
          </a:p>
        </p:txBody>
      </p:sp>
      <p:pic>
        <p:nvPicPr>
          <p:cNvPr id="265" name="Graphique 264" descr="Internet avec un remplissage uni">
            <a:extLst>
              <a:ext uri="{FF2B5EF4-FFF2-40B4-BE49-F238E27FC236}">
                <a16:creationId xmlns:a16="http://schemas.microsoft.com/office/drawing/2014/main" id="{F3C26519-F90D-EEA0-2E98-B5DF9D2753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13375" y="5335279"/>
            <a:ext cx="209434" cy="209434"/>
          </a:xfrm>
          <a:prstGeom prst="rect">
            <a:avLst/>
          </a:prstGeom>
        </p:spPr>
      </p:pic>
      <p:pic>
        <p:nvPicPr>
          <p:cNvPr id="267" name="Graphique 266" descr="Présentation avec graphique à barres avec un remplissage uni">
            <a:extLst>
              <a:ext uri="{FF2B5EF4-FFF2-40B4-BE49-F238E27FC236}">
                <a16:creationId xmlns:a16="http://schemas.microsoft.com/office/drawing/2014/main" id="{29E42CAA-A924-0618-C9F4-6A10160504E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72831" y="4748870"/>
            <a:ext cx="253299" cy="253299"/>
          </a:xfrm>
          <a:prstGeom prst="rect">
            <a:avLst/>
          </a:prstGeom>
        </p:spPr>
      </p:pic>
    </p:spTree>
    <p:extLst>
      <p:ext uri="{BB962C8B-B14F-4D97-AF65-F5344CB8AC3E}">
        <p14:creationId xmlns:p14="http://schemas.microsoft.com/office/powerpoint/2010/main" val="2637276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DDA23-5DA0-C5E8-8FD4-9CBDDA630DCA}"/>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24D98F30-09B5-4D8B-4ADF-C06E06FE45D6}"/>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LE DE-RISKING EST DAVANTAGE ENCADRÉ : LES DÉCISIONS D’ACCÈS, DE COMPTE ET DE TARIFICATION DOIVENT ÊTRE JUSTIFIÉES</a:t>
            </a:r>
            <a:endParaRPr lang="fr-FR" sz="1800" noProof="0" dirty="0">
              <a:latin typeface="+mn-lt"/>
            </a:endParaRPr>
          </a:p>
        </p:txBody>
      </p:sp>
      <p:sp>
        <p:nvSpPr>
          <p:cNvPr id="3" name="Rectangle 2">
            <a:extLst>
              <a:ext uri="{FF2B5EF4-FFF2-40B4-BE49-F238E27FC236}">
                <a16:creationId xmlns:a16="http://schemas.microsoft.com/office/drawing/2014/main" id="{3CF07215-C8D3-2029-6B6B-062AC055FDBE}"/>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en-US" sz="1200" b="1" dirty="0">
                <a:solidFill>
                  <a:schemeClr val="tx1">
                    <a:lumMod val="50000"/>
                  </a:schemeClr>
                </a:solidFill>
              </a:rPr>
              <a:t>La DSP2 est </a:t>
            </a:r>
            <a:r>
              <a:rPr lang="en-US" sz="1200" b="1" dirty="0" err="1">
                <a:solidFill>
                  <a:schemeClr val="tx1">
                    <a:lumMod val="50000"/>
                  </a:schemeClr>
                </a:solidFill>
              </a:rPr>
              <a:t>muette</a:t>
            </a:r>
            <a:r>
              <a:rPr lang="en-US" sz="1200" b="1" dirty="0">
                <a:solidFill>
                  <a:schemeClr val="tx1">
                    <a:lumMod val="50000"/>
                  </a:schemeClr>
                </a:solidFill>
              </a:rPr>
              <a:t> sur </a:t>
            </a:r>
            <a:r>
              <a:rPr lang="en-US" sz="1200" b="1" dirty="0" err="1">
                <a:solidFill>
                  <a:schemeClr val="tx1">
                    <a:lumMod val="50000"/>
                  </a:schemeClr>
                </a:solidFill>
              </a:rPr>
              <a:t>l'accès</a:t>
            </a:r>
            <a:r>
              <a:rPr lang="en-US" sz="1200" b="1" dirty="0">
                <a:solidFill>
                  <a:schemeClr val="tx1">
                    <a:lumMod val="50000"/>
                  </a:schemeClr>
                </a:solidFill>
              </a:rPr>
              <a:t> des </a:t>
            </a:r>
            <a:r>
              <a:rPr lang="en-US" sz="1200" b="1" dirty="0" err="1">
                <a:solidFill>
                  <a:schemeClr val="tx1">
                    <a:lumMod val="50000"/>
                  </a:schemeClr>
                </a:solidFill>
              </a:rPr>
              <a:t>établissements</a:t>
            </a:r>
            <a:r>
              <a:rPr lang="en-US" sz="1200" b="1" dirty="0">
                <a:solidFill>
                  <a:schemeClr val="tx1">
                    <a:lumMod val="50000"/>
                  </a:schemeClr>
                </a:solidFill>
              </a:rPr>
              <a:t> de </a:t>
            </a:r>
            <a:r>
              <a:rPr lang="en-US" sz="1200" b="1" dirty="0" err="1">
                <a:solidFill>
                  <a:schemeClr val="tx1">
                    <a:lumMod val="50000"/>
                  </a:schemeClr>
                </a:solidFill>
              </a:rPr>
              <a:t>paiement</a:t>
            </a:r>
            <a:r>
              <a:rPr lang="en-US" sz="1200" b="1" dirty="0">
                <a:solidFill>
                  <a:schemeClr val="tx1">
                    <a:lumMod val="50000"/>
                  </a:schemeClr>
                </a:solidFill>
              </a:rPr>
              <a:t> aux </a:t>
            </a:r>
            <a:r>
              <a:rPr lang="en-US" sz="1200" b="1" dirty="0" err="1">
                <a:solidFill>
                  <a:schemeClr val="tx1">
                    <a:lumMod val="50000"/>
                  </a:schemeClr>
                </a:solidFill>
              </a:rPr>
              <a:t>comptes</a:t>
            </a:r>
            <a:r>
              <a:rPr lang="en-US" sz="1200" b="1" dirty="0">
                <a:solidFill>
                  <a:schemeClr val="tx1">
                    <a:lumMod val="50000"/>
                  </a:schemeClr>
                </a:solidFill>
              </a:rPr>
              <a:t> et aux </a:t>
            </a:r>
            <a:r>
              <a:rPr lang="en-US" sz="1200" b="1" dirty="0" err="1">
                <a:solidFill>
                  <a:schemeClr val="tx1">
                    <a:lumMod val="50000"/>
                  </a:schemeClr>
                </a:solidFill>
              </a:rPr>
              <a:t>systèmes</a:t>
            </a:r>
            <a:r>
              <a:rPr lang="en-US" sz="1200" b="1" dirty="0">
                <a:solidFill>
                  <a:schemeClr val="tx1">
                    <a:lumMod val="50000"/>
                  </a:schemeClr>
                </a:solidFill>
              </a:rPr>
              <a:t> </a:t>
            </a:r>
            <a:r>
              <a:rPr lang="en-US" sz="1200" b="1" dirty="0" err="1">
                <a:solidFill>
                  <a:schemeClr val="tx1">
                    <a:lumMod val="50000"/>
                  </a:schemeClr>
                </a:solidFill>
              </a:rPr>
              <a:t>bancaires</a:t>
            </a:r>
            <a:r>
              <a:rPr lang="en-US" sz="1200" b="1" dirty="0">
                <a:solidFill>
                  <a:schemeClr val="tx1">
                    <a:lumMod val="50000"/>
                  </a:schemeClr>
                </a:solidFill>
              </a:rPr>
              <a:t>. </a:t>
            </a:r>
            <a:r>
              <a:rPr lang="en-US" sz="1200" dirty="0">
                <a:solidFill>
                  <a:schemeClr val="tx1">
                    <a:lumMod val="50000"/>
                  </a:schemeClr>
                </a:solidFill>
              </a:rPr>
              <a:t>Le </a:t>
            </a:r>
            <a:r>
              <a:rPr lang="en-US" sz="1200" dirty="0" err="1">
                <a:solidFill>
                  <a:schemeClr val="tx1">
                    <a:lumMod val="50000"/>
                  </a:schemeClr>
                </a:solidFill>
              </a:rPr>
              <a:t>problème</a:t>
            </a:r>
            <a:r>
              <a:rPr lang="en-US" sz="1200" dirty="0">
                <a:solidFill>
                  <a:schemeClr val="tx1">
                    <a:lumMod val="50000"/>
                  </a:schemeClr>
                </a:solidFill>
              </a:rPr>
              <a:t> est </a:t>
            </a:r>
            <a:r>
              <a:rPr lang="en-US" sz="1200" dirty="0" err="1">
                <a:solidFill>
                  <a:schemeClr val="tx1">
                    <a:lumMod val="50000"/>
                  </a:schemeClr>
                </a:solidFill>
              </a:rPr>
              <a:t>apparu</a:t>
            </a:r>
            <a:r>
              <a:rPr lang="en-US" sz="1200" dirty="0">
                <a:solidFill>
                  <a:schemeClr val="tx1">
                    <a:lumMod val="50000"/>
                  </a:schemeClr>
                </a:solidFill>
              </a:rPr>
              <a:t> après coup : des </a:t>
            </a:r>
            <a:r>
              <a:rPr lang="en-US" sz="1200" dirty="0" err="1">
                <a:solidFill>
                  <a:schemeClr val="tx1">
                    <a:lumMod val="50000"/>
                  </a:schemeClr>
                </a:solidFill>
              </a:rPr>
              <a:t>refus</a:t>
            </a:r>
            <a:r>
              <a:rPr lang="en-US" sz="1200" dirty="0">
                <a:solidFill>
                  <a:schemeClr val="tx1">
                    <a:lumMod val="50000"/>
                  </a:schemeClr>
                </a:solidFill>
              </a:rPr>
              <a:t> et des </a:t>
            </a:r>
            <a:r>
              <a:rPr lang="en-US" sz="1200" dirty="0" err="1">
                <a:solidFill>
                  <a:schemeClr val="tx1">
                    <a:lumMod val="50000"/>
                  </a:schemeClr>
                </a:solidFill>
              </a:rPr>
              <a:t>clôtures</a:t>
            </a:r>
            <a:r>
              <a:rPr lang="en-US" sz="1200" dirty="0">
                <a:solidFill>
                  <a:schemeClr val="tx1">
                    <a:lumMod val="50000"/>
                  </a:schemeClr>
                </a:solidFill>
              </a:rPr>
              <a:t> sans justification, qui </a:t>
            </a:r>
            <a:r>
              <a:rPr lang="en-US" sz="1200" dirty="0" err="1">
                <a:solidFill>
                  <a:schemeClr val="tx1">
                    <a:lumMod val="50000"/>
                  </a:schemeClr>
                </a:solidFill>
              </a:rPr>
              <a:t>coupent</a:t>
            </a:r>
            <a:r>
              <a:rPr lang="en-US" sz="1200" dirty="0">
                <a:solidFill>
                  <a:schemeClr val="tx1">
                    <a:lumMod val="50000"/>
                  </a:schemeClr>
                </a:solidFill>
              </a:rPr>
              <a:t> </a:t>
            </a:r>
            <a:r>
              <a:rPr lang="en-US" sz="1200" dirty="0" err="1">
                <a:solidFill>
                  <a:schemeClr val="tx1">
                    <a:lumMod val="50000"/>
                  </a:schemeClr>
                </a:solidFill>
              </a:rPr>
              <a:t>ces</a:t>
            </a:r>
            <a:r>
              <a:rPr lang="en-US" sz="1200" dirty="0">
                <a:solidFill>
                  <a:schemeClr val="tx1">
                    <a:lumMod val="50000"/>
                  </a:schemeClr>
                </a:solidFill>
              </a:rPr>
              <a:t> </a:t>
            </a:r>
            <a:r>
              <a:rPr lang="en-US" sz="1200" dirty="0" err="1">
                <a:solidFill>
                  <a:schemeClr val="tx1">
                    <a:lumMod val="50000"/>
                  </a:schemeClr>
                </a:solidFill>
              </a:rPr>
              <a:t>établissements</a:t>
            </a:r>
            <a:r>
              <a:rPr lang="en-US" sz="1200" dirty="0">
                <a:solidFill>
                  <a:schemeClr val="tx1">
                    <a:lumMod val="50000"/>
                  </a:schemeClr>
                </a:solidFill>
              </a:rPr>
              <a:t> du </a:t>
            </a:r>
            <a:r>
              <a:rPr lang="en-US" sz="1200" dirty="0" err="1">
                <a:solidFill>
                  <a:schemeClr val="tx1">
                    <a:lumMod val="50000"/>
                  </a:schemeClr>
                </a:solidFill>
              </a:rPr>
              <a:t>système</a:t>
            </a:r>
            <a:r>
              <a:rPr lang="en-US" sz="1200" dirty="0">
                <a:solidFill>
                  <a:schemeClr val="tx1">
                    <a:lumMod val="50000"/>
                  </a:schemeClr>
                </a:solidFill>
              </a:rPr>
              <a:t> </a:t>
            </a:r>
            <a:r>
              <a:rPr lang="en-US" sz="1200" dirty="0" err="1">
                <a:solidFill>
                  <a:schemeClr val="tx1">
                    <a:lumMod val="50000"/>
                  </a:schemeClr>
                </a:solidFill>
              </a:rPr>
              <a:t>dont</a:t>
            </a:r>
            <a:r>
              <a:rPr lang="en-US" sz="1200" dirty="0">
                <a:solidFill>
                  <a:schemeClr val="tx1">
                    <a:lumMod val="50000"/>
                  </a:schemeClr>
                </a:solidFill>
              </a:rPr>
              <a:t> </a:t>
            </a:r>
            <a:r>
              <a:rPr lang="en-US" sz="1200" dirty="0" err="1">
                <a:solidFill>
                  <a:schemeClr val="tx1">
                    <a:lumMod val="50000"/>
                  </a:schemeClr>
                </a:solidFill>
              </a:rPr>
              <a:t>dépend</a:t>
            </a:r>
            <a:r>
              <a:rPr lang="en-US" sz="1200" dirty="0">
                <a:solidFill>
                  <a:schemeClr val="tx1">
                    <a:lumMod val="50000"/>
                  </a:schemeClr>
                </a:solidFill>
              </a:rPr>
              <a:t> </a:t>
            </a:r>
            <a:r>
              <a:rPr lang="en-US" sz="1200" dirty="0" err="1">
                <a:solidFill>
                  <a:schemeClr val="tx1">
                    <a:lumMod val="50000"/>
                  </a:schemeClr>
                </a:solidFill>
              </a:rPr>
              <a:t>leur</a:t>
            </a:r>
            <a:r>
              <a:rPr lang="en-US" sz="1200" dirty="0">
                <a:solidFill>
                  <a:schemeClr val="tx1">
                    <a:lumMod val="50000"/>
                  </a:schemeClr>
                </a:solidFill>
              </a:rPr>
              <a:t> </a:t>
            </a:r>
            <a:r>
              <a:rPr lang="en-US" sz="1200" dirty="0" err="1">
                <a:solidFill>
                  <a:schemeClr val="tx1">
                    <a:lumMod val="50000"/>
                  </a:schemeClr>
                </a:solidFill>
              </a:rPr>
              <a:t>activité</a:t>
            </a:r>
            <a:r>
              <a:rPr lang="en-US" sz="1200" dirty="0">
                <a:solidFill>
                  <a:schemeClr val="tx1">
                    <a:lumMod val="50000"/>
                  </a:schemeClr>
                </a:solidFill>
              </a:rPr>
              <a:t>. Le PSR </a:t>
            </a:r>
            <a:r>
              <a:rPr lang="en-US" sz="1200" dirty="0" err="1">
                <a:solidFill>
                  <a:schemeClr val="tx1">
                    <a:lumMod val="50000"/>
                  </a:schemeClr>
                </a:solidFill>
              </a:rPr>
              <a:t>répond</a:t>
            </a:r>
            <a:r>
              <a:rPr lang="en-US" sz="1200" dirty="0">
                <a:solidFill>
                  <a:schemeClr val="tx1">
                    <a:lumMod val="50000"/>
                  </a:schemeClr>
                </a:solidFill>
              </a:rPr>
              <a:t> sur trois fronts : </a:t>
            </a:r>
            <a:r>
              <a:rPr lang="en-US" sz="1200" dirty="0" err="1">
                <a:solidFill>
                  <a:schemeClr val="tx1">
                    <a:lumMod val="50000"/>
                  </a:schemeClr>
                </a:solidFill>
              </a:rPr>
              <a:t>accéder</a:t>
            </a:r>
            <a:r>
              <a:rPr lang="en-US" sz="1200" dirty="0">
                <a:solidFill>
                  <a:schemeClr val="tx1">
                    <a:lumMod val="50000"/>
                  </a:schemeClr>
                </a:solidFill>
              </a:rPr>
              <a:t> aux </a:t>
            </a:r>
            <a:r>
              <a:rPr lang="en-US" sz="1200" dirty="0" err="1">
                <a:solidFill>
                  <a:schemeClr val="tx1">
                    <a:lumMod val="50000"/>
                  </a:schemeClr>
                </a:solidFill>
              </a:rPr>
              <a:t>systèmes</a:t>
            </a:r>
            <a:r>
              <a:rPr lang="en-US" sz="1200" dirty="0">
                <a:solidFill>
                  <a:schemeClr val="tx1">
                    <a:lumMod val="50000"/>
                  </a:schemeClr>
                </a:solidFill>
              </a:rPr>
              <a:t>, </a:t>
            </a:r>
            <a:r>
              <a:rPr lang="en-US" sz="1200" dirty="0" err="1">
                <a:solidFill>
                  <a:schemeClr val="tx1">
                    <a:lumMod val="50000"/>
                  </a:schemeClr>
                </a:solidFill>
              </a:rPr>
              <a:t>obtenir</a:t>
            </a:r>
            <a:r>
              <a:rPr lang="en-US" sz="1200" dirty="0">
                <a:solidFill>
                  <a:schemeClr val="tx1">
                    <a:lumMod val="50000"/>
                  </a:schemeClr>
                </a:solidFill>
              </a:rPr>
              <a:t> et conserver un compte, </a:t>
            </a:r>
            <a:r>
              <a:rPr lang="en-US" sz="1200" dirty="0" err="1">
                <a:solidFill>
                  <a:schemeClr val="tx1">
                    <a:lumMod val="50000"/>
                  </a:schemeClr>
                </a:solidFill>
              </a:rPr>
              <a:t>connaître</a:t>
            </a:r>
            <a:r>
              <a:rPr lang="en-US" sz="1200" dirty="0">
                <a:solidFill>
                  <a:schemeClr val="tx1">
                    <a:lumMod val="50000"/>
                  </a:schemeClr>
                </a:solidFill>
              </a:rPr>
              <a:t> les conditions </a:t>
            </a:r>
            <a:r>
              <a:rPr lang="en-US" sz="1200" dirty="0" err="1">
                <a:solidFill>
                  <a:schemeClr val="tx1">
                    <a:lumMod val="50000"/>
                  </a:schemeClr>
                </a:solidFill>
              </a:rPr>
              <a:t>tarifaires</a:t>
            </a:r>
            <a:r>
              <a:rPr lang="en-US" sz="1200" dirty="0">
                <a:solidFill>
                  <a:schemeClr val="tx1">
                    <a:lumMod val="50000"/>
                  </a:schemeClr>
                </a:solidFill>
              </a:rPr>
              <a:t>. Point </a:t>
            </a:r>
            <a:r>
              <a:rPr lang="en-US" sz="1200" dirty="0" err="1">
                <a:solidFill>
                  <a:schemeClr val="tx1">
                    <a:lumMod val="50000"/>
                  </a:schemeClr>
                </a:solidFill>
              </a:rPr>
              <a:t>d'attention</a:t>
            </a:r>
            <a:r>
              <a:rPr lang="en-US" sz="1200" dirty="0">
                <a:solidFill>
                  <a:schemeClr val="tx1">
                    <a:lumMod val="50000"/>
                  </a:schemeClr>
                </a:solidFill>
              </a:rPr>
              <a:t> : sur </a:t>
            </a:r>
            <a:r>
              <a:rPr lang="en-US" sz="1200" dirty="0" err="1">
                <a:solidFill>
                  <a:schemeClr val="tx1">
                    <a:lumMod val="50000"/>
                  </a:schemeClr>
                </a:solidFill>
              </a:rPr>
              <a:t>cet</a:t>
            </a:r>
            <a:r>
              <a:rPr lang="en-US" sz="1200" dirty="0">
                <a:solidFill>
                  <a:schemeClr val="tx1">
                    <a:lumMod val="50000"/>
                  </a:schemeClr>
                </a:solidFill>
              </a:rPr>
              <a:t> axe, le Groupe est </a:t>
            </a:r>
            <a:r>
              <a:rPr lang="en-US" sz="1200" dirty="0" err="1">
                <a:solidFill>
                  <a:schemeClr val="tx1">
                    <a:lumMod val="50000"/>
                  </a:schemeClr>
                </a:solidFill>
              </a:rPr>
              <a:t>majoritairement</a:t>
            </a:r>
            <a:r>
              <a:rPr lang="en-US" sz="1200" dirty="0">
                <a:solidFill>
                  <a:schemeClr val="tx1">
                    <a:lumMod val="50000"/>
                  </a:schemeClr>
                </a:solidFill>
              </a:rPr>
              <a:t> du </a:t>
            </a:r>
            <a:r>
              <a:rPr lang="en-US" sz="1200" dirty="0" err="1">
                <a:solidFill>
                  <a:schemeClr val="tx1">
                    <a:lumMod val="50000"/>
                  </a:schemeClr>
                </a:solidFill>
              </a:rPr>
              <a:t>côté</a:t>
            </a:r>
            <a:r>
              <a:rPr lang="en-US" sz="1200" dirty="0">
                <a:solidFill>
                  <a:schemeClr val="tx1">
                    <a:lumMod val="50000"/>
                  </a:schemeClr>
                </a:solidFill>
              </a:rPr>
              <a:t> de </a:t>
            </a:r>
            <a:r>
              <a:rPr lang="en-US" sz="1200" dirty="0" err="1">
                <a:solidFill>
                  <a:schemeClr val="tx1">
                    <a:lumMod val="50000"/>
                  </a:schemeClr>
                </a:solidFill>
              </a:rPr>
              <a:t>celui</a:t>
            </a:r>
            <a:r>
              <a:rPr lang="en-US" sz="1200" dirty="0">
                <a:solidFill>
                  <a:schemeClr val="tx1">
                    <a:lumMod val="50000"/>
                  </a:schemeClr>
                </a:solidFill>
              </a:rPr>
              <a:t> qui doit justifier.</a:t>
            </a:r>
            <a:endParaRPr lang="fr-FR" sz="1200" dirty="0">
              <a:solidFill>
                <a:schemeClr val="tx1">
                  <a:lumMod val="50000"/>
                </a:schemeClr>
              </a:solidFill>
            </a:endParaRPr>
          </a:p>
        </p:txBody>
      </p:sp>
      <p:sp>
        <p:nvSpPr>
          <p:cNvPr id="274" name="Rectangle : coins arrondis 273">
            <a:extLst>
              <a:ext uri="{FF2B5EF4-FFF2-40B4-BE49-F238E27FC236}">
                <a16:creationId xmlns:a16="http://schemas.microsoft.com/office/drawing/2014/main" id="{A73EFA62-584D-DDEE-1689-440C71CC3E4C}"/>
              </a:ext>
            </a:extLst>
          </p:cNvPr>
          <p:cNvSpPr/>
          <p:nvPr/>
        </p:nvSpPr>
        <p:spPr>
          <a:xfrm>
            <a:off x="631297" y="344776"/>
            <a:ext cx="998233" cy="233980"/>
          </a:xfrm>
          <a:prstGeom prst="round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De-</a:t>
            </a:r>
            <a:r>
              <a:rPr lang="fr-FR" sz="1100" b="1" dirty="0" err="1"/>
              <a:t>risking</a:t>
            </a:r>
            <a:endParaRPr lang="fr-FR" sz="1100" b="1" dirty="0"/>
          </a:p>
        </p:txBody>
      </p:sp>
      <p:graphicFrame>
        <p:nvGraphicFramePr>
          <p:cNvPr id="2" name="Tableau 1">
            <a:extLst>
              <a:ext uri="{FF2B5EF4-FFF2-40B4-BE49-F238E27FC236}">
                <a16:creationId xmlns:a16="http://schemas.microsoft.com/office/drawing/2014/main" id="{490DD757-B5C0-B37A-FFAD-5EB5A3EFC81E}"/>
              </a:ext>
            </a:extLst>
          </p:cNvPr>
          <p:cNvGraphicFramePr>
            <a:graphicFrameLocks noGrp="1"/>
          </p:cNvGraphicFramePr>
          <p:nvPr>
            <p:extLst>
              <p:ext uri="{D42A27DB-BD31-4B8C-83A1-F6EECF244321}">
                <p14:modId xmlns:p14="http://schemas.microsoft.com/office/powerpoint/2010/main" val="1327072531"/>
              </p:ext>
            </p:extLst>
          </p:nvPr>
        </p:nvGraphicFramePr>
        <p:xfrm>
          <a:off x="626493" y="1871191"/>
          <a:ext cx="10960673" cy="1828800"/>
        </p:xfrm>
        <a:graphic>
          <a:graphicData uri="http://schemas.openxmlformats.org/drawingml/2006/table">
            <a:tbl>
              <a:tblPr firstRow="1" bandRow="1">
                <a:tableStyleId>{5940675A-B579-460E-94D1-54222C63F5DA}</a:tableStyleId>
              </a:tblPr>
              <a:tblGrid>
                <a:gridCol w="1133414">
                  <a:extLst>
                    <a:ext uri="{9D8B030D-6E8A-4147-A177-3AD203B41FA5}">
                      <a16:colId xmlns:a16="http://schemas.microsoft.com/office/drawing/2014/main" val="1439011438"/>
                    </a:ext>
                  </a:extLst>
                </a:gridCol>
                <a:gridCol w="3275753">
                  <a:extLst>
                    <a:ext uri="{9D8B030D-6E8A-4147-A177-3AD203B41FA5}">
                      <a16:colId xmlns:a16="http://schemas.microsoft.com/office/drawing/2014/main" val="1123917366"/>
                    </a:ext>
                  </a:extLst>
                </a:gridCol>
                <a:gridCol w="3275753">
                  <a:extLst>
                    <a:ext uri="{9D8B030D-6E8A-4147-A177-3AD203B41FA5}">
                      <a16:colId xmlns:a16="http://schemas.microsoft.com/office/drawing/2014/main" val="2695273750"/>
                    </a:ext>
                  </a:extLst>
                </a:gridCol>
                <a:gridCol w="3275753">
                  <a:extLst>
                    <a:ext uri="{9D8B030D-6E8A-4147-A177-3AD203B41FA5}">
                      <a16:colId xmlns:a16="http://schemas.microsoft.com/office/drawing/2014/main" val="3184738081"/>
                    </a:ext>
                  </a:extLst>
                </a:gridCol>
              </a:tblGrid>
              <a:tr h="0">
                <a:tc>
                  <a:txBody>
                    <a:bodyPr/>
                    <a:lstStyle/>
                    <a:p>
                      <a:pPr algn="r">
                        <a:buNone/>
                      </a:pP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1" dirty="0">
                          <a:solidFill>
                            <a:schemeClr val="tx1">
                              <a:lumMod val="50000"/>
                            </a:schemeClr>
                          </a:solidFill>
                        </a:rPr>
                        <a:t>ACCÉDER AUX SYSTÈMES </a:t>
                      </a:r>
                      <a:r>
                        <a:rPr lang="en-US" sz="800" i="1" dirty="0">
                          <a:solidFill>
                            <a:schemeClr val="tx1">
                              <a:lumMod val="50000"/>
                            </a:schemeClr>
                          </a:solidFill>
                        </a:rPr>
                        <a:t>Art.31</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a:t>
                      </a:r>
                      <a:r>
                        <a:rPr lang="fr-FR" sz="1200" b="1" dirty="0">
                          <a:solidFill>
                            <a:schemeClr val="tx1">
                              <a:lumMod val="50000"/>
                            </a:schemeClr>
                          </a:solidFill>
                        </a:rPr>
                        <a:t>OBTENIR &amp; GARDER UN COMPTE </a:t>
                      </a:r>
                      <a:r>
                        <a:rPr lang="en-US" sz="800" i="1" dirty="0">
                          <a:solidFill>
                            <a:schemeClr val="tx1">
                              <a:lumMod val="50000"/>
                            </a:schemeClr>
                          </a:solidFill>
                        </a:rPr>
                        <a:t>Art. 32</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CONNAÎTRE LES CONDITIONS </a:t>
                      </a:r>
                      <a:r>
                        <a:rPr lang="en-US" sz="800" i="1" dirty="0">
                          <a:solidFill>
                            <a:schemeClr val="tx1">
                              <a:lumMod val="50000"/>
                            </a:schemeClr>
                          </a:solidFill>
                        </a:rPr>
                        <a:t>Art.31a</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391329">
                <a:tc>
                  <a:txBody>
                    <a:bodyPr/>
                    <a:lstStyle/>
                    <a:p>
                      <a:pPr algn="r">
                        <a:buNone/>
                      </a:pPr>
                      <a:r>
                        <a:rPr lang="en-US" sz="1200" dirty="0">
                          <a:solidFill>
                            <a:srgbClr val="C00000"/>
                          </a:solidFill>
                        </a:rPr>
                        <a:t>✗ </a:t>
                      </a:r>
                      <a:r>
                        <a:rPr lang="en-US" sz="1200" b="1" dirty="0">
                          <a:solidFill>
                            <a:srgbClr val="C00000"/>
                          </a:solidFill>
                        </a:rPr>
                        <a:t>DSP2</a:t>
                      </a:r>
                      <a:endParaRPr lang="en-US" sz="1200" dirty="0">
                        <a:solidFill>
                          <a:srgbClr val="C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Accès aux systèmes de paiement désignés réservé en pratique aux établissements de crédit.</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en-US" sz="1050" dirty="0">
                          <a:solidFill>
                            <a:schemeClr val="tx1">
                              <a:lumMod val="50000"/>
                            </a:schemeClr>
                          </a:solidFill>
                        </a:rPr>
                        <a:t>R</a:t>
                      </a:r>
                      <a:r>
                        <a:rPr lang="fr-FR" sz="1050" dirty="0" err="1">
                          <a:solidFill>
                            <a:schemeClr val="tx1">
                              <a:lumMod val="50000"/>
                            </a:schemeClr>
                          </a:solidFill>
                        </a:rPr>
                        <a:t>efus</a:t>
                      </a:r>
                      <a:r>
                        <a:rPr lang="fr-FR" sz="1050" dirty="0">
                          <a:solidFill>
                            <a:schemeClr val="tx1">
                              <a:lumMod val="50000"/>
                            </a:schemeClr>
                          </a:solidFill>
                        </a:rPr>
                        <a:t> ou clôture possibles sans justification, sans délai encadré et sans recours.</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en-US" sz="1050" dirty="0">
                          <a:solidFill>
                            <a:schemeClr val="tx1">
                              <a:lumMod val="50000"/>
                            </a:schemeClr>
                          </a:solidFill>
                        </a:rPr>
                        <a:t>C</a:t>
                      </a:r>
                      <a:r>
                        <a:rPr lang="fr-FR" sz="1050" dirty="0" err="1">
                          <a:solidFill>
                            <a:schemeClr val="tx1">
                              <a:lumMod val="50000"/>
                            </a:schemeClr>
                          </a:solidFill>
                        </a:rPr>
                        <a:t>onditions</a:t>
                      </a:r>
                      <a:r>
                        <a:rPr lang="fr-FR" sz="1050" dirty="0">
                          <a:solidFill>
                            <a:schemeClr val="tx1">
                              <a:lumMod val="50000"/>
                            </a:schemeClr>
                          </a:solidFill>
                        </a:rPr>
                        <a:t> tarifaires des </a:t>
                      </a:r>
                      <a:r>
                        <a:rPr lang="fr-FR" sz="1050" dirty="0" err="1">
                          <a:solidFill>
                            <a:schemeClr val="tx1">
                              <a:lumMod val="50000"/>
                            </a:schemeClr>
                          </a:solidFill>
                        </a:rPr>
                        <a:t>schemes</a:t>
                      </a:r>
                      <a:r>
                        <a:rPr lang="fr-FR" sz="1050" dirty="0">
                          <a:solidFill>
                            <a:schemeClr val="tx1">
                              <a:lumMod val="50000"/>
                            </a:schemeClr>
                          </a:solidFill>
                        </a:rPr>
                        <a:t> cartes opaques pour les prestataires.</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extLst>
                  <a:ext uri="{0D108BD9-81ED-4DB2-BD59-A6C34878D82A}">
                    <a16:rowId xmlns:a16="http://schemas.microsoft.com/office/drawing/2014/main" val="3037277551"/>
                  </a:ext>
                </a:extLst>
              </a:tr>
              <a:tr h="532551">
                <a:tc>
                  <a:txBody>
                    <a:bodyPr/>
                    <a:lstStyle/>
                    <a:p>
                      <a:pPr algn="r">
                        <a:buNone/>
                      </a:pPr>
                      <a:r>
                        <a:rPr lang="en-US" sz="1200" dirty="0">
                          <a:solidFill>
                            <a:srgbClr val="739900"/>
                          </a:solidFill>
                        </a:rPr>
                        <a:t>✓ </a:t>
                      </a:r>
                      <a:r>
                        <a:rPr lang="en-US" sz="1200" b="1" dirty="0">
                          <a:solidFill>
                            <a:srgbClr val="739900"/>
                          </a:solidFill>
                        </a:rPr>
                        <a:t>DSP3/PSR</a:t>
                      </a:r>
                      <a:endParaRPr lang="en-US" sz="1200" dirty="0">
                        <a:solidFill>
                          <a:srgbClr val="739900"/>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050" dirty="0">
                          <a:solidFill>
                            <a:schemeClr val="tx1">
                              <a:lumMod val="50000"/>
                            </a:schemeClr>
                          </a:solidFill>
                        </a:rPr>
                        <a:t>A</a:t>
                      </a:r>
                      <a:r>
                        <a:rPr lang="fr-FR" sz="1050" dirty="0" err="1">
                          <a:solidFill>
                            <a:schemeClr val="tx1">
                              <a:lumMod val="50000"/>
                            </a:schemeClr>
                          </a:solidFill>
                        </a:rPr>
                        <a:t>ccès</a:t>
                      </a:r>
                      <a:r>
                        <a:rPr lang="fr-FR" sz="1050" dirty="0">
                          <a:solidFill>
                            <a:schemeClr val="tx1">
                              <a:lumMod val="50000"/>
                            </a:schemeClr>
                          </a:solidFill>
                        </a:rPr>
                        <a:t> direct sur critères objectifs et proportionnés, sans discrimination fondée sur le statut.</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050" dirty="0">
                          <a:solidFill>
                            <a:schemeClr val="tx1">
                              <a:lumMod val="50000"/>
                            </a:schemeClr>
                          </a:solidFill>
                        </a:rPr>
                        <a:t>Q</a:t>
                      </a:r>
                      <a:r>
                        <a:rPr lang="fr-FR" sz="1050" dirty="0" err="1">
                          <a:solidFill>
                            <a:schemeClr val="tx1">
                              <a:lumMod val="50000"/>
                            </a:schemeClr>
                          </a:solidFill>
                        </a:rPr>
                        <a:t>uatre</a:t>
                      </a:r>
                      <a:r>
                        <a:rPr lang="fr-FR" sz="1050" dirty="0">
                          <a:solidFill>
                            <a:schemeClr val="tx1">
                              <a:lumMod val="50000"/>
                            </a:schemeClr>
                          </a:solidFill>
                        </a:rPr>
                        <a:t> motifs de refus limitatifs, motivation sous un mois, préavis de clôture de quatre mois, droit de recours.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en-US" sz="1050" dirty="0">
                          <a:solidFill>
                            <a:schemeClr val="tx1">
                              <a:lumMod val="50000"/>
                            </a:schemeClr>
                          </a:solidFill>
                        </a:rPr>
                        <a:t>T</a:t>
                      </a:r>
                      <a:r>
                        <a:rPr lang="fr-FR" sz="1050" dirty="0" err="1">
                          <a:solidFill>
                            <a:schemeClr val="tx1">
                              <a:lumMod val="50000"/>
                            </a:schemeClr>
                          </a:solidFill>
                        </a:rPr>
                        <a:t>ransparence</a:t>
                      </a:r>
                      <a:r>
                        <a:rPr lang="fr-FR" sz="1050" dirty="0">
                          <a:solidFill>
                            <a:schemeClr val="tx1">
                              <a:lumMod val="50000"/>
                            </a:schemeClr>
                          </a:solidFill>
                        </a:rPr>
                        <a:t> obligatoire des pratiques des </a:t>
                      </a:r>
                      <a:r>
                        <a:rPr lang="fr-FR" sz="1050" dirty="0" err="1">
                          <a:solidFill>
                            <a:schemeClr val="tx1">
                              <a:lumMod val="50000"/>
                            </a:schemeClr>
                          </a:solidFill>
                        </a:rPr>
                        <a:t>schemes</a:t>
                      </a:r>
                      <a:r>
                        <a:rPr lang="fr-FR" sz="1050" dirty="0">
                          <a:solidFill>
                            <a:schemeClr val="tx1">
                              <a:lumMod val="50000"/>
                            </a:schemeClr>
                          </a:solidFill>
                        </a:rPr>
                        <a:t> cartes, processeurs et acquéreurs.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76219043"/>
                  </a:ext>
                </a:extLst>
              </a:tr>
              <a:tr h="532551">
                <a:tc>
                  <a:txBody>
                    <a:bodyPr/>
                    <a:lstStyle/>
                    <a:p>
                      <a:pPr algn="r">
                        <a:buNone/>
                      </a:pPr>
                      <a:r>
                        <a:rPr lang="en-US" sz="1200" b="1" dirty="0">
                          <a:solidFill>
                            <a:schemeClr val="tx1">
                              <a:lumMod val="50000"/>
                            </a:schemeClr>
                          </a:solidFill>
                        </a:rPr>
                        <a:t>Pour les </a:t>
                      </a:r>
                      <a:r>
                        <a:rPr lang="en-US" sz="1200" b="1" dirty="0" err="1">
                          <a:solidFill>
                            <a:schemeClr val="tx1">
                              <a:lumMod val="50000"/>
                            </a:schemeClr>
                          </a:solidFill>
                        </a:rPr>
                        <a:t>entités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solidFill>
                            <a:schemeClr val="tx1">
                              <a:lumMod val="50000"/>
                            </a:schemeClr>
                          </a:solidFill>
                        </a:rPr>
                        <a:t>C</a:t>
                      </a:r>
                      <a:r>
                        <a:rPr lang="fr-FR" sz="1050" dirty="0" err="1">
                          <a:solidFill>
                            <a:schemeClr val="tx1">
                              <a:lumMod val="50000"/>
                            </a:schemeClr>
                          </a:solidFill>
                        </a:rPr>
                        <a:t>oncurrence</a:t>
                      </a:r>
                      <a:r>
                        <a:rPr lang="fr-FR" sz="1050" dirty="0">
                          <a:solidFill>
                            <a:schemeClr val="tx1">
                              <a:lumMod val="50000"/>
                            </a:schemeClr>
                          </a:solidFill>
                        </a:rPr>
                        <a:t> accrue sur les rails de paiement.</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Process de décision et outillage à formaliser côté banque teneuse : motifs, délais, traçabilité, format normé.</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050" dirty="0">
                          <a:solidFill>
                            <a:schemeClr val="tx1">
                              <a:lumMod val="50000"/>
                            </a:schemeClr>
                          </a:solidFill>
                        </a:rPr>
                        <a:t>M</a:t>
                      </a:r>
                      <a:r>
                        <a:rPr lang="fr-FR" sz="1050" dirty="0" err="1">
                          <a:solidFill>
                            <a:schemeClr val="tx1">
                              <a:lumMod val="50000"/>
                            </a:schemeClr>
                          </a:solidFill>
                        </a:rPr>
                        <a:t>eilleure</a:t>
                      </a:r>
                      <a:r>
                        <a:rPr lang="fr-FR" sz="1050" dirty="0">
                          <a:solidFill>
                            <a:schemeClr val="tx1">
                              <a:lumMod val="50000"/>
                            </a:schemeClr>
                          </a:solidFill>
                        </a:rPr>
                        <a:t> comparabilité des coûts d'acceptation, côté acquéreur comme émetteur.</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grpSp>
        <p:nvGrpSpPr>
          <p:cNvPr id="34" name="Groupe 33">
            <a:extLst>
              <a:ext uri="{FF2B5EF4-FFF2-40B4-BE49-F238E27FC236}">
                <a16:creationId xmlns:a16="http://schemas.microsoft.com/office/drawing/2014/main" id="{32304DBF-7810-4006-B912-F8BEECE43250}"/>
              </a:ext>
            </a:extLst>
          </p:cNvPr>
          <p:cNvGrpSpPr/>
          <p:nvPr/>
        </p:nvGrpSpPr>
        <p:grpSpPr>
          <a:xfrm>
            <a:off x="6445937" y="4091413"/>
            <a:ext cx="5141225" cy="2399274"/>
            <a:chOff x="6445937" y="4129730"/>
            <a:chExt cx="5141225" cy="2399274"/>
          </a:xfrm>
        </p:grpSpPr>
        <p:sp>
          <p:nvSpPr>
            <p:cNvPr id="35" name="Rectangle : coins arrondis 34">
              <a:extLst>
                <a:ext uri="{FF2B5EF4-FFF2-40B4-BE49-F238E27FC236}">
                  <a16:creationId xmlns:a16="http://schemas.microsoft.com/office/drawing/2014/main" id="{91E3608F-B5A0-B878-696D-0BB7B362EFBA}"/>
                </a:ext>
              </a:extLst>
            </p:cNvPr>
            <p:cNvSpPr/>
            <p:nvPr/>
          </p:nvSpPr>
          <p:spPr>
            <a:xfrm>
              <a:off x="6445937" y="4322272"/>
              <a:ext cx="5141225" cy="87565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Une entité du Groupe teneuse de comptes refuse aujourd'hui l'ouverture d'un compte à un établissement de paiement sur appréciation du risque, sans justification écrite. Demain, </a:t>
              </a:r>
              <a:r>
                <a:rPr lang="fr-FR" sz="1200" b="1" dirty="0">
                  <a:solidFill>
                    <a:srgbClr val="1A1A2E"/>
                  </a:solidFill>
                  <a:ea typeface="Calibri" pitchFamily="34" charset="-122"/>
                  <a:cs typeface="Calibri" pitchFamily="34" charset="-120"/>
                </a:rPr>
                <a:t>ce refus devra reposer sur l'un des quatre motifs limitatifs et pourra être contesté devant l’autorité.</a:t>
              </a:r>
              <a:endParaRPr lang="en-US" sz="1200" b="1" dirty="0"/>
            </a:p>
          </p:txBody>
        </p:sp>
        <p:sp>
          <p:nvSpPr>
            <p:cNvPr id="36" name="Rectangle : coins arrondis 35">
              <a:extLst>
                <a:ext uri="{FF2B5EF4-FFF2-40B4-BE49-F238E27FC236}">
                  <a16:creationId xmlns:a16="http://schemas.microsoft.com/office/drawing/2014/main" id="{11B8CF14-3860-1A9F-07BE-5CA227A068BB}"/>
                </a:ext>
              </a:extLst>
            </p:cNvPr>
            <p:cNvSpPr/>
            <p:nvPr/>
          </p:nvSpPr>
          <p:spPr>
            <a:xfrm>
              <a:off x="6445937" y="5653351"/>
              <a:ext cx="5141225" cy="87565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1A1A2E"/>
                  </a:solidFill>
                  <a:ea typeface="Calibri" pitchFamily="34" charset="-122"/>
                  <a:cs typeface="Calibri" pitchFamily="34" charset="-120"/>
                </a:rPr>
                <a:t>Un établissement de paiement s'interroge sur les conditions tarifaires imposées par un </a:t>
              </a:r>
              <a:r>
                <a:rPr lang="fr-FR" sz="1200" dirty="0" err="1">
                  <a:solidFill>
                    <a:srgbClr val="1A1A2E"/>
                  </a:solidFill>
                  <a:ea typeface="Calibri" pitchFamily="34" charset="-122"/>
                  <a:cs typeface="Calibri" pitchFamily="34" charset="-120"/>
                </a:rPr>
                <a:t>scheme</a:t>
              </a:r>
              <a:r>
                <a:rPr lang="fr-FR" sz="1200" dirty="0">
                  <a:solidFill>
                    <a:srgbClr val="1A1A2E"/>
                  </a:solidFill>
                  <a:ea typeface="Calibri" pitchFamily="34" charset="-122"/>
                  <a:cs typeface="Calibri" pitchFamily="34" charset="-120"/>
                </a:rPr>
                <a:t> carte. </a:t>
              </a:r>
              <a:r>
                <a:rPr lang="fr-FR" sz="1200" b="1" dirty="0">
                  <a:solidFill>
                    <a:srgbClr val="1A1A2E"/>
                  </a:solidFill>
                  <a:ea typeface="Calibri" pitchFamily="34" charset="-122"/>
                  <a:cs typeface="Calibri" pitchFamily="34" charset="-120"/>
                </a:rPr>
                <a:t>Ces pratiques deviennent transparentes et vérifiables, ce qui rend les coûts d'acceptation comparables d'un </a:t>
              </a:r>
              <a:r>
                <a:rPr lang="fr-FR" sz="1200" b="1" dirty="0" err="1">
                  <a:solidFill>
                    <a:srgbClr val="1A1A2E"/>
                  </a:solidFill>
                  <a:ea typeface="Calibri" pitchFamily="34" charset="-122"/>
                  <a:cs typeface="Calibri" pitchFamily="34" charset="-120"/>
                </a:rPr>
                <a:t>scheme</a:t>
              </a:r>
              <a:r>
                <a:rPr lang="fr-FR" sz="1200" b="1" dirty="0">
                  <a:solidFill>
                    <a:srgbClr val="1A1A2E"/>
                  </a:solidFill>
                  <a:ea typeface="Calibri" pitchFamily="34" charset="-122"/>
                  <a:cs typeface="Calibri" pitchFamily="34" charset="-120"/>
                </a:rPr>
                <a:t> à l'autre.</a:t>
              </a:r>
              <a:endParaRPr lang="fr-FR" sz="1200" b="1" dirty="0"/>
            </a:p>
          </p:txBody>
        </p:sp>
        <p:sp>
          <p:nvSpPr>
            <p:cNvPr id="37" name="ZoneTexte 36">
              <a:extLst>
                <a:ext uri="{FF2B5EF4-FFF2-40B4-BE49-F238E27FC236}">
                  <a16:creationId xmlns:a16="http://schemas.microsoft.com/office/drawing/2014/main" id="{ACDCF118-E075-4E68-A0C7-9B6A1B9F5ACB}"/>
                </a:ext>
              </a:extLst>
            </p:cNvPr>
            <p:cNvSpPr txBox="1"/>
            <p:nvPr/>
          </p:nvSpPr>
          <p:spPr>
            <a:xfrm>
              <a:off x="6445937" y="4129730"/>
              <a:ext cx="2125582" cy="184666"/>
            </a:xfrm>
            <a:prstGeom prst="rect">
              <a:avLst/>
            </a:prstGeom>
            <a:noFill/>
          </p:spPr>
          <p:txBody>
            <a:bodyPr wrap="none" lIns="0" tIns="0" rIns="0" bIns="0" rtlCol="0">
              <a:spAutoFit/>
            </a:bodyPr>
            <a:lstStyle/>
            <a:p>
              <a:r>
                <a:rPr lang="fr-FR" sz="1200" i="1" dirty="0">
                  <a:solidFill>
                    <a:schemeClr val="tx1">
                      <a:lumMod val="50000"/>
                    </a:schemeClr>
                  </a:solidFill>
                </a:rPr>
                <a:t>Exemple 1 : du côté du Groupe</a:t>
              </a:r>
            </a:p>
          </p:txBody>
        </p:sp>
        <p:sp>
          <p:nvSpPr>
            <p:cNvPr id="38" name="ZoneTexte 37">
              <a:extLst>
                <a:ext uri="{FF2B5EF4-FFF2-40B4-BE49-F238E27FC236}">
                  <a16:creationId xmlns:a16="http://schemas.microsoft.com/office/drawing/2014/main" id="{36E6C091-764F-1C8D-AF9D-2D6FEB42B7B6}"/>
                </a:ext>
              </a:extLst>
            </p:cNvPr>
            <p:cNvSpPr txBox="1"/>
            <p:nvPr/>
          </p:nvSpPr>
          <p:spPr>
            <a:xfrm>
              <a:off x="6445937" y="5468685"/>
              <a:ext cx="3513782" cy="184666"/>
            </a:xfrm>
            <a:prstGeom prst="rect">
              <a:avLst/>
            </a:prstGeom>
            <a:noFill/>
          </p:spPr>
          <p:txBody>
            <a:bodyPr wrap="none" lIns="0" tIns="0" rIns="0" bIns="0" rtlCol="0">
              <a:spAutoFit/>
            </a:bodyPr>
            <a:lstStyle/>
            <a:p>
              <a:r>
                <a:rPr lang="fr-FR" sz="1200" i="1" dirty="0">
                  <a:solidFill>
                    <a:schemeClr val="tx1">
                      <a:lumMod val="50000"/>
                    </a:schemeClr>
                  </a:solidFill>
                </a:rPr>
                <a:t>Exemple 2 : </a:t>
              </a:r>
              <a:r>
                <a:rPr lang="fr-FR" sz="1200" i="1">
                  <a:solidFill>
                    <a:schemeClr val="tx1">
                      <a:lumMod val="50000"/>
                    </a:schemeClr>
                  </a:solidFill>
                </a:rPr>
                <a:t>du côté </a:t>
              </a:r>
              <a:r>
                <a:rPr lang="fr-FR" sz="1200" i="1" dirty="0">
                  <a:solidFill>
                    <a:schemeClr val="tx1">
                      <a:lumMod val="50000"/>
                    </a:schemeClr>
                  </a:solidFill>
                </a:rPr>
                <a:t>de l’établissement de paiement</a:t>
              </a:r>
            </a:p>
          </p:txBody>
        </p:sp>
      </p:grpSp>
      <p:graphicFrame>
        <p:nvGraphicFramePr>
          <p:cNvPr id="4" name="Tableau 3">
            <a:extLst>
              <a:ext uri="{FF2B5EF4-FFF2-40B4-BE49-F238E27FC236}">
                <a16:creationId xmlns:a16="http://schemas.microsoft.com/office/drawing/2014/main" id="{7096B30B-A4F4-29C8-3678-EA15EB627522}"/>
              </a:ext>
            </a:extLst>
          </p:cNvPr>
          <p:cNvGraphicFramePr>
            <a:graphicFrameLocks noGrp="1"/>
          </p:cNvGraphicFramePr>
          <p:nvPr>
            <p:extLst>
              <p:ext uri="{D42A27DB-BD31-4B8C-83A1-F6EECF244321}">
                <p14:modId xmlns:p14="http://schemas.microsoft.com/office/powerpoint/2010/main" val="4077776655"/>
              </p:ext>
            </p:extLst>
          </p:nvPr>
        </p:nvGraphicFramePr>
        <p:xfrm>
          <a:off x="625191" y="3812933"/>
          <a:ext cx="5470809" cy="2809838"/>
        </p:xfrm>
        <a:graphic>
          <a:graphicData uri="http://schemas.openxmlformats.org/drawingml/2006/table">
            <a:tbl>
              <a:tblPr firstRow="1" bandRow="1">
                <a:tableStyleId>{5C22544A-7EE6-4342-B048-85BDC9FD1C3A}</a:tableStyleId>
              </a:tblPr>
              <a:tblGrid>
                <a:gridCol w="5470809">
                  <a:extLst>
                    <a:ext uri="{9D8B030D-6E8A-4147-A177-3AD203B41FA5}">
                      <a16:colId xmlns:a16="http://schemas.microsoft.com/office/drawing/2014/main" val="2151466150"/>
                    </a:ext>
                  </a:extLst>
                </a:gridCol>
              </a:tblGrid>
              <a:tr h="4599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Le </a:t>
                      </a:r>
                      <a:r>
                        <a:rPr lang="en-US" sz="1200" dirty="0" err="1"/>
                        <a:t>parcours</a:t>
                      </a:r>
                      <a:r>
                        <a:rPr lang="en-US" sz="1200" dirty="0"/>
                        <a:t> de </a:t>
                      </a:r>
                      <a:r>
                        <a:rPr lang="en-US" sz="1200" dirty="0" err="1"/>
                        <a:t>décision</a:t>
                      </a:r>
                      <a:r>
                        <a:rPr lang="en-US" sz="1200" dirty="0"/>
                        <a:t> est </a:t>
                      </a:r>
                      <a:r>
                        <a:rPr lang="en-US" sz="1200" dirty="0" err="1"/>
                        <a:t>désormais</a:t>
                      </a:r>
                      <a:r>
                        <a:rPr lang="en-US" sz="1200" dirty="0"/>
                        <a:t> </a:t>
                      </a:r>
                      <a:r>
                        <a:rPr lang="en-US" sz="1200" dirty="0" err="1"/>
                        <a:t>encadré</a:t>
                      </a:r>
                      <a:r>
                        <a:rPr lang="en-US" sz="1200" dirty="0"/>
                        <a:t> par des </a:t>
                      </a:r>
                      <a:r>
                        <a:rPr lang="en-US" sz="1200" dirty="0" err="1"/>
                        <a:t>délais</a:t>
                      </a:r>
                      <a:endParaRPr lang="fr-FR" sz="1200" dirty="0"/>
                    </a:p>
                  </a:txBody>
                  <a:tcPr marT="43936" marB="43936" anchor="ctr"/>
                </a:tc>
                <a:extLst>
                  <a:ext uri="{0D108BD9-81ED-4DB2-BD59-A6C34878D82A}">
                    <a16:rowId xmlns:a16="http://schemas.microsoft.com/office/drawing/2014/main" val="3744522837"/>
                  </a:ext>
                </a:extLst>
              </a:tr>
              <a:tr h="2349863">
                <a:tc>
                  <a:txBody>
                    <a:bodyPr/>
                    <a:lstStyle/>
                    <a:p>
                      <a:pPr algn="ctr"/>
                      <a:endParaRPr lang="fr-FR" sz="1200" dirty="0"/>
                    </a:p>
                  </a:txBody>
                  <a:tcPr marT="43936" marB="43936" anchor="ctr"/>
                </a:tc>
                <a:extLst>
                  <a:ext uri="{0D108BD9-81ED-4DB2-BD59-A6C34878D82A}">
                    <a16:rowId xmlns:a16="http://schemas.microsoft.com/office/drawing/2014/main" val="2731555051"/>
                  </a:ext>
                </a:extLst>
              </a:tr>
            </a:tbl>
          </a:graphicData>
        </a:graphic>
      </p:graphicFrame>
      <p:sp>
        <p:nvSpPr>
          <p:cNvPr id="6" name="Rectangle 5">
            <a:extLst>
              <a:ext uri="{FF2B5EF4-FFF2-40B4-BE49-F238E27FC236}">
                <a16:creationId xmlns:a16="http://schemas.microsoft.com/office/drawing/2014/main" id="{10C1CF8A-6CF2-A5C7-4D29-56CAA66B2DAB}"/>
              </a:ext>
            </a:extLst>
          </p:cNvPr>
          <p:cNvSpPr/>
          <p:nvPr/>
        </p:nvSpPr>
        <p:spPr>
          <a:xfrm>
            <a:off x="663183" y="4322820"/>
            <a:ext cx="1309537" cy="1725863"/>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t"/>
          <a:lstStyle/>
          <a:p>
            <a:pPr algn="ctr"/>
            <a:r>
              <a:rPr lang="fr-FR" sz="1200" b="1" dirty="0">
                <a:solidFill>
                  <a:schemeClr val="tx1">
                    <a:lumMod val="50000"/>
                  </a:schemeClr>
                </a:solidFill>
              </a:rPr>
              <a:t>(</a:t>
            </a:r>
            <a:r>
              <a:rPr lang="fr-FR" sz="1200" b="1" noProof="0" dirty="0">
                <a:solidFill>
                  <a:schemeClr val="tx1">
                    <a:lumMod val="50000"/>
                  </a:schemeClr>
                </a:solidFill>
              </a:rPr>
              <a:t>1) Demande</a:t>
            </a:r>
            <a:br>
              <a:rPr lang="fr-FR" sz="1200" b="1" noProof="0" dirty="0">
                <a:solidFill>
                  <a:schemeClr val="tx1">
                    <a:lumMod val="50000"/>
                  </a:schemeClr>
                </a:solidFill>
              </a:rPr>
            </a:br>
            <a:r>
              <a:rPr lang="fr-FR" sz="1200" dirty="0">
                <a:solidFill>
                  <a:schemeClr val="tx1">
                    <a:lumMod val="50000"/>
                  </a:schemeClr>
                </a:solidFill>
              </a:rPr>
              <a:t>L</a:t>
            </a:r>
            <a:r>
              <a:rPr lang="fr-FR" sz="1200" noProof="0" dirty="0">
                <a:solidFill>
                  <a:schemeClr val="tx1">
                    <a:lumMod val="50000"/>
                  </a:schemeClr>
                </a:solidFill>
              </a:rPr>
              <a:t>'établissement de paiement demande l'ouverture ou le maintien d'un compte.</a:t>
            </a:r>
          </a:p>
        </p:txBody>
      </p:sp>
      <p:sp>
        <p:nvSpPr>
          <p:cNvPr id="7" name="Rectangle 6">
            <a:extLst>
              <a:ext uri="{FF2B5EF4-FFF2-40B4-BE49-F238E27FC236}">
                <a16:creationId xmlns:a16="http://schemas.microsoft.com/office/drawing/2014/main" id="{7E808BDD-5175-13C6-295B-B18113901149}"/>
              </a:ext>
            </a:extLst>
          </p:cNvPr>
          <p:cNvSpPr/>
          <p:nvPr/>
        </p:nvSpPr>
        <p:spPr>
          <a:xfrm>
            <a:off x="2025247" y="4322819"/>
            <a:ext cx="1309537" cy="1725863"/>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36000" rIns="108000" bIns="36000" rtlCol="0" anchor="t"/>
          <a:lstStyle/>
          <a:p>
            <a:pPr algn="ctr"/>
            <a:r>
              <a:rPr lang="fr-FR" sz="1200" b="1" dirty="0">
                <a:solidFill>
                  <a:schemeClr val="tx1">
                    <a:lumMod val="50000"/>
                  </a:schemeClr>
                </a:solidFill>
              </a:rPr>
              <a:t>(2</a:t>
            </a:r>
            <a:r>
              <a:rPr lang="fr-FR" sz="1200" b="1" noProof="0" dirty="0">
                <a:solidFill>
                  <a:schemeClr val="tx1">
                    <a:lumMod val="50000"/>
                  </a:schemeClr>
                </a:solidFill>
              </a:rPr>
              <a:t>) Instruction</a:t>
            </a:r>
            <a:br>
              <a:rPr lang="fr-FR" sz="1200" b="1" noProof="0" dirty="0">
                <a:solidFill>
                  <a:schemeClr val="tx1">
                    <a:lumMod val="50000"/>
                  </a:schemeClr>
                </a:solidFill>
              </a:rPr>
            </a:br>
            <a:r>
              <a:rPr lang="fr-FR" sz="1200" noProof="0" dirty="0">
                <a:solidFill>
                  <a:schemeClr val="tx1">
                    <a:lumMod val="50000"/>
                  </a:schemeClr>
                </a:solidFill>
              </a:rPr>
              <a:t>La banque teneuse examine le dossier.</a:t>
            </a:r>
          </a:p>
        </p:txBody>
      </p:sp>
      <p:sp>
        <p:nvSpPr>
          <p:cNvPr id="8" name="Rectangle 7">
            <a:extLst>
              <a:ext uri="{FF2B5EF4-FFF2-40B4-BE49-F238E27FC236}">
                <a16:creationId xmlns:a16="http://schemas.microsoft.com/office/drawing/2014/main" id="{B362EFA1-7F22-4FB2-5AFC-279E9E3B8596}"/>
              </a:ext>
            </a:extLst>
          </p:cNvPr>
          <p:cNvSpPr/>
          <p:nvPr/>
        </p:nvSpPr>
        <p:spPr>
          <a:xfrm>
            <a:off x="4749374" y="4322819"/>
            <a:ext cx="1309537" cy="172586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36000" rIns="108000" bIns="36000" rtlCol="0" anchor="t"/>
          <a:lstStyle/>
          <a:p>
            <a:pPr algn="ctr"/>
            <a:r>
              <a:rPr lang="fr-FR" sz="1200" b="1" dirty="0">
                <a:solidFill>
                  <a:schemeClr val="tx1">
                    <a:lumMod val="50000"/>
                  </a:schemeClr>
                </a:solidFill>
              </a:rPr>
              <a:t>(4</a:t>
            </a:r>
            <a:r>
              <a:rPr lang="fr-FR" sz="1200" b="1" noProof="0" dirty="0">
                <a:solidFill>
                  <a:schemeClr val="tx1">
                    <a:lumMod val="50000"/>
                  </a:schemeClr>
                </a:solidFill>
              </a:rPr>
              <a:t>) Recours</a:t>
            </a:r>
            <a:br>
              <a:rPr lang="fr-FR" sz="1200" b="1" noProof="0" dirty="0">
                <a:solidFill>
                  <a:schemeClr val="tx1">
                    <a:lumMod val="50000"/>
                  </a:schemeClr>
                </a:solidFill>
              </a:rPr>
            </a:br>
            <a:r>
              <a:rPr lang="fr-FR" sz="1200" dirty="0">
                <a:solidFill>
                  <a:schemeClr val="tx1">
                    <a:lumMod val="50000"/>
                  </a:schemeClr>
                </a:solidFill>
              </a:rPr>
              <a:t>L</a:t>
            </a:r>
            <a:r>
              <a:rPr lang="fr-FR" sz="1200" noProof="0" dirty="0">
                <a:solidFill>
                  <a:schemeClr val="tx1">
                    <a:lumMod val="50000"/>
                  </a:schemeClr>
                </a:solidFill>
              </a:rPr>
              <a:t>'établissement peut saisir l'autorité compétente.</a:t>
            </a:r>
            <a:br>
              <a:rPr lang="fr-FR" sz="1200" noProof="0" dirty="0">
                <a:solidFill>
                  <a:schemeClr val="tx1">
                    <a:lumMod val="50000"/>
                  </a:schemeClr>
                </a:solidFill>
              </a:rPr>
            </a:br>
            <a:br>
              <a:rPr lang="fr-FR" sz="1200" noProof="0" dirty="0">
                <a:solidFill>
                  <a:schemeClr val="tx1">
                    <a:lumMod val="50000"/>
                  </a:schemeClr>
                </a:solidFill>
              </a:rPr>
            </a:br>
            <a:r>
              <a:rPr lang="fr-FR" sz="1200" noProof="0" dirty="0">
                <a:solidFill>
                  <a:schemeClr val="tx1">
                    <a:lumMod val="50000"/>
                  </a:schemeClr>
                </a:solidFill>
              </a:rPr>
              <a:t>4 mois de préavis en cas de clôture.</a:t>
            </a:r>
          </a:p>
        </p:txBody>
      </p:sp>
      <p:sp>
        <p:nvSpPr>
          <p:cNvPr id="9" name="Rectangle 8">
            <a:extLst>
              <a:ext uri="{FF2B5EF4-FFF2-40B4-BE49-F238E27FC236}">
                <a16:creationId xmlns:a16="http://schemas.microsoft.com/office/drawing/2014/main" id="{F03851E1-CC33-CB3D-6C18-EA97D38F89E9}"/>
              </a:ext>
            </a:extLst>
          </p:cNvPr>
          <p:cNvSpPr/>
          <p:nvPr/>
        </p:nvSpPr>
        <p:spPr>
          <a:xfrm>
            <a:off x="3387311" y="4323770"/>
            <a:ext cx="1309537" cy="1725863"/>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08000" tIns="36000" rIns="108000" bIns="36000" rtlCol="0" anchor="t"/>
          <a:lstStyle/>
          <a:p>
            <a:pPr algn="ctr"/>
            <a:r>
              <a:rPr lang="fr-FR" sz="1200" b="1" dirty="0">
                <a:solidFill>
                  <a:schemeClr val="tx1">
                    <a:lumMod val="50000"/>
                  </a:schemeClr>
                </a:solidFill>
              </a:rPr>
              <a:t>(3*</a:t>
            </a:r>
            <a:r>
              <a:rPr lang="fr-FR" sz="1200" b="1" noProof="0" dirty="0">
                <a:solidFill>
                  <a:schemeClr val="tx1">
                    <a:lumMod val="50000"/>
                  </a:schemeClr>
                </a:solidFill>
              </a:rPr>
              <a:t>) Décision motivée</a:t>
            </a:r>
            <a:br>
              <a:rPr lang="fr-FR" sz="1200" b="1" noProof="0" dirty="0">
                <a:solidFill>
                  <a:schemeClr val="tx1">
                    <a:lumMod val="50000"/>
                  </a:schemeClr>
                </a:solidFill>
              </a:rPr>
            </a:br>
            <a:r>
              <a:rPr lang="fr-FR" sz="1200" dirty="0">
                <a:solidFill>
                  <a:schemeClr val="tx1">
                    <a:lumMod val="50000"/>
                  </a:schemeClr>
                </a:solidFill>
              </a:rPr>
              <a:t>A</a:t>
            </a:r>
            <a:r>
              <a:rPr lang="fr-FR" sz="1200" noProof="0" dirty="0" err="1">
                <a:solidFill>
                  <a:schemeClr val="tx1">
                    <a:lumMod val="50000"/>
                  </a:schemeClr>
                </a:solidFill>
              </a:rPr>
              <a:t>cceptation</a:t>
            </a:r>
            <a:r>
              <a:rPr lang="fr-FR" sz="1200" noProof="0" dirty="0">
                <a:solidFill>
                  <a:schemeClr val="tx1">
                    <a:lumMod val="50000"/>
                  </a:schemeClr>
                </a:solidFill>
              </a:rPr>
              <a:t>/</a:t>
            </a:r>
            <a:br>
              <a:rPr lang="fr-FR" sz="1200" noProof="0" dirty="0">
                <a:solidFill>
                  <a:schemeClr val="tx1">
                    <a:lumMod val="50000"/>
                  </a:schemeClr>
                </a:solidFill>
              </a:rPr>
            </a:br>
            <a:r>
              <a:rPr lang="fr-FR" sz="1200" noProof="0" dirty="0">
                <a:solidFill>
                  <a:schemeClr val="tx1">
                    <a:lumMod val="50000"/>
                  </a:schemeClr>
                </a:solidFill>
              </a:rPr>
              <a:t>refus fondé sur l'un des motifs limitatifs, (format harmonisé défini </a:t>
            </a:r>
            <a:r>
              <a:rPr lang="fr-FR" sz="1200" noProof="0" dirty="0" err="1">
                <a:solidFill>
                  <a:schemeClr val="tx1">
                    <a:lumMod val="50000"/>
                  </a:schemeClr>
                </a:solidFill>
              </a:rPr>
              <a:t>pa</a:t>
            </a:r>
            <a:r>
              <a:rPr lang="fr-FR" sz="1200" dirty="0">
                <a:solidFill>
                  <a:schemeClr val="tx1">
                    <a:lumMod val="50000"/>
                  </a:schemeClr>
                </a:solidFill>
              </a:rPr>
              <a:t>r </a:t>
            </a:r>
            <a:r>
              <a:rPr lang="fr-FR" sz="1200" noProof="0" dirty="0">
                <a:solidFill>
                  <a:schemeClr val="tx1">
                    <a:lumMod val="50000"/>
                  </a:schemeClr>
                </a:solidFill>
              </a:rPr>
              <a:t>EBA).</a:t>
            </a:r>
          </a:p>
        </p:txBody>
      </p:sp>
      <p:sp>
        <p:nvSpPr>
          <p:cNvPr id="15" name="ZoneTexte 14">
            <a:extLst>
              <a:ext uri="{FF2B5EF4-FFF2-40B4-BE49-F238E27FC236}">
                <a16:creationId xmlns:a16="http://schemas.microsoft.com/office/drawing/2014/main" id="{78A2E1AE-8A02-F195-12D5-D0D7CC4FBC52}"/>
              </a:ext>
            </a:extLst>
          </p:cNvPr>
          <p:cNvSpPr txBox="1"/>
          <p:nvPr/>
        </p:nvSpPr>
        <p:spPr>
          <a:xfrm>
            <a:off x="663183" y="6045403"/>
            <a:ext cx="5432817" cy="577081"/>
          </a:xfrm>
          <a:prstGeom prst="rect">
            <a:avLst/>
          </a:prstGeom>
          <a:noFill/>
        </p:spPr>
        <p:txBody>
          <a:bodyPr wrap="square">
            <a:spAutoFit/>
          </a:bodyPr>
          <a:lstStyle/>
          <a:p>
            <a:r>
              <a:rPr lang="en-US" sz="1050" b="1" dirty="0">
                <a:solidFill>
                  <a:schemeClr val="tx1">
                    <a:lumMod val="50000"/>
                  </a:schemeClr>
                </a:solidFill>
              </a:rPr>
              <a:t>(3*) </a:t>
            </a:r>
            <a:r>
              <a:rPr lang="fr-FR" sz="1050" b="1" dirty="0">
                <a:solidFill>
                  <a:schemeClr val="tx1">
                    <a:lumMod val="50000"/>
                  </a:schemeClr>
                </a:solidFill>
              </a:rPr>
              <a:t>sous un mois après dossier complet (3*)</a:t>
            </a:r>
            <a:r>
              <a:rPr lang="en-US" sz="1050" b="1" dirty="0">
                <a:solidFill>
                  <a:schemeClr val="tx1">
                    <a:lumMod val="50000"/>
                  </a:schemeClr>
                </a:solidFill>
              </a:rPr>
              <a:t> quatre motifs de </a:t>
            </a:r>
            <a:r>
              <a:rPr lang="en-US" sz="1050" b="1" dirty="0" err="1">
                <a:solidFill>
                  <a:schemeClr val="tx1">
                    <a:lumMod val="50000"/>
                  </a:schemeClr>
                </a:solidFill>
              </a:rPr>
              <a:t>refus</a:t>
            </a:r>
            <a:r>
              <a:rPr lang="en-US" sz="1050" b="1" dirty="0">
                <a:solidFill>
                  <a:schemeClr val="tx1">
                    <a:lumMod val="50000"/>
                  </a:schemeClr>
                </a:solidFill>
              </a:rPr>
              <a:t> admis</a:t>
            </a:r>
            <a:r>
              <a:rPr lang="en-US" sz="1050" dirty="0">
                <a:solidFill>
                  <a:schemeClr val="tx1">
                    <a:lumMod val="50000"/>
                  </a:schemeClr>
                </a:solidFill>
              </a:rPr>
              <a:t> : infraction à la </a:t>
            </a:r>
            <a:r>
              <a:rPr lang="en-US" sz="1050" dirty="0" err="1">
                <a:solidFill>
                  <a:schemeClr val="tx1">
                    <a:lumMod val="50000"/>
                  </a:schemeClr>
                </a:solidFill>
              </a:rPr>
              <a:t>réglementation</a:t>
            </a:r>
            <a:r>
              <a:rPr lang="en-US" sz="1050" dirty="0">
                <a:solidFill>
                  <a:schemeClr val="tx1">
                    <a:lumMod val="50000"/>
                  </a:schemeClr>
                </a:solidFill>
              </a:rPr>
              <a:t> anti-</a:t>
            </a:r>
            <a:r>
              <a:rPr lang="en-US" sz="1050" dirty="0" err="1">
                <a:solidFill>
                  <a:schemeClr val="tx1">
                    <a:lumMod val="50000"/>
                  </a:schemeClr>
                </a:solidFill>
              </a:rPr>
              <a:t>blanchiment</a:t>
            </a:r>
            <a:r>
              <a:rPr lang="en-US" sz="1050" dirty="0">
                <a:solidFill>
                  <a:schemeClr val="tx1">
                    <a:lumMod val="50000"/>
                  </a:schemeClr>
                </a:solidFill>
              </a:rPr>
              <a:t>, </a:t>
            </a:r>
            <a:r>
              <a:rPr lang="en-US" sz="1050" dirty="0" err="1">
                <a:solidFill>
                  <a:schemeClr val="tx1">
                    <a:lumMod val="50000"/>
                  </a:schemeClr>
                </a:solidFill>
              </a:rPr>
              <a:t>manquement</a:t>
            </a:r>
            <a:r>
              <a:rPr lang="en-US" sz="1050" dirty="0">
                <a:solidFill>
                  <a:schemeClr val="tx1">
                    <a:lumMod val="50000"/>
                  </a:schemeClr>
                </a:solidFill>
              </a:rPr>
              <a:t> </a:t>
            </a:r>
            <a:r>
              <a:rPr lang="en-US" sz="1050" dirty="0" err="1">
                <a:solidFill>
                  <a:schemeClr val="tx1">
                    <a:lumMod val="50000"/>
                  </a:schemeClr>
                </a:solidFill>
              </a:rPr>
              <a:t>contractuel</a:t>
            </a:r>
            <a:r>
              <a:rPr lang="en-US" sz="1050" dirty="0">
                <a:solidFill>
                  <a:schemeClr val="tx1">
                    <a:lumMod val="50000"/>
                  </a:schemeClr>
                </a:solidFill>
              </a:rPr>
              <a:t> </a:t>
            </a:r>
            <a:r>
              <a:rPr lang="en-US" sz="1050" dirty="0" err="1">
                <a:solidFill>
                  <a:schemeClr val="tx1">
                    <a:lumMod val="50000"/>
                  </a:schemeClr>
                </a:solidFill>
              </a:rPr>
              <a:t>substantiel</a:t>
            </a:r>
            <a:r>
              <a:rPr lang="en-US" sz="1050" dirty="0">
                <a:solidFill>
                  <a:schemeClr val="tx1">
                    <a:lumMod val="50000"/>
                  </a:schemeClr>
                </a:solidFill>
              </a:rPr>
              <a:t>, documents non </a:t>
            </a:r>
            <a:r>
              <a:rPr lang="en-US" sz="1050" dirty="0" err="1">
                <a:solidFill>
                  <a:schemeClr val="tx1">
                    <a:lumMod val="50000"/>
                  </a:schemeClr>
                </a:solidFill>
              </a:rPr>
              <a:t>reçus</a:t>
            </a:r>
            <a:r>
              <a:rPr lang="en-US" sz="1050" dirty="0">
                <a:solidFill>
                  <a:schemeClr val="tx1">
                    <a:lumMod val="50000"/>
                  </a:schemeClr>
                </a:solidFill>
              </a:rPr>
              <a:t>, </a:t>
            </a:r>
            <a:r>
              <a:rPr lang="en-US" sz="1050" dirty="0" err="1">
                <a:solidFill>
                  <a:schemeClr val="tx1">
                    <a:lumMod val="50000"/>
                  </a:schemeClr>
                </a:solidFill>
              </a:rPr>
              <a:t>agrément</a:t>
            </a:r>
            <a:r>
              <a:rPr lang="en-US" sz="1050" dirty="0">
                <a:solidFill>
                  <a:schemeClr val="tx1">
                    <a:lumMod val="50000"/>
                  </a:schemeClr>
                </a:solidFill>
              </a:rPr>
              <a:t> </a:t>
            </a:r>
            <a:r>
              <a:rPr lang="en-US" sz="1050" dirty="0" err="1">
                <a:solidFill>
                  <a:schemeClr val="tx1">
                    <a:lumMod val="50000"/>
                  </a:schemeClr>
                </a:solidFill>
              </a:rPr>
              <a:t>refusé</a:t>
            </a:r>
            <a:r>
              <a:rPr lang="en-US" sz="1050" dirty="0">
                <a:solidFill>
                  <a:schemeClr val="tx1">
                    <a:lumMod val="50000"/>
                  </a:schemeClr>
                </a:solidFill>
              </a:rPr>
              <a:t> </a:t>
            </a:r>
            <a:r>
              <a:rPr lang="en-US" sz="1050" dirty="0" err="1">
                <a:solidFill>
                  <a:schemeClr val="tx1">
                    <a:lumMod val="50000"/>
                  </a:schemeClr>
                </a:solidFill>
              </a:rPr>
              <a:t>ou</a:t>
            </a:r>
            <a:r>
              <a:rPr lang="en-US" sz="1050" dirty="0">
                <a:solidFill>
                  <a:schemeClr val="tx1">
                    <a:lumMod val="50000"/>
                  </a:schemeClr>
                </a:solidFill>
              </a:rPr>
              <a:t> </a:t>
            </a:r>
            <a:r>
              <a:rPr lang="en-US" sz="1050" dirty="0" err="1">
                <a:solidFill>
                  <a:schemeClr val="tx1">
                    <a:lumMod val="50000"/>
                  </a:schemeClr>
                </a:solidFill>
              </a:rPr>
              <a:t>retiré</a:t>
            </a:r>
            <a:r>
              <a:rPr lang="en-US" sz="1050" dirty="0">
                <a:solidFill>
                  <a:schemeClr val="tx1">
                    <a:lumMod val="50000"/>
                  </a:schemeClr>
                </a:solidFill>
              </a:rPr>
              <a:t>.</a:t>
            </a:r>
            <a:endParaRPr lang="fr-FR" sz="1050" dirty="0">
              <a:solidFill>
                <a:schemeClr val="tx1">
                  <a:lumMod val="50000"/>
                </a:schemeClr>
              </a:solidFill>
            </a:endParaRPr>
          </a:p>
        </p:txBody>
      </p:sp>
    </p:spTree>
    <p:extLst>
      <p:ext uri="{BB962C8B-B14F-4D97-AF65-F5344CB8AC3E}">
        <p14:creationId xmlns:p14="http://schemas.microsoft.com/office/powerpoint/2010/main" val="3998851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2008-921B-2645-CF51-5AF5B0CFECF9}"/>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6CBA066-0FE6-0ACA-A075-85719C7E9A43}"/>
              </a:ext>
            </a:extLst>
          </p:cNvPr>
          <p:cNvSpPr>
            <a:spLocks noGrp="1"/>
          </p:cNvSpPr>
          <p:nvPr>
            <p:ph type="body" sz="quarter" idx="10"/>
          </p:nvPr>
        </p:nvSpPr>
        <p:spPr>
          <a:xfrm>
            <a:off x="631298" y="278809"/>
            <a:ext cx="11097151" cy="629241"/>
          </a:xfrm>
        </p:spPr>
        <p:txBody>
          <a:bodyPr vert="horz" lIns="0" tIns="0" rIns="0" bIns="0" rtlCol="0" anchor="ctr">
            <a:noAutofit/>
          </a:bodyPr>
          <a:lstStyle/>
          <a:p>
            <a:r>
              <a:rPr lang="en-US" sz="1800" dirty="0"/>
              <a:t>Et plus </a:t>
            </a:r>
            <a:r>
              <a:rPr lang="en-US" sz="1800" dirty="0" err="1"/>
              <a:t>largement</a:t>
            </a:r>
            <a:r>
              <a:rPr lang="en-US" sz="1800" dirty="0"/>
              <a:t>, Neuf </a:t>
            </a:r>
            <a:r>
              <a:rPr lang="en-US" sz="1800" dirty="0" err="1"/>
              <a:t>parcours</a:t>
            </a:r>
            <a:r>
              <a:rPr lang="en-US" sz="1800" dirty="0"/>
              <a:t> </a:t>
            </a:r>
            <a:r>
              <a:rPr lang="en-US" sz="1800" dirty="0" err="1"/>
              <a:t>donnent</a:t>
            </a:r>
            <a:r>
              <a:rPr lang="en-US" sz="1800" dirty="0"/>
              <a:t> </a:t>
            </a:r>
            <a:r>
              <a:rPr lang="en-US" sz="1800" dirty="0" err="1"/>
              <a:t>une</a:t>
            </a:r>
            <a:r>
              <a:rPr lang="en-US" sz="1800" dirty="0"/>
              <a:t> lecture concrète de </a:t>
            </a:r>
            <a:r>
              <a:rPr lang="en-US" sz="1800" dirty="0" err="1"/>
              <a:t>l'essentiel</a:t>
            </a:r>
            <a:r>
              <a:rPr lang="en-US" sz="1800" dirty="0"/>
              <a:t> du </a:t>
            </a:r>
            <a:r>
              <a:rPr lang="en-US" sz="1800" dirty="0" err="1"/>
              <a:t>paquet</a:t>
            </a:r>
            <a:r>
              <a:rPr lang="en-US" sz="1800" dirty="0"/>
              <a:t> DSP3/PSR</a:t>
            </a:r>
            <a:endParaRPr lang="fr-FR" sz="1800" noProof="0" dirty="0">
              <a:latin typeface="+mn-lt"/>
            </a:endParaRPr>
          </a:p>
        </p:txBody>
      </p:sp>
      <p:sp>
        <p:nvSpPr>
          <p:cNvPr id="3" name="Shape 4">
            <a:extLst>
              <a:ext uri="{FF2B5EF4-FFF2-40B4-BE49-F238E27FC236}">
                <a16:creationId xmlns:a16="http://schemas.microsoft.com/office/drawing/2014/main" id="{A338DDC4-A7A0-65E3-B914-4917F8848016}"/>
              </a:ext>
            </a:extLst>
          </p:cNvPr>
          <p:cNvSpPr/>
          <p:nvPr/>
        </p:nvSpPr>
        <p:spPr>
          <a:xfrm>
            <a:off x="618744" y="917956"/>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4" name="Shape 5">
            <a:extLst>
              <a:ext uri="{FF2B5EF4-FFF2-40B4-BE49-F238E27FC236}">
                <a16:creationId xmlns:a16="http://schemas.microsoft.com/office/drawing/2014/main" id="{A2968FC3-FF3C-4D7A-F8A1-C8986076E630}"/>
              </a:ext>
            </a:extLst>
          </p:cNvPr>
          <p:cNvSpPr/>
          <p:nvPr/>
        </p:nvSpPr>
        <p:spPr>
          <a:xfrm>
            <a:off x="801624" y="1100836"/>
            <a:ext cx="713232" cy="713232"/>
          </a:xfrm>
          <a:prstGeom prst="ellipse">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6" name="Shape 6">
            <a:extLst>
              <a:ext uri="{FF2B5EF4-FFF2-40B4-BE49-F238E27FC236}">
                <a16:creationId xmlns:a16="http://schemas.microsoft.com/office/drawing/2014/main" id="{6630620C-DB52-532C-F8CD-84D27A4D0ECB}"/>
              </a:ext>
            </a:extLst>
          </p:cNvPr>
          <p:cNvSpPr/>
          <p:nvPr/>
        </p:nvSpPr>
        <p:spPr>
          <a:xfrm>
            <a:off x="737616" y="1036828"/>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7" name="Text 7">
            <a:extLst>
              <a:ext uri="{FF2B5EF4-FFF2-40B4-BE49-F238E27FC236}">
                <a16:creationId xmlns:a16="http://schemas.microsoft.com/office/drawing/2014/main" id="{8D006EB1-79BC-DCEA-53C9-A9393C93F0F6}"/>
              </a:ext>
            </a:extLst>
          </p:cNvPr>
          <p:cNvSpPr/>
          <p:nvPr/>
        </p:nvSpPr>
        <p:spPr>
          <a:xfrm>
            <a:off x="737616" y="1032256"/>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Arial"/>
                <a:ea typeface="Arial" pitchFamily="34" charset="-122"/>
                <a:cs typeface="Arial" pitchFamily="34" charset="-120"/>
              </a:rPr>
              <a:t>1</a:t>
            </a:r>
            <a:endParaRPr kumimoji="0" lang="fr-FR" sz="1100" b="1" i="0" u="none" strike="noStrike" kern="1200" cap="none" spc="0" normalizeH="0" baseline="0" noProof="0">
              <a:ln>
                <a:noFill/>
              </a:ln>
              <a:solidFill>
                <a:srgbClr val="E6E1DB"/>
              </a:solidFill>
              <a:effectLst/>
              <a:uLnTx/>
              <a:uFillTx/>
              <a:latin typeface="Arial"/>
              <a:ea typeface="+mn-ea"/>
              <a:cs typeface="+mn-cs"/>
            </a:endParaRPr>
          </a:p>
        </p:txBody>
      </p:sp>
      <p:sp>
        <p:nvSpPr>
          <p:cNvPr id="8" name="Shape 8">
            <a:extLst>
              <a:ext uri="{FF2B5EF4-FFF2-40B4-BE49-F238E27FC236}">
                <a16:creationId xmlns:a16="http://schemas.microsoft.com/office/drawing/2014/main" id="{3B82F2DA-418B-09A9-76D0-46EFE7A7E051}"/>
              </a:ext>
            </a:extLst>
          </p:cNvPr>
          <p:cNvSpPr/>
          <p:nvPr/>
        </p:nvSpPr>
        <p:spPr>
          <a:xfrm>
            <a:off x="5199174" y="1031420"/>
            <a:ext cx="828000" cy="181064"/>
          </a:xfrm>
          <a:prstGeom prst="roundRect">
            <a:avLst>
              <a:gd name="adj" fmla="val 50000"/>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0" name="Text 10">
            <a:extLst>
              <a:ext uri="{FF2B5EF4-FFF2-40B4-BE49-F238E27FC236}">
                <a16:creationId xmlns:a16="http://schemas.microsoft.com/office/drawing/2014/main" id="{066C4BFF-33CC-5689-FF51-BBD2C6B1C532}"/>
              </a:ext>
            </a:extLst>
          </p:cNvPr>
          <p:cNvSpPr/>
          <p:nvPr/>
        </p:nvSpPr>
        <p:spPr>
          <a:xfrm>
            <a:off x="1716024" y="986026"/>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 client vire 2 000 € à un bénéficiaire qu'il n'a jamais payé, depuis son application</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1" name="Text 11">
            <a:extLst>
              <a:ext uri="{FF2B5EF4-FFF2-40B4-BE49-F238E27FC236}">
                <a16:creationId xmlns:a16="http://schemas.microsoft.com/office/drawing/2014/main" id="{FA346A2F-6E4B-53C9-670D-B5A2C7F622BC}"/>
              </a:ext>
            </a:extLst>
          </p:cNvPr>
          <p:cNvSpPr/>
          <p:nvPr/>
        </p:nvSpPr>
        <p:spPr>
          <a:xfrm>
            <a:off x="1716024" y="1374394"/>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Vérification du nom du bénéficiaire avant validation, limite de paiement définie par le client, SCA liée au montant et au bénéficiaire, monitoring avant exécution, crédit au plus tard le jour ouvrable suivant.</a:t>
            </a:r>
          </a:p>
        </p:txBody>
      </p:sp>
      <p:sp>
        <p:nvSpPr>
          <p:cNvPr id="28" name="Shape 4">
            <a:extLst>
              <a:ext uri="{FF2B5EF4-FFF2-40B4-BE49-F238E27FC236}">
                <a16:creationId xmlns:a16="http://schemas.microsoft.com/office/drawing/2014/main" id="{621C93BA-F86A-95CC-E1F3-98C21F7F6AD4}"/>
              </a:ext>
            </a:extLst>
          </p:cNvPr>
          <p:cNvSpPr/>
          <p:nvPr/>
        </p:nvSpPr>
        <p:spPr>
          <a:xfrm>
            <a:off x="618744" y="2057654"/>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29" name="Shape 5">
            <a:extLst>
              <a:ext uri="{FF2B5EF4-FFF2-40B4-BE49-F238E27FC236}">
                <a16:creationId xmlns:a16="http://schemas.microsoft.com/office/drawing/2014/main" id="{3B616961-B698-8A52-4ED6-F703990ED4A4}"/>
              </a:ext>
            </a:extLst>
          </p:cNvPr>
          <p:cNvSpPr/>
          <p:nvPr/>
        </p:nvSpPr>
        <p:spPr>
          <a:xfrm>
            <a:off x="801624" y="2240534"/>
            <a:ext cx="713232" cy="713232"/>
          </a:xfrm>
          <a:prstGeom prst="ellipse">
            <a:avLst/>
          </a:prstGeom>
          <a:solidFill>
            <a:srgbClr val="F47682"/>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32" name="Shape 6">
            <a:extLst>
              <a:ext uri="{FF2B5EF4-FFF2-40B4-BE49-F238E27FC236}">
                <a16:creationId xmlns:a16="http://schemas.microsoft.com/office/drawing/2014/main" id="{1F2C7855-E3D4-B334-C10B-35B44C9482E9}"/>
              </a:ext>
            </a:extLst>
          </p:cNvPr>
          <p:cNvSpPr/>
          <p:nvPr/>
        </p:nvSpPr>
        <p:spPr>
          <a:xfrm>
            <a:off x="737616" y="2176526"/>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34" name="Text 7">
            <a:extLst>
              <a:ext uri="{FF2B5EF4-FFF2-40B4-BE49-F238E27FC236}">
                <a16:creationId xmlns:a16="http://schemas.microsoft.com/office/drawing/2014/main" id="{419CF0DA-1B2E-40E0-DEDC-E76161AF363D}"/>
              </a:ext>
            </a:extLst>
          </p:cNvPr>
          <p:cNvSpPr/>
          <p:nvPr/>
        </p:nvSpPr>
        <p:spPr>
          <a:xfrm>
            <a:off x="737616" y="2171954"/>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rgbClr val="FFFFFF"/>
                </a:solidFill>
                <a:latin typeface="Arial"/>
                <a:cs typeface="Arial" pitchFamily="34" charset="-120"/>
              </a:rPr>
              <a:t>2</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36" name="Shape 8">
            <a:extLst>
              <a:ext uri="{FF2B5EF4-FFF2-40B4-BE49-F238E27FC236}">
                <a16:creationId xmlns:a16="http://schemas.microsoft.com/office/drawing/2014/main" id="{A7976E29-53F7-DFE5-D284-8701303BC689}"/>
              </a:ext>
            </a:extLst>
          </p:cNvPr>
          <p:cNvSpPr/>
          <p:nvPr/>
        </p:nvSpPr>
        <p:spPr>
          <a:xfrm>
            <a:off x="5199174" y="2094918"/>
            <a:ext cx="828000" cy="181064"/>
          </a:xfrm>
          <a:prstGeom prst="roundRect">
            <a:avLst>
              <a:gd name="adj" fmla="val 50000"/>
            </a:avLst>
          </a:prstGeom>
          <a:solidFill>
            <a:srgbClr val="F47682"/>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38" name="Text 10">
            <a:extLst>
              <a:ext uri="{FF2B5EF4-FFF2-40B4-BE49-F238E27FC236}">
                <a16:creationId xmlns:a16="http://schemas.microsoft.com/office/drawing/2014/main" id="{EC35C2B9-047B-92A8-BE39-1F9DCDF69921}"/>
              </a:ext>
            </a:extLst>
          </p:cNvPr>
          <p:cNvSpPr/>
          <p:nvPr/>
        </p:nvSpPr>
        <p:spPr>
          <a:xfrm>
            <a:off x="1716024" y="2125724"/>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Le même client change de téléphone et installe l'application sur le nouveau</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39" name="Text 11">
            <a:extLst>
              <a:ext uri="{FF2B5EF4-FFF2-40B4-BE49-F238E27FC236}">
                <a16:creationId xmlns:a16="http://schemas.microsoft.com/office/drawing/2014/main" id="{7EF34469-5C6D-58BF-ED4D-3C98C0FB27F9}"/>
              </a:ext>
            </a:extLst>
          </p:cNvPr>
          <p:cNvSpPr/>
          <p:nvPr/>
        </p:nvSpPr>
        <p:spPr>
          <a:xfrm>
            <a:off x="1716024" y="2514092"/>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Activation soumise à SCA et à un second canal, délai de quatre heures si l'activation est à distance, notification par un canal différent, coupure immédiate si le client déclare ne pas être à l'origine de l'activation.</a:t>
            </a:r>
          </a:p>
        </p:txBody>
      </p:sp>
      <p:sp>
        <p:nvSpPr>
          <p:cNvPr id="91" name="Shape 4">
            <a:extLst>
              <a:ext uri="{FF2B5EF4-FFF2-40B4-BE49-F238E27FC236}">
                <a16:creationId xmlns:a16="http://schemas.microsoft.com/office/drawing/2014/main" id="{66F63553-CF09-594F-BFC0-F338C6B6FDB2}"/>
              </a:ext>
            </a:extLst>
          </p:cNvPr>
          <p:cNvSpPr/>
          <p:nvPr/>
        </p:nvSpPr>
        <p:spPr>
          <a:xfrm>
            <a:off x="618744" y="3197352"/>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92" name="Shape 5">
            <a:extLst>
              <a:ext uri="{FF2B5EF4-FFF2-40B4-BE49-F238E27FC236}">
                <a16:creationId xmlns:a16="http://schemas.microsoft.com/office/drawing/2014/main" id="{BDEC6677-3F43-54E5-7B3F-449507DC21BB}"/>
              </a:ext>
            </a:extLst>
          </p:cNvPr>
          <p:cNvSpPr/>
          <p:nvPr/>
        </p:nvSpPr>
        <p:spPr>
          <a:xfrm>
            <a:off x="801624" y="3380232"/>
            <a:ext cx="713232" cy="713232"/>
          </a:xfrm>
          <a:prstGeom prst="ellipse">
            <a:avLst/>
          </a:prstGeom>
          <a:solidFill>
            <a:srgbClr val="009597"/>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94" name="Shape 6">
            <a:extLst>
              <a:ext uri="{FF2B5EF4-FFF2-40B4-BE49-F238E27FC236}">
                <a16:creationId xmlns:a16="http://schemas.microsoft.com/office/drawing/2014/main" id="{913E756F-D834-C112-F59B-A25C575CD502}"/>
              </a:ext>
            </a:extLst>
          </p:cNvPr>
          <p:cNvSpPr/>
          <p:nvPr/>
        </p:nvSpPr>
        <p:spPr>
          <a:xfrm>
            <a:off x="737616" y="3316224"/>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95" name="Text 7">
            <a:extLst>
              <a:ext uri="{FF2B5EF4-FFF2-40B4-BE49-F238E27FC236}">
                <a16:creationId xmlns:a16="http://schemas.microsoft.com/office/drawing/2014/main" id="{D3EEA11D-A61D-156D-7AAC-BE6F8A78502D}"/>
              </a:ext>
            </a:extLst>
          </p:cNvPr>
          <p:cNvSpPr/>
          <p:nvPr/>
        </p:nvSpPr>
        <p:spPr>
          <a:xfrm>
            <a:off x="737616" y="3311652"/>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E6E1DB"/>
                </a:solidFill>
                <a:effectLst/>
                <a:uLnTx/>
                <a:uFillTx/>
                <a:latin typeface="Arial"/>
                <a:ea typeface="+mn-ea"/>
                <a:cs typeface="+mn-cs"/>
              </a:rPr>
              <a:t>3</a:t>
            </a:r>
          </a:p>
        </p:txBody>
      </p:sp>
      <p:sp>
        <p:nvSpPr>
          <p:cNvPr id="96" name="Shape 8">
            <a:extLst>
              <a:ext uri="{FF2B5EF4-FFF2-40B4-BE49-F238E27FC236}">
                <a16:creationId xmlns:a16="http://schemas.microsoft.com/office/drawing/2014/main" id="{52100EF3-581F-3047-F537-0E12E75C3E6A}"/>
              </a:ext>
            </a:extLst>
          </p:cNvPr>
          <p:cNvSpPr/>
          <p:nvPr/>
        </p:nvSpPr>
        <p:spPr>
          <a:xfrm>
            <a:off x="5199174" y="3234616"/>
            <a:ext cx="828000" cy="181064"/>
          </a:xfrm>
          <a:prstGeom prst="roundRect">
            <a:avLst>
              <a:gd name="adj" fmla="val 50000"/>
            </a:avLst>
          </a:prstGeom>
          <a:solidFill>
            <a:schemeClr val="accent5"/>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E6E1DB"/>
              </a:solidFill>
              <a:effectLst/>
              <a:uLnTx/>
              <a:uFillTx/>
              <a:latin typeface="Arial"/>
              <a:ea typeface="+mn-ea"/>
              <a:cs typeface="+mn-cs"/>
            </a:endParaRPr>
          </a:p>
        </p:txBody>
      </p:sp>
      <p:sp>
        <p:nvSpPr>
          <p:cNvPr id="98" name="Text 10">
            <a:extLst>
              <a:ext uri="{FF2B5EF4-FFF2-40B4-BE49-F238E27FC236}">
                <a16:creationId xmlns:a16="http://schemas.microsoft.com/office/drawing/2014/main" id="{1027E752-9F33-7F19-D633-C9CDAC998AB7}"/>
              </a:ext>
            </a:extLst>
          </p:cNvPr>
          <p:cNvSpPr/>
          <p:nvPr/>
        </p:nvSpPr>
        <p:spPr>
          <a:xfrm>
            <a:off x="1716024" y="3265422"/>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Le client autorise une fintech d'agrégation à lire ses comptes, puis se ravise trois mois plus tard</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99" name="Text 11">
            <a:extLst>
              <a:ext uri="{FF2B5EF4-FFF2-40B4-BE49-F238E27FC236}">
                <a16:creationId xmlns:a16="http://schemas.microsoft.com/office/drawing/2014/main" id="{FEBA4F46-143E-230B-6C88-19444BAB2907}"/>
              </a:ext>
            </a:extLst>
          </p:cNvPr>
          <p:cNvSpPr/>
          <p:nvPr/>
        </p:nvSpPr>
        <p:spPr>
          <a:xfrm>
            <a:off x="1716024" y="3653790"/>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Consentement donné au tiers, pas à la banque. Une seule SCA, sans étape ajoutée. Tableau de bord alimenté par le tiers, révocation gratuite, rétablissement sous 48 heures, historique sur deux ans.</a:t>
            </a:r>
          </a:p>
        </p:txBody>
      </p:sp>
      <p:sp>
        <p:nvSpPr>
          <p:cNvPr id="101" name="Shape 4">
            <a:extLst>
              <a:ext uri="{FF2B5EF4-FFF2-40B4-BE49-F238E27FC236}">
                <a16:creationId xmlns:a16="http://schemas.microsoft.com/office/drawing/2014/main" id="{FF8BAB7F-029F-01C8-44C0-16810EF3F919}"/>
              </a:ext>
            </a:extLst>
          </p:cNvPr>
          <p:cNvSpPr/>
          <p:nvPr/>
        </p:nvSpPr>
        <p:spPr>
          <a:xfrm>
            <a:off x="618744" y="4337050"/>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02" name="Shape 5">
            <a:extLst>
              <a:ext uri="{FF2B5EF4-FFF2-40B4-BE49-F238E27FC236}">
                <a16:creationId xmlns:a16="http://schemas.microsoft.com/office/drawing/2014/main" id="{160BAF6C-EA3A-5B67-2E8C-0F66F5E6CC1F}"/>
              </a:ext>
            </a:extLst>
          </p:cNvPr>
          <p:cNvSpPr/>
          <p:nvPr/>
        </p:nvSpPr>
        <p:spPr>
          <a:xfrm>
            <a:off x="801624" y="4519930"/>
            <a:ext cx="713232" cy="713232"/>
          </a:xfrm>
          <a:prstGeom prst="ellipse">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04" name="Shape 6">
            <a:extLst>
              <a:ext uri="{FF2B5EF4-FFF2-40B4-BE49-F238E27FC236}">
                <a16:creationId xmlns:a16="http://schemas.microsoft.com/office/drawing/2014/main" id="{39B31F4E-17ED-5018-D435-9EE9C6A81350}"/>
              </a:ext>
            </a:extLst>
          </p:cNvPr>
          <p:cNvSpPr/>
          <p:nvPr/>
        </p:nvSpPr>
        <p:spPr>
          <a:xfrm>
            <a:off x="737616" y="4455922"/>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05" name="Text 7">
            <a:extLst>
              <a:ext uri="{FF2B5EF4-FFF2-40B4-BE49-F238E27FC236}">
                <a16:creationId xmlns:a16="http://schemas.microsoft.com/office/drawing/2014/main" id="{5F2B8B9C-8A4C-763D-799E-F461B4A83CAA}"/>
              </a:ext>
            </a:extLst>
          </p:cNvPr>
          <p:cNvSpPr/>
          <p:nvPr/>
        </p:nvSpPr>
        <p:spPr>
          <a:xfrm>
            <a:off x="737616" y="4451350"/>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rgbClr val="FFFFFF"/>
                </a:solidFill>
                <a:latin typeface="Arial"/>
                <a:cs typeface="Arial" pitchFamily="34" charset="-120"/>
              </a:rPr>
              <a:t>4</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06" name="Shape 8">
            <a:extLst>
              <a:ext uri="{FF2B5EF4-FFF2-40B4-BE49-F238E27FC236}">
                <a16:creationId xmlns:a16="http://schemas.microsoft.com/office/drawing/2014/main" id="{1F749DD2-6577-1510-483C-BC274C08EAAF}"/>
              </a:ext>
            </a:extLst>
          </p:cNvPr>
          <p:cNvSpPr/>
          <p:nvPr/>
        </p:nvSpPr>
        <p:spPr>
          <a:xfrm>
            <a:off x="5199174" y="4374314"/>
            <a:ext cx="828000" cy="181064"/>
          </a:xfrm>
          <a:prstGeom prst="roundRect">
            <a:avLst>
              <a:gd name="adj" fmla="val 50000"/>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07" name="Text 9">
            <a:extLst>
              <a:ext uri="{FF2B5EF4-FFF2-40B4-BE49-F238E27FC236}">
                <a16:creationId xmlns:a16="http://schemas.microsoft.com/office/drawing/2014/main" id="{6153BA36-A3B1-E7FC-3839-5D658E1C6121}"/>
              </a:ext>
            </a:extLst>
          </p:cNvPr>
          <p:cNvSpPr/>
          <p:nvPr/>
        </p:nvSpPr>
        <p:spPr>
          <a:xfrm>
            <a:off x="5199174" y="4374314"/>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Fraude</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08" name="Text 10">
            <a:extLst>
              <a:ext uri="{FF2B5EF4-FFF2-40B4-BE49-F238E27FC236}">
                <a16:creationId xmlns:a16="http://schemas.microsoft.com/office/drawing/2014/main" id="{1D5D1A3C-C16B-F57D-4D43-B5C0C47DB96D}"/>
              </a:ext>
            </a:extLst>
          </p:cNvPr>
          <p:cNvSpPr/>
          <p:nvPr/>
        </p:nvSpPr>
        <p:spPr>
          <a:xfrm>
            <a:off x="1716024" y="4405120"/>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 fraudeur appelle le client en se présentant comme sa banque, avec le bon numéro affiché</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09" name="Text 11">
            <a:extLst>
              <a:ext uri="{FF2B5EF4-FFF2-40B4-BE49-F238E27FC236}">
                <a16:creationId xmlns:a16="http://schemas.microsoft.com/office/drawing/2014/main" id="{8DA81979-03D8-B4F8-AB3F-A15A551DBDAE}"/>
              </a:ext>
            </a:extLst>
          </p:cNvPr>
          <p:cNvSpPr/>
          <p:nvPr/>
        </p:nvSpPr>
        <p:spPr>
          <a:xfrm>
            <a:off x="1716024" y="4793488"/>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Obligation de garanties techniques sur les canaux de la banque, remboursement intégral du consommateur sous quatre conditions cumulatives dont le dépôt de plainte, décision sous quinze jours ouvrables, charge de la preuve de la négligence grave sur la banque.</a:t>
            </a:r>
          </a:p>
        </p:txBody>
      </p:sp>
      <p:sp>
        <p:nvSpPr>
          <p:cNvPr id="111" name="Shape 4">
            <a:extLst>
              <a:ext uri="{FF2B5EF4-FFF2-40B4-BE49-F238E27FC236}">
                <a16:creationId xmlns:a16="http://schemas.microsoft.com/office/drawing/2014/main" id="{D744F30A-5709-EA91-8DF4-21F782316FCD}"/>
              </a:ext>
            </a:extLst>
          </p:cNvPr>
          <p:cNvSpPr/>
          <p:nvPr/>
        </p:nvSpPr>
        <p:spPr>
          <a:xfrm>
            <a:off x="618744" y="5476748"/>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12" name="Shape 5">
            <a:extLst>
              <a:ext uri="{FF2B5EF4-FFF2-40B4-BE49-F238E27FC236}">
                <a16:creationId xmlns:a16="http://schemas.microsoft.com/office/drawing/2014/main" id="{57FE32AA-16F0-2BC9-CC1B-CD19B1FCD391}"/>
              </a:ext>
            </a:extLst>
          </p:cNvPr>
          <p:cNvSpPr/>
          <p:nvPr/>
        </p:nvSpPr>
        <p:spPr>
          <a:xfrm>
            <a:off x="801624" y="5659628"/>
            <a:ext cx="713232" cy="713232"/>
          </a:xfrm>
          <a:prstGeom prst="ellipse">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14" name="Shape 6">
            <a:extLst>
              <a:ext uri="{FF2B5EF4-FFF2-40B4-BE49-F238E27FC236}">
                <a16:creationId xmlns:a16="http://schemas.microsoft.com/office/drawing/2014/main" id="{FFBAA7AD-2116-A166-59EB-AF530430339E}"/>
              </a:ext>
            </a:extLst>
          </p:cNvPr>
          <p:cNvSpPr/>
          <p:nvPr/>
        </p:nvSpPr>
        <p:spPr>
          <a:xfrm>
            <a:off x="737616" y="5595620"/>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15" name="Text 7">
            <a:extLst>
              <a:ext uri="{FF2B5EF4-FFF2-40B4-BE49-F238E27FC236}">
                <a16:creationId xmlns:a16="http://schemas.microsoft.com/office/drawing/2014/main" id="{EE2ED842-2CB5-8E22-CEF1-A0DD53ED8AED}"/>
              </a:ext>
            </a:extLst>
          </p:cNvPr>
          <p:cNvSpPr/>
          <p:nvPr/>
        </p:nvSpPr>
        <p:spPr>
          <a:xfrm>
            <a:off x="737616" y="5591048"/>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rgbClr val="FFFFFF"/>
                </a:solidFill>
                <a:latin typeface="Arial"/>
                <a:cs typeface="Arial" pitchFamily="34" charset="-120"/>
              </a:rPr>
              <a:t>5</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16" name="Shape 8">
            <a:extLst>
              <a:ext uri="{FF2B5EF4-FFF2-40B4-BE49-F238E27FC236}">
                <a16:creationId xmlns:a16="http://schemas.microsoft.com/office/drawing/2014/main" id="{F650BB45-642B-97CA-A069-ACAA103F1ACB}"/>
              </a:ext>
            </a:extLst>
          </p:cNvPr>
          <p:cNvSpPr/>
          <p:nvPr/>
        </p:nvSpPr>
        <p:spPr>
          <a:xfrm>
            <a:off x="5199174" y="5514012"/>
            <a:ext cx="828000" cy="181064"/>
          </a:xfrm>
          <a:prstGeom prst="roundRect">
            <a:avLst>
              <a:gd name="adj" fmla="val 50000"/>
            </a:avLst>
          </a:prstGeom>
          <a:solidFill>
            <a:srgbClr val="006CF8"/>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17" name="Text 9">
            <a:extLst>
              <a:ext uri="{FF2B5EF4-FFF2-40B4-BE49-F238E27FC236}">
                <a16:creationId xmlns:a16="http://schemas.microsoft.com/office/drawing/2014/main" id="{81C6E0A2-FDA3-D8B3-6A6F-1A08BC7A232C}"/>
              </a:ext>
            </a:extLst>
          </p:cNvPr>
          <p:cNvSpPr/>
          <p:nvPr/>
        </p:nvSpPr>
        <p:spPr>
          <a:xfrm>
            <a:off x="5199174" y="5514012"/>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Fraude</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18" name="Text 10">
            <a:extLst>
              <a:ext uri="{FF2B5EF4-FFF2-40B4-BE49-F238E27FC236}">
                <a16:creationId xmlns:a16="http://schemas.microsoft.com/office/drawing/2014/main" id="{701476D0-9634-EA67-46BB-2191EE18D427}"/>
              </a:ext>
            </a:extLst>
          </p:cNvPr>
          <p:cNvSpPr/>
          <p:nvPr/>
        </p:nvSpPr>
        <p:spPr>
          <a:xfrm>
            <a:off x="1716024" y="5544818"/>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 virement frauduleux arrive sur un compte tenu par une entité du Groupe</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19" name="Text 11">
            <a:extLst>
              <a:ext uri="{FF2B5EF4-FFF2-40B4-BE49-F238E27FC236}">
                <a16:creationId xmlns:a16="http://schemas.microsoft.com/office/drawing/2014/main" id="{59D617C0-C4E1-94EB-4585-5B3BDDDC61C7}"/>
              </a:ext>
            </a:extLst>
          </p:cNvPr>
          <p:cNvSpPr/>
          <p:nvPr/>
        </p:nvSpPr>
        <p:spPr>
          <a:xfrm>
            <a:off x="1716024" y="5933186"/>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Monitoring aussi du côté du bénéficiaire, avant mise à disposition des fonds. Possibilité, et obligation si le soupçon est incontestable, de ne pas créditer et de retourner les fonds. Charge de la preuve sur le PSP du bénéficiaire.</a:t>
            </a:r>
          </a:p>
        </p:txBody>
      </p:sp>
      <p:sp>
        <p:nvSpPr>
          <p:cNvPr id="121" name="Shape 4">
            <a:extLst>
              <a:ext uri="{FF2B5EF4-FFF2-40B4-BE49-F238E27FC236}">
                <a16:creationId xmlns:a16="http://schemas.microsoft.com/office/drawing/2014/main" id="{676990A9-4EE8-EFE1-F654-F4E9BF55E3AC}"/>
              </a:ext>
            </a:extLst>
          </p:cNvPr>
          <p:cNvSpPr/>
          <p:nvPr/>
        </p:nvSpPr>
        <p:spPr>
          <a:xfrm>
            <a:off x="6128004" y="917956"/>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22" name="Shape 5">
            <a:extLst>
              <a:ext uri="{FF2B5EF4-FFF2-40B4-BE49-F238E27FC236}">
                <a16:creationId xmlns:a16="http://schemas.microsoft.com/office/drawing/2014/main" id="{446BAA5E-7869-1662-08C1-77960BE462DC}"/>
              </a:ext>
            </a:extLst>
          </p:cNvPr>
          <p:cNvSpPr/>
          <p:nvPr/>
        </p:nvSpPr>
        <p:spPr>
          <a:xfrm>
            <a:off x="6310884" y="1100836"/>
            <a:ext cx="713232" cy="713232"/>
          </a:xfrm>
          <a:prstGeom prst="ellipse">
            <a:avLst/>
          </a:prstGeom>
          <a:solidFill>
            <a:srgbClr val="009597"/>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24" name="Shape 6">
            <a:extLst>
              <a:ext uri="{FF2B5EF4-FFF2-40B4-BE49-F238E27FC236}">
                <a16:creationId xmlns:a16="http://schemas.microsoft.com/office/drawing/2014/main" id="{4E5CCAAA-EE8F-63E5-6D0E-E3FD9F25E298}"/>
              </a:ext>
            </a:extLst>
          </p:cNvPr>
          <p:cNvSpPr/>
          <p:nvPr/>
        </p:nvSpPr>
        <p:spPr>
          <a:xfrm>
            <a:off x="6246876" y="1036828"/>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25" name="Text 7">
            <a:extLst>
              <a:ext uri="{FF2B5EF4-FFF2-40B4-BE49-F238E27FC236}">
                <a16:creationId xmlns:a16="http://schemas.microsoft.com/office/drawing/2014/main" id="{47780565-EE60-5CED-B059-D6B35125F312}"/>
              </a:ext>
            </a:extLst>
          </p:cNvPr>
          <p:cNvSpPr/>
          <p:nvPr/>
        </p:nvSpPr>
        <p:spPr>
          <a:xfrm>
            <a:off x="6246876" y="1032256"/>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rgbClr val="FFFFFF"/>
                </a:solidFill>
                <a:latin typeface="Arial"/>
                <a:cs typeface="Arial" pitchFamily="34" charset="-120"/>
              </a:rPr>
              <a:t>6</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26" name="Shape 8">
            <a:extLst>
              <a:ext uri="{FF2B5EF4-FFF2-40B4-BE49-F238E27FC236}">
                <a16:creationId xmlns:a16="http://schemas.microsoft.com/office/drawing/2014/main" id="{C356B6D4-0C10-4F29-AF03-14F779A9A506}"/>
              </a:ext>
            </a:extLst>
          </p:cNvPr>
          <p:cNvSpPr/>
          <p:nvPr/>
        </p:nvSpPr>
        <p:spPr>
          <a:xfrm>
            <a:off x="10708434" y="955220"/>
            <a:ext cx="828000" cy="181064"/>
          </a:xfrm>
          <a:prstGeom prst="roundRect">
            <a:avLst>
              <a:gd name="adj" fmla="val 50000"/>
            </a:avLst>
          </a:prstGeom>
          <a:solidFill>
            <a:schemeClr val="accent5"/>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28" name="Text 10">
            <a:extLst>
              <a:ext uri="{FF2B5EF4-FFF2-40B4-BE49-F238E27FC236}">
                <a16:creationId xmlns:a16="http://schemas.microsoft.com/office/drawing/2014/main" id="{D6FED248-531D-E790-D864-D11EAE623B92}"/>
              </a:ext>
            </a:extLst>
          </p:cNvPr>
          <p:cNvSpPr/>
          <p:nvPr/>
        </p:nvSpPr>
        <p:spPr>
          <a:xfrm>
            <a:off x="7225284" y="986026"/>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Une fintech appelle l'interface dédiée à 3 h du matin, puis publie que la banque </a:t>
            </a:r>
            <a:r>
              <a:rPr kumimoji="0" lang="fr-FR" sz="1100" b="1" i="0" u="none" strike="noStrike" kern="1200" cap="none" spc="0" normalizeH="0" baseline="0" noProof="0">
                <a:ln>
                  <a:noFill/>
                </a:ln>
                <a:solidFill>
                  <a:srgbClr val="00002C"/>
                </a:solidFill>
                <a:effectLst/>
                <a:uLnTx/>
                <a:uFillTx/>
                <a:latin typeface="Arial"/>
                <a:ea typeface="Arial" pitchFamily="34" charset="-122"/>
                <a:cs typeface="Arial" pitchFamily="34" charset="-120"/>
              </a:rPr>
              <a:t>est indisponible</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29" name="Text 11">
            <a:extLst>
              <a:ext uri="{FF2B5EF4-FFF2-40B4-BE49-F238E27FC236}">
                <a16:creationId xmlns:a16="http://schemas.microsoft.com/office/drawing/2014/main" id="{D468A329-3B08-0644-D7C2-D34E7A9CD72A}"/>
              </a:ext>
            </a:extLst>
          </p:cNvPr>
          <p:cNvSpPr/>
          <p:nvPr/>
        </p:nvSpPr>
        <p:spPr>
          <a:xfrm>
            <a:off x="7225284" y="1374394"/>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Parité de disponibilité et de performance avec l'interface client, indisponibilité présumée après cinq requêtes en échec ou sans réponse sous 30 secondes, fenêtre de maintenance 00 h - 06 h annoncée un mois avant, statistiques publiées chaque trimestre, environnement de test à fournir.</a:t>
            </a:r>
          </a:p>
        </p:txBody>
      </p:sp>
      <p:sp>
        <p:nvSpPr>
          <p:cNvPr id="131" name="Shape 4">
            <a:extLst>
              <a:ext uri="{FF2B5EF4-FFF2-40B4-BE49-F238E27FC236}">
                <a16:creationId xmlns:a16="http://schemas.microsoft.com/office/drawing/2014/main" id="{AE4C2D01-9F1F-A219-6EB8-648203D8EFAC}"/>
              </a:ext>
            </a:extLst>
          </p:cNvPr>
          <p:cNvSpPr/>
          <p:nvPr/>
        </p:nvSpPr>
        <p:spPr>
          <a:xfrm>
            <a:off x="6128004" y="2057654"/>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32" name="Shape 5">
            <a:extLst>
              <a:ext uri="{FF2B5EF4-FFF2-40B4-BE49-F238E27FC236}">
                <a16:creationId xmlns:a16="http://schemas.microsoft.com/office/drawing/2014/main" id="{9001F33D-FAA3-1869-203C-AEEBF00A0C3E}"/>
              </a:ext>
            </a:extLst>
          </p:cNvPr>
          <p:cNvSpPr/>
          <p:nvPr/>
        </p:nvSpPr>
        <p:spPr>
          <a:xfrm>
            <a:off x="6310884" y="2240534"/>
            <a:ext cx="713232" cy="713232"/>
          </a:xfrm>
          <a:prstGeom prst="ellipse">
            <a:avLst/>
          </a:prstGeom>
          <a:solidFill>
            <a:srgbClr val="99D5D5"/>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34" name="Shape 6">
            <a:extLst>
              <a:ext uri="{FF2B5EF4-FFF2-40B4-BE49-F238E27FC236}">
                <a16:creationId xmlns:a16="http://schemas.microsoft.com/office/drawing/2014/main" id="{EC2D0A77-DB4D-89ED-E9B2-0AFA6604D49C}"/>
              </a:ext>
            </a:extLst>
          </p:cNvPr>
          <p:cNvSpPr/>
          <p:nvPr/>
        </p:nvSpPr>
        <p:spPr>
          <a:xfrm>
            <a:off x="6246876" y="2176526"/>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35" name="Text 7">
            <a:extLst>
              <a:ext uri="{FF2B5EF4-FFF2-40B4-BE49-F238E27FC236}">
                <a16:creationId xmlns:a16="http://schemas.microsoft.com/office/drawing/2014/main" id="{79797AEF-9ABE-AE4A-4D02-E56513BD8A2F}"/>
              </a:ext>
            </a:extLst>
          </p:cNvPr>
          <p:cNvSpPr/>
          <p:nvPr/>
        </p:nvSpPr>
        <p:spPr>
          <a:xfrm>
            <a:off x="6246876" y="2171954"/>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FFFFFF"/>
                </a:solidFill>
                <a:effectLst/>
                <a:uLnTx/>
                <a:uFillTx/>
                <a:latin typeface="Arial"/>
                <a:ea typeface="+mn-ea"/>
                <a:cs typeface="Arial" pitchFamily="34" charset="-120"/>
              </a:rPr>
              <a:t>7</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36" name="Shape 8">
            <a:extLst>
              <a:ext uri="{FF2B5EF4-FFF2-40B4-BE49-F238E27FC236}">
                <a16:creationId xmlns:a16="http://schemas.microsoft.com/office/drawing/2014/main" id="{A0E86072-B044-1DC3-C555-FB49867CE651}"/>
              </a:ext>
            </a:extLst>
          </p:cNvPr>
          <p:cNvSpPr/>
          <p:nvPr/>
        </p:nvSpPr>
        <p:spPr>
          <a:xfrm>
            <a:off x="10708434" y="2094918"/>
            <a:ext cx="828000" cy="181064"/>
          </a:xfrm>
          <a:prstGeom prst="roundRect">
            <a:avLst>
              <a:gd name="adj" fmla="val 50000"/>
            </a:avLst>
          </a:prstGeom>
          <a:solidFill>
            <a:srgbClr val="99D5D5"/>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E6E1DB"/>
              </a:solidFill>
              <a:effectLst/>
              <a:uLnTx/>
              <a:uFillTx/>
              <a:latin typeface="Arial"/>
              <a:ea typeface="+mn-ea"/>
              <a:cs typeface="+mn-cs"/>
            </a:endParaRPr>
          </a:p>
        </p:txBody>
      </p:sp>
      <p:sp>
        <p:nvSpPr>
          <p:cNvPr id="138" name="Text 10">
            <a:extLst>
              <a:ext uri="{FF2B5EF4-FFF2-40B4-BE49-F238E27FC236}">
                <a16:creationId xmlns:a16="http://schemas.microsoft.com/office/drawing/2014/main" id="{B3F1DBA4-472C-C8C0-71C2-5AE8CA74B21A}"/>
              </a:ext>
            </a:extLst>
          </p:cNvPr>
          <p:cNvSpPr/>
          <p:nvPr/>
        </p:nvSpPr>
        <p:spPr>
          <a:xfrm>
            <a:off x="7225284" y="2125724"/>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Le régulateur demande les chiffres de fraude, un client contesté demande la preuve d’affichage</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39" name="Text 11">
            <a:extLst>
              <a:ext uri="{FF2B5EF4-FFF2-40B4-BE49-F238E27FC236}">
                <a16:creationId xmlns:a16="http://schemas.microsoft.com/office/drawing/2014/main" id="{0A87162B-E747-E5B1-3FD1-D9237A28E280}"/>
              </a:ext>
            </a:extLst>
          </p:cNvPr>
          <p:cNvSpPr/>
          <p:nvPr/>
        </p:nvSpPr>
        <p:spPr>
          <a:xfrm>
            <a:off x="7225284" y="2514092"/>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err="1">
                <a:ln>
                  <a:noFill/>
                </a:ln>
                <a:solidFill>
                  <a:srgbClr val="E6E1DB">
                    <a:lumMod val="10000"/>
                  </a:srgbClr>
                </a:solidFill>
                <a:effectLst/>
                <a:uLnTx/>
                <a:uFillTx/>
                <a:latin typeface="Arial"/>
                <a:ea typeface="+mn-ea"/>
                <a:cs typeface="+mn-cs"/>
              </a:rPr>
              <a:t>Reporting</a:t>
            </a: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 de fraude au moins annuel incluant les remboursements accordés et refusés avec leur motif, statistiques d'interface trimestrielles publiées, charge de la preuve du respect des obligations d'information sur la banque.</a:t>
            </a:r>
          </a:p>
        </p:txBody>
      </p:sp>
      <p:sp>
        <p:nvSpPr>
          <p:cNvPr id="141" name="Shape 4">
            <a:extLst>
              <a:ext uri="{FF2B5EF4-FFF2-40B4-BE49-F238E27FC236}">
                <a16:creationId xmlns:a16="http://schemas.microsoft.com/office/drawing/2014/main" id="{B6C4A153-5001-B1E4-AE9B-B1544D6B64B5}"/>
              </a:ext>
            </a:extLst>
          </p:cNvPr>
          <p:cNvSpPr/>
          <p:nvPr/>
        </p:nvSpPr>
        <p:spPr>
          <a:xfrm>
            <a:off x="6128004" y="3197352"/>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42" name="Shape 5">
            <a:extLst>
              <a:ext uri="{FF2B5EF4-FFF2-40B4-BE49-F238E27FC236}">
                <a16:creationId xmlns:a16="http://schemas.microsoft.com/office/drawing/2014/main" id="{1D66519F-E363-A364-C28A-9771B08321DA}"/>
              </a:ext>
            </a:extLst>
          </p:cNvPr>
          <p:cNvSpPr/>
          <p:nvPr/>
        </p:nvSpPr>
        <p:spPr>
          <a:xfrm>
            <a:off x="6310884" y="3380232"/>
            <a:ext cx="713232" cy="713232"/>
          </a:xfrm>
          <a:prstGeom prst="ellipse">
            <a:avLst/>
          </a:prstGeom>
          <a:solidFill>
            <a:schemeClr val="accent3"/>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44" name="Shape 6">
            <a:extLst>
              <a:ext uri="{FF2B5EF4-FFF2-40B4-BE49-F238E27FC236}">
                <a16:creationId xmlns:a16="http://schemas.microsoft.com/office/drawing/2014/main" id="{03C17D20-DAB2-6B8F-1F1B-A09A6DF8D01D}"/>
              </a:ext>
            </a:extLst>
          </p:cNvPr>
          <p:cNvSpPr/>
          <p:nvPr/>
        </p:nvSpPr>
        <p:spPr>
          <a:xfrm>
            <a:off x="6246876" y="3316224"/>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45" name="Text 7">
            <a:extLst>
              <a:ext uri="{FF2B5EF4-FFF2-40B4-BE49-F238E27FC236}">
                <a16:creationId xmlns:a16="http://schemas.microsoft.com/office/drawing/2014/main" id="{0843AF48-38F2-09FF-28E0-0612D6191502}"/>
              </a:ext>
            </a:extLst>
          </p:cNvPr>
          <p:cNvSpPr/>
          <p:nvPr/>
        </p:nvSpPr>
        <p:spPr>
          <a:xfrm>
            <a:off x="6246876" y="3311652"/>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rgbClr val="E6E1DB"/>
                </a:solidFill>
                <a:latin typeface="Arial"/>
              </a:rPr>
              <a:t>8</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46" name="Shape 8">
            <a:extLst>
              <a:ext uri="{FF2B5EF4-FFF2-40B4-BE49-F238E27FC236}">
                <a16:creationId xmlns:a16="http://schemas.microsoft.com/office/drawing/2014/main" id="{17235EC4-CDBF-7CDB-A085-66CD1747EDBD}"/>
              </a:ext>
            </a:extLst>
          </p:cNvPr>
          <p:cNvSpPr/>
          <p:nvPr/>
        </p:nvSpPr>
        <p:spPr>
          <a:xfrm>
            <a:off x="10708434" y="3234616"/>
            <a:ext cx="828000" cy="181064"/>
          </a:xfrm>
          <a:prstGeom prst="roundRect">
            <a:avLst>
              <a:gd name="adj" fmla="val 50000"/>
            </a:avLst>
          </a:prstGeom>
          <a:solidFill>
            <a:schemeClr val="accent3"/>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E6E1DB"/>
              </a:solidFill>
              <a:effectLst/>
              <a:uLnTx/>
              <a:uFillTx/>
              <a:latin typeface="Arial"/>
              <a:ea typeface="+mn-ea"/>
              <a:cs typeface="+mn-cs"/>
            </a:endParaRPr>
          </a:p>
        </p:txBody>
      </p:sp>
      <p:sp>
        <p:nvSpPr>
          <p:cNvPr id="148" name="Text 10">
            <a:extLst>
              <a:ext uri="{FF2B5EF4-FFF2-40B4-BE49-F238E27FC236}">
                <a16:creationId xmlns:a16="http://schemas.microsoft.com/office/drawing/2014/main" id="{476FAF66-F417-25CC-9D30-8A13F0C227D4}"/>
              </a:ext>
            </a:extLst>
          </p:cNvPr>
          <p:cNvSpPr/>
          <p:nvPr/>
        </p:nvSpPr>
        <p:spPr>
          <a:xfrm>
            <a:off x="7225284" y="3265422"/>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 EP demande l'ouverture d'un compte à une banque du Groupe, qui envisage de refuser</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49" name="Text 11">
            <a:extLst>
              <a:ext uri="{FF2B5EF4-FFF2-40B4-BE49-F238E27FC236}">
                <a16:creationId xmlns:a16="http://schemas.microsoft.com/office/drawing/2014/main" id="{1898245F-F1F3-7826-82CF-919A84CFF39E}"/>
              </a:ext>
            </a:extLst>
          </p:cNvPr>
          <p:cNvSpPr/>
          <p:nvPr/>
        </p:nvSpPr>
        <p:spPr>
          <a:xfrm>
            <a:off x="7225284" y="3653790"/>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Quatre principaux motifs de refus limitatifs, motivation spécifique notifiée sous un mois au demandeur et à l'autorité, préavis de clôture de quatre mois, droit de recours, format harmonisé à venir.</a:t>
            </a:r>
          </a:p>
        </p:txBody>
      </p:sp>
      <p:sp>
        <p:nvSpPr>
          <p:cNvPr id="151" name="Shape 4">
            <a:extLst>
              <a:ext uri="{FF2B5EF4-FFF2-40B4-BE49-F238E27FC236}">
                <a16:creationId xmlns:a16="http://schemas.microsoft.com/office/drawing/2014/main" id="{F6166D65-0F1E-E04F-9FB8-E03CA842E2B8}"/>
              </a:ext>
            </a:extLst>
          </p:cNvPr>
          <p:cNvSpPr/>
          <p:nvPr/>
        </p:nvSpPr>
        <p:spPr>
          <a:xfrm>
            <a:off x="6128004" y="4337050"/>
            <a:ext cx="5445252" cy="1078992"/>
          </a:xfrm>
          <a:prstGeom prst="roundRect">
            <a:avLst>
              <a:gd name="adj" fmla="val 7627"/>
            </a:avLst>
          </a:prstGeom>
          <a:solidFill>
            <a:srgbClr val="FFFFFF"/>
          </a:solidFill>
          <a:ln w="12700">
            <a:solidFill>
              <a:srgbClr val="E4E4EA"/>
            </a:solidFill>
            <a:prstDash val="solid"/>
          </a:ln>
          <a:effectLst>
            <a:outerShdw blurRad="114300" dist="38100" dir="5400000" algn="bl" rotWithShape="0">
              <a:srgbClr val="1A1A40">
                <a:alpha val="11000"/>
              </a:srgbClr>
            </a:outerShdw>
          </a:effectLst>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52" name="Shape 5">
            <a:extLst>
              <a:ext uri="{FF2B5EF4-FFF2-40B4-BE49-F238E27FC236}">
                <a16:creationId xmlns:a16="http://schemas.microsoft.com/office/drawing/2014/main" id="{3E1F657A-D99D-031D-B646-451191F00FD0}"/>
              </a:ext>
            </a:extLst>
          </p:cNvPr>
          <p:cNvSpPr/>
          <p:nvPr/>
        </p:nvSpPr>
        <p:spPr>
          <a:xfrm>
            <a:off x="6310884" y="4519930"/>
            <a:ext cx="713232" cy="713232"/>
          </a:xfrm>
          <a:prstGeom prst="ellipse">
            <a:avLst/>
          </a:prstGeom>
          <a:solidFill>
            <a:srgbClr val="99D5D5"/>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54" name="Shape 6">
            <a:extLst>
              <a:ext uri="{FF2B5EF4-FFF2-40B4-BE49-F238E27FC236}">
                <a16:creationId xmlns:a16="http://schemas.microsoft.com/office/drawing/2014/main" id="{11B078CE-0A9B-CE91-29A2-442496DDF0D1}"/>
              </a:ext>
            </a:extLst>
          </p:cNvPr>
          <p:cNvSpPr/>
          <p:nvPr/>
        </p:nvSpPr>
        <p:spPr>
          <a:xfrm>
            <a:off x="6246876" y="4455922"/>
            <a:ext cx="274320" cy="274320"/>
          </a:xfrm>
          <a:prstGeom prst="ellipse">
            <a:avLst/>
          </a:prstGeom>
          <a:solidFill>
            <a:srgbClr val="00002C"/>
          </a:solidFill>
          <a:ln w="19050">
            <a:solidFill>
              <a:srgbClr val="FFFFFF"/>
            </a:solidFill>
            <a:prstDash val="solid"/>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55" name="Text 7">
            <a:extLst>
              <a:ext uri="{FF2B5EF4-FFF2-40B4-BE49-F238E27FC236}">
                <a16:creationId xmlns:a16="http://schemas.microsoft.com/office/drawing/2014/main" id="{3CDE1DF4-F4B5-2FFC-E09F-96C60B117E5E}"/>
              </a:ext>
            </a:extLst>
          </p:cNvPr>
          <p:cNvSpPr/>
          <p:nvPr/>
        </p:nvSpPr>
        <p:spPr>
          <a:xfrm>
            <a:off x="6246876" y="4451350"/>
            <a:ext cx="274320" cy="274320"/>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FFFFFF"/>
                </a:solidFill>
                <a:effectLst/>
                <a:uLnTx/>
                <a:uFillTx/>
                <a:latin typeface="Arial"/>
                <a:ea typeface="+mn-ea"/>
                <a:cs typeface="Arial" pitchFamily="34" charset="-120"/>
              </a:rPr>
              <a:t>9</a:t>
            </a:r>
            <a:endParaRPr kumimoji="0" lang="fr-FR" sz="1100" b="1" i="0" u="none" strike="noStrike" kern="1200" cap="none" spc="0" normalizeH="0" baseline="0" noProof="0" dirty="0">
              <a:ln>
                <a:noFill/>
              </a:ln>
              <a:solidFill>
                <a:srgbClr val="E6E1DB"/>
              </a:solidFill>
              <a:effectLst/>
              <a:uLnTx/>
              <a:uFillTx/>
              <a:latin typeface="Arial"/>
              <a:ea typeface="+mn-ea"/>
              <a:cs typeface="+mn-cs"/>
            </a:endParaRPr>
          </a:p>
        </p:txBody>
      </p:sp>
      <p:sp>
        <p:nvSpPr>
          <p:cNvPr id="156" name="Shape 8">
            <a:extLst>
              <a:ext uri="{FF2B5EF4-FFF2-40B4-BE49-F238E27FC236}">
                <a16:creationId xmlns:a16="http://schemas.microsoft.com/office/drawing/2014/main" id="{64E3BBC5-37B5-CCCA-F580-8296E08F1EA2}"/>
              </a:ext>
            </a:extLst>
          </p:cNvPr>
          <p:cNvSpPr/>
          <p:nvPr/>
        </p:nvSpPr>
        <p:spPr>
          <a:xfrm>
            <a:off x="10708434" y="4374314"/>
            <a:ext cx="828000" cy="181064"/>
          </a:xfrm>
          <a:prstGeom prst="roundRect">
            <a:avLst>
              <a:gd name="adj" fmla="val 50000"/>
            </a:avLst>
          </a:prstGeom>
          <a:solidFill>
            <a:schemeClr val="accent6"/>
          </a:solidFill>
          <a:ln/>
        </p:spPr>
        <p:txBody>
          <a:bodyP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E6E1DB"/>
              </a:solidFill>
              <a:effectLst/>
              <a:uLnTx/>
              <a:uFillTx/>
              <a:latin typeface="Arial"/>
              <a:ea typeface="+mn-ea"/>
              <a:cs typeface="+mn-cs"/>
            </a:endParaRPr>
          </a:p>
        </p:txBody>
      </p:sp>
      <p:sp>
        <p:nvSpPr>
          <p:cNvPr id="158" name="Text 10">
            <a:extLst>
              <a:ext uri="{FF2B5EF4-FFF2-40B4-BE49-F238E27FC236}">
                <a16:creationId xmlns:a16="http://schemas.microsoft.com/office/drawing/2014/main" id="{6854D05C-619B-213B-4CB8-BDBB1F5B19DE}"/>
              </a:ext>
            </a:extLst>
          </p:cNvPr>
          <p:cNvSpPr/>
          <p:nvPr/>
        </p:nvSpPr>
        <p:spPr>
          <a:xfrm>
            <a:off x="7225284" y="4405120"/>
            <a:ext cx="3360420" cy="256032"/>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00002C"/>
                </a:solidFill>
                <a:effectLst/>
                <a:uLnTx/>
                <a:uFillTx/>
                <a:latin typeface="Arial"/>
                <a:ea typeface="Arial" pitchFamily="34" charset="-122"/>
                <a:cs typeface="Arial" pitchFamily="34" charset="-120"/>
              </a:rPr>
              <a:t>Un client retire des espèces à un distributeur à l'étranger et paie par carte dans la foulée</a:t>
            </a:r>
            <a:endParaRPr kumimoji="0" lang="fr-FR" sz="1100" b="0" i="0" u="none" strike="noStrike" kern="1200" cap="none" spc="0" normalizeH="0" baseline="0" noProof="0" dirty="0">
              <a:ln>
                <a:noFill/>
              </a:ln>
              <a:solidFill>
                <a:srgbClr val="E6E1DB"/>
              </a:solidFill>
              <a:effectLst/>
              <a:uLnTx/>
              <a:uFillTx/>
              <a:latin typeface="Arial"/>
              <a:ea typeface="+mn-ea"/>
              <a:cs typeface="+mn-cs"/>
            </a:endParaRPr>
          </a:p>
        </p:txBody>
      </p:sp>
      <p:sp>
        <p:nvSpPr>
          <p:cNvPr id="159" name="Text 11">
            <a:extLst>
              <a:ext uri="{FF2B5EF4-FFF2-40B4-BE49-F238E27FC236}">
                <a16:creationId xmlns:a16="http://schemas.microsoft.com/office/drawing/2014/main" id="{CB4D5FF0-D6A1-380F-7AC2-A36E35C037BC}"/>
              </a:ext>
            </a:extLst>
          </p:cNvPr>
          <p:cNvSpPr/>
          <p:nvPr/>
        </p:nvSpPr>
        <p:spPr>
          <a:xfrm>
            <a:off x="7225284" y="4793488"/>
            <a:ext cx="4146804" cy="603504"/>
          </a:xfrm>
          <a:prstGeom prst="rect">
            <a:avLst/>
          </a:prstGeom>
          <a:noFill/>
          <a:ln/>
        </p:spPr>
        <p:txBody>
          <a:bodyPr wrap="square" lIns="0" tIns="0" rIns="0" bIns="0" rtlCol="0" anchor="t"/>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fr-FR" sz="900" b="0" i="0" u="none" strike="noStrike" kern="1200" cap="none" spc="0" normalizeH="0" baseline="0" noProof="0" dirty="0">
                <a:ln>
                  <a:noFill/>
                </a:ln>
                <a:solidFill>
                  <a:srgbClr val="E6E1DB">
                    <a:lumMod val="10000"/>
                  </a:srgbClr>
                </a:solidFill>
                <a:effectLst/>
                <a:uLnTx/>
                <a:uFillTx/>
                <a:latin typeface="Arial"/>
                <a:ea typeface="+mn-ea"/>
                <a:cs typeface="+mn-cs"/>
              </a:rPr>
              <a:t>Frais et taux de conversion affichés avant l'opération, référence de taux avec un décalage maximal de dix minutes, interdiction de surfacturer certains instruments, blocage de fonds sur montant inconnu subordonné à l'accord du client.</a:t>
            </a:r>
          </a:p>
        </p:txBody>
      </p:sp>
      <p:sp>
        <p:nvSpPr>
          <p:cNvPr id="161" name="Shape 4">
            <a:extLst>
              <a:ext uri="{FF2B5EF4-FFF2-40B4-BE49-F238E27FC236}">
                <a16:creationId xmlns:a16="http://schemas.microsoft.com/office/drawing/2014/main" id="{D148EEA8-32C0-2875-4FD3-040E3550769D}"/>
              </a:ext>
            </a:extLst>
          </p:cNvPr>
          <p:cNvSpPr/>
          <p:nvPr/>
        </p:nvSpPr>
        <p:spPr>
          <a:xfrm>
            <a:off x="6128004" y="5476748"/>
            <a:ext cx="5445252" cy="1078992"/>
          </a:xfrm>
          <a:prstGeom prst="roundRect">
            <a:avLst>
              <a:gd name="adj" fmla="val 7627"/>
            </a:avLst>
          </a:prstGeom>
          <a:solidFill>
            <a:srgbClr val="FFFFFF"/>
          </a:solidFill>
          <a:ln w="12700">
            <a:solidFill>
              <a:schemeClr val="tx1">
                <a:lumMod val="50000"/>
              </a:schemeClr>
            </a:solidFill>
            <a:prstDash val="solid"/>
          </a:ln>
          <a:effectLst>
            <a:outerShdw blurRad="114300" dist="38100" dir="5400000" algn="bl" rotWithShape="0">
              <a:srgbClr val="1A1A40">
                <a:alpha val="11000"/>
              </a:srgbClr>
            </a:outerShdw>
          </a:effectLst>
        </p:spPr>
        <p:txBody>
          <a:bodyPr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b="1" dirty="0">
                <a:solidFill>
                  <a:schemeClr val="tx1">
                    <a:lumMod val="50000"/>
                  </a:schemeClr>
                </a:solidFill>
                <a:latin typeface="Arial"/>
              </a:rPr>
              <a:t>ℹ️ L'essentiel des exigences de parcours est déjà fixé par le règlement. Les RTS de l'EBA préciseront la SCA, la communication et le monitoring, à +12 mois de l'entrée en vigueur, </a:t>
            </a:r>
            <a:r>
              <a:rPr lang="fr-FR" sz="1100" dirty="0">
                <a:solidFill>
                  <a:schemeClr val="tx1">
                    <a:lumMod val="50000"/>
                  </a:schemeClr>
                </a:solidFill>
                <a:latin typeface="Arial"/>
              </a:rPr>
              <a:t>et les statistiques d'interface à +9 mois. Le texte n'étant pas publié au Journal officiel, aucune date absolue n'est acquise.</a:t>
            </a:r>
            <a:endParaRPr kumimoji="0" lang="fr-FR" sz="1100" i="0" u="none" strike="noStrike" kern="1200" cap="none" spc="0" normalizeH="0" baseline="0" noProof="0" dirty="0">
              <a:ln>
                <a:noFill/>
              </a:ln>
              <a:solidFill>
                <a:schemeClr val="tx1">
                  <a:lumMod val="50000"/>
                </a:schemeClr>
              </a:solidFill>
              <a:effectLst/>
              <a:uLnTx/>
              <a:uFillTx/>
              <a:latin typeface="Arial"/>
              <a:ea typeface="+mn-ea"/>
              <a:cs typeface="+mn-cs"/>
            </a:endParaRPr>
          </a:p>
        </p:txBody>
      </p:sp>
      <p:sp>
        <p:nvSpPr>
          <p:cNvPr id="181" name="Text 9">
            <a:extLst>
              <a:ext uri="{FF2B5EF4-FFF2-40B4-BE49-F238E27FC236}">
                <a16:creationId xmlns:a16="http://schemas.microsoft.com/office/drawing/2014/main" id="{B57EB8E7-19E5-24F0-1577-DD7C10C74845}"/>
              </a:ext>
            </a:extLst>
          </p:cNvPr>
          <p:cNvSpPr/>
          <p:nvPr/>
        </p:nvSpPr>
        <p:spPr>
          <a:xfrm>
            <a:off x="5199174" y="3234616"/>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Open Banking</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83" name="Text 9">
            <a:extLst>
              <a:ext uri="{FF2B5EF4-FFF2-40B4-BE49-F238E27FC236}">
                <a16:creationId xmlns:a16="http://schemas.microsoft.com/office/drawing/2014/main" id="{1996E120-867C-FDC9-90CB-340AF3A5E543}"/>
              </a:ext>
            </a:extLst>
          </p:cNvPr>
          <p:cNvSpPr/>
          <p:nvPr/>
        </p:nvSpPr>
        <p:spPr>
          <a:xfrm>
            <a:off x="10708434" y="955220"/>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Open Banking</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93" name="Text 9">
            <a:extLst>
              <a:ext uri="{FF2B5EF4-FFF2-40B4-BE49-F238E27FC236}">
                <a16:creationId xmlns:a16="http://schemas.microsoft.com/office/drawing/2014/main" id="{87F920CD-5E4C-23BA-C03F-A8BAA8D2949F}"/>
              </a:ext>
            </a:extLst>
          </p:cNvPr>
          <p:cNvSpPr/>
          <p:nvPr/>
        </p:nvSpPr>
        <p:spPr>
          <a:xfrm>
            <a:off x="10708434" y="4374314"/>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Paiement</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95" name="Text 9">
            <a:extLst>
              <a:ext uri="{FF2B5EF4-FFF2-40B4-BE49-F238E27FC236}">
                <a16:creationId xmlns:a16="http://schemas.microsoft.com/office/drawing/2014/main" id="{01AB2F20-DC58-08B9-6FBA-5C56312445D8}"/>
              </a:ext>
            </a:extLst>
          </p:cNvPr>
          <p:cNvSpPr/>
          <p:nvPr/>
        </p:nvSpPr>
        <p:spPr>
          <a:xfrm>
            <a:off x="5199174" y="2094918"/>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SCA</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197" name="Text 9">
            <a:extLst>
              <a:ext uri="{FF2B5EF4-FFF2-40B4-BE49-F238E27FC236}">
                <a16:creationId xmlns:a16="http://schemas.microsoft.com/office/drawing/2014/main" id="{A25A6746-B918-AEA3-4E03-C37D7AF6BFFC}"/>
              </a:ext>
            </a:extLst>
          </p:cNvPr>
          <p:cNvSpPr/>
          <p:nvPr/>
        </p:nvSpPr>
        <p:spPr>
          <a:xfrm>
            <a:off x="5199174" y="1031420"/>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Fraude</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201" name="Text 9">
            <a:extLst>
              <a:ext uri="{FF2B5EF4-FFF2-40B4-BE49-F238E27FC236}">
                <a16:creationId xmlns:a16="http://schemas.microsoft.com/office/drawing/2014/main" id="{64AFE03B-F153-547F-00A7-C392D8DFA07A}"/>
              </a:ext>
            </a:extLst>
          </p:cNvPr>
          <p:cNvSpPr/>
          <p:nvPr/>
        </p:nvSpPr>
        <p:spPr>
          <a:xfrm>
            <a:off x="10708434" y="2094918"/>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Transparence</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sp>
        <p:nvSpPr>
          <p:cNvPr id="205" name="Text 9">
            <a:extLst>
              <a:ext uri="{FF2B5EF4-FFF2-40B4-BE49-F238E27FC236}">
                <a16:creationId xmlns:a16="http://schemas.microsoft.com/office/drawing/2014/main" id="{4D1CCFD1-09D3-9E4B-C4C2-4D50C5D11E12}"/>
              </a:ext>
            </a:extLst>
          </p:cNvPr>
          <p:cNvSpPr/>
          <p:nvPr/>
        </p:nvSpPr>
        <p:spPr>
          <a:xfrm>
            <a:off x="10708434" y="3234616"/>
            <a:ext cx="828000" cy="181064"/>
          </a:xfrm>
          <a:prstGeom prst="rect">
            <a:avLst/>
          </a:prstGeom>
          <a:noFill/>
          <a:ln/>
        </p:spPr>
        <p:txBody>
          <a:bodyPr wrap="square" lIns="0" tIns="0" rIns="0" bIns="0" rtlCol="0" anchor="ctr"/>
          <a:ls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Accès</a:t>
            </a:r>
            <a:endParaRPr kumimoji="0" lang="fr-FR" sz="900" b="0" i="0" u="none" strike="noStrike" kern="1200" cap="none" spc="0" normalizeH="0" baseline="0" noProof="0" dirty="0">
              <a:ln>
                <a:noFill/>
              </a:ln>
              <a:solidFill>
                <a:srgbClr val="E6E1DB"/>
              </a:solidFill>
              <a:effectLst/>
              <a:uLnTx/>
              <a:uFillTx/>
              <a:latin typeface="Arial"/>
              <a:ea typeface="+mn-ea"/>
              <a:cs typeface="+mn-cs"/>
            </a:endParaRPr>
          </a:p>
        </p:txBody>
      </p:sp>
      <p:pic>
        <p:nvPicPr>
          <p:cNvPr id="209" name="Graphique 208">
            <a:extLst>
              <a:ext uri="{FF2B5EF4-FFF2-40B4-BE49-F238E27FC236}">
                <a16:creationId xmlns:a16="http://schemas.microsoft.com/office/drawing/2014/main" id="{5DBDB979-B0D2-0DA5-9422-D325CE7E9E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8240" y="1277452"/>
            <a:ext cx="360000" cy="360000"/>
          </a:xfrm>
          <a:prstGeom prst="rect">
            <a:avLst/>
          </a:prstGeom>
        </p:spPr>
      </p:pic>
      <p:pic>
        <p:nvPicPr>
          <p:cNvPr id="213" name="Graphique 212">
            <a:extLst>
              <a:ext uri="{FF2B5EF4-FFF2-40B4-BE49-F238E27FC236}">
                <a16:creationId xmlns:a16="http://schemas.microsoft.com/office/drawing/2014/main" id="{341A1DC9-BA94-6C3C-F680-CB2C90A526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8240" y="2417150"/>
            <a:ext cx="360000" cy="360000"/>
          </a:xfrm>
          <a:prstGeom prst="rect">
            <a:avLst/>
          </a:prstGeom>
        </p:spPr>
      </p:pic>
      <p:pic>
        <p:nvPicPr>
          <p:cNvPr id="224" name="Graphique 223">
            <a:extLst>
              <a:ext uri="{FF2B5EF4-FFF2-40B4-BE49-F238E27FC236}">
                <a16:creationId xmlns:a16="http://schemas.microsoft.com/office/drawing/2014/main" id="{7463261A-EA39-C852-D506-D8183FC8C6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240" y="4696546"/>
            <a:ext cx="360000" cy="360000"/>
          </a:xfrm>
          <a:prstGeom prst="rect">
            <a:avLst/>
          </a:prstGeom>
        </p:spPr>
      </p:pic>
      <p:pic>
        <p:nvPicPr>
          <p:cNvPr id="226" name="Graphique 225">
            <a:extLst>
              <a:ext uri="{FF2B5EF4-FFF2-40B4-BE49-F238E27FC236}">
                <a16:creationId xmlns:a16="http://schemas.microsoft.com/office/drawing/2014/main" id="{D45C8BD5-59B0-6E42-A2AB-F09385B53B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240" y="5836244"/>
            <a:ext cx="360000" cy="360000"/>
          </a:xfrm>
          <a:prstGeom prst="rect">
            <a:avLst/>
          </a:prstGeom>
        </p:spPr>
      </p:pic>
      <p:pic>
        <p:nvPicPr>
          <p:cNvPr id="228" name="Graphique 227">
            <a:extLst>
              <a:ext uri="{FF2B5EF4-FFF2-40B4-BE49-F238E27FC236}">
                <a16:creationId xmlns:a16="http://schemas.microsoft.com/office/drawing/2014/main" id="{1679D380-C64C-FAD7-938D-DA04BE0DAC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87500" y="1277452"/>
            <a:ext cx="360000" cy="360000"/>
          </a:xfrm>
          <a:prstGeom prst="rect">
            <a:avLst/>
          </a:prstGeom>
        </p:spPr>
      </p:pic>
      <p:pic>
        <p:nvPicPr>
          <p:cNvPr id="232" name="Graphique 231">
            <a:extLst>
              <a:ext uri="{FF2B5EF4-FFF2-40B4-BE49-F238E27FC236}">
                <a16:creationId xmlns:a16="http://schemas.microsoft.com/office/drawing/2014/main" id="{ABA4942C-B1F3-BD7D-3140-034B4BBD85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87500" y="3556848"/>
            <a:ext cx="360000" cy="360000"/>
          </a:xfrm>
          <a:prstGeom prst="rect">
            <a:avLst/>
          </a:prstGeom>
        </p:spPr>
      </p:pic>
      <p:pic>
        <p:nvPicPr>
          <p:cNvPr id="234" name="Graphique 233">
            <a:extLst>
              <a:ext uri="{FF2B5EF4-FFF2-40B4-BE49-F238E27FC236}">
                <a16:creationId xmlns:a16="http://schemas.microsoft.com/office/drawing/2014/main" id="{8C6CECAB-AC19-BEA2-65D9-FD80998A44F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87500" y="4696546"/>
            <a:ext cx="360000" cy="360000"/>
          </a:xfrm>
          <a:prstGeom prst="rect">
            <a:avLst/>
          </a:prstGeom>
        </p:spPr>
      </p:pic>
      <p:pic>
        <p:nvPicPr>
          <p:cNvPr id="236" name="Graphique 235" descr="Presse-papiers badge avec un remplissage uni">
            <a:extLst>
              <a:ext uri="{FF2B5EF4-FFF2-40B4-BE49-F238E27FC236}">
                <a16:creationId xmlns:a16="http://schemas.microsoft.com/office/drawing/2014/main" id="{E11D1365-290A-34A2-F3AB-FBB3BEC7743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240" y="3502848"/>
            <a:ext cx="468000" cy="468000"/>
          </a:xfrm>
          <a:prstGeom prst="rect">
            <a:avLst/>
          </a:prstGeom>
        </p:spPr>
      </p:pic>
      <p:pic>
        <p:nvPicPr>
          <p:cNvPr id="238" name="Graphique 237">
            <a:extLst>
              <a:ext uri="{FF2B5EF4-FFF2-40B4-BE49-F238E27FC236}">
                <a16:creationId xmlns:a16="http://schemas.microsoft.com/office/drawing/2014/main" id="{3A8E3A50-C7AC-DBA2-473E-76C3005BA4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87500" y="2417150"/>
            <a:ext cx="360000" cy="360000"/>
          </a:xfrm>
          <a:prstGeom prst="rect">
            <a:avLst/>
          </a:prstGeom>
        </p:spPr>
      </p:pic>
    </p:spTree>
    <p:extLst>
      <p:ext uri="{BB962C8B-B14F-4D97-AF65-F5344CB8AC3E}">
        <p14:creationId xmlns:p14="http://schemas.microsoft.com/office/powerpoint/2010/main" val="1552522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7D760-2D30-1C4A-7639-6091BAB48D0A}"/>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8A0BDA0F-93EB-F545-55FF-257668E35612}"/>
              </a:ext>
            </a:extLst>
          </p:cNvPr>
          <p:cNvSpPr>
            <a:spLocks noGrp="1"/>
          </p:cNvSpPr>
          <p:nvPr>
            <p:ph type="ctrTitle"/>
          </p:nvPr>
        </p:nvSpPr>
        <p:spPr>
          <a:xfrm>
            <a:off x="720000" y="2169000"/>
            <a:ext cx="10980000" cy="2520000"/>
          </a:xfrm>
        </p:spPr>
        <p:txBody>
          <a:bodyPr anchor="ctr">
            <a:normAutofit/>
          </a:bodyPr>
          <a:lstStyle/>
          <a:p>
            <a:r>
              <a:rPr kumimoji="0" lang="fr-FR" sz="5400" b="0" i="1" u="none" strike="noStrike" kern="1200" cap="all" spc="0" normalizeH="0" baseline="0" noProof="0" dirty="0">
                <a:ln>
                  <a:noFill/>
                </a:ln>
                <a:solidFill>
                  <a:srgbClr val="009597"/>
                </a:solidFill>
                <a:effectLst/>
                <a:uLnTx/>
                <a:uFillTx/>
                <a:latin typeface="Arial"/>
                <a:ea typeface="+mj-ea"/>
                <a:cs typeface="+mj-cs"/>
              </a:rPr>
              <a:t>DSP3/PSR</a:t>
            </a:r>
            <a:br>
              <a:rPr lang="fr-FR" noProof="0" dirty="0"/>
            </a:br>
            <a:r>
              <a:rPr lang="fr-FR" noProof="0" dirty="0"/>
              <a:t>Premières projections des impacts IT</a:t>
            </a:r>
          </a:p>
        </p:txBody>
      </p:sp>
      <p:sp>
        <p:nvSpPr>
          <p:cNvPr id="5" name="Espace réservé du numéro de diapositive 4">
            <a:extLst>
              <a:ext uri="{FF2B5EF4-FFF2-40B4-BE49-F238E27FC236}">
                <a16:creationId xmlns:a16="http://schemas.microsoft.com/office/drawing/2014/main" id="{541AD162-256F-4A08-2DBD-4934B0E570DF}"/>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19</a:t>
            </a:fld>
            <a:endParaRPr lang="fr-FR" noProof="0" dirty="0"/>
          </a:p>
        </p:txBody>
      </p:sp>
    </p:spTree>
    <p:extLst>
      <p:ext uri="{BB962C8B-B14F-4D97-AF65-F5344CB8AC3E}">
        <p14:creationId xmlns:p14="http://schemas.microsoft.com/office/powerpoint/2010/main" val="3578830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F22B-2D58-851B-61DD-04562CE6901C}"/>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A4B42D5-CCE9-16D3-57A6-24FF737DA420}"/>
              </a:ext>
            </a:extLst>
          </p:cNvPr>
          <p:cNvSpPr>
            <a:spLocks noGrp="1"/>
          </p:cNvSpPr>
          <p:nvPr>
            <p:ph type="body" sz="quarter" idx="10"/>
          </p:nvPr>
        </p:nvSpPr>
        <p:spPr>
          <a:xfrm>
            <a:off x="631298" y="278809"/>
            <a:ext cx="11097151" cy="629241"/>
          </a:xfrm>
        </p:spPr>
        <p:txBody>
          <a:bodyPr vert="horz" lIns="0" tIns="0" rIns="0" bIns="0" rtlCol="0" anchor="ctr">
            <a:noAutofit/>
          </a:bodyPr>
          <a:lstStyle/>
          <a:p>
            <a:r>
              <a:rPr lang="fr-FR" sz="1800" b="1" noProof="0" dirty="0"/>
              <a:t>Les impacts sur le si casa </a:t>
            </a:r>
            <a:r>
              <a:rPr lang="fr-FR" sz="1800" noProof="0" dirty="0"/>
              <a:t>SE </a:t>
            </a:r>
            <a:r>
              <a:rPr lang="fr-FR" sz="1800" noProof="0" dirty="0" err="1"/>
              <a:t>CONCENTREnt</a:t>
            </a:r>
            <a:r>
              <a:rPr lang="fr-FR" sz="1800" noProof="0" dirty="0"/>
              <a:t> SUR LES APPLICATIONS MÉTIERS, </a:t>
            </a:r>
            <a:r>
              <a:rPr lang="fr-FR" sz="1800" noProof="0" dirty="0">
                <a:latin typeface="+mn-lt"/>
              </a:rPr>
              <a:t>L'INFRASTRUCTURE ET LA GOUVERNANCE DE LA DONNÉE SONT PEU TOUCHÉES</a:t>
            </a:r>
          </a:p>
        </p:txBody>
      </p:sp>
      <p:graphicFrame>
        <p:nvGraphicFramePr>
          <p:cNvPr id="3" name="Tableau 2">
            <a:extLst>
              <a:ext uri="{FF2B5EF4-FFF2-40B4-BE49-F238E27FC236}">
                <a16:creationId xmlns:a16="http://schemas.microsoft.com/office/drawing/2014/main" id="{CA7440E3-6411-A976-68F1-6A988A66AF15}"/>
              </a:ext>
            </a:extLst>
          </p:cNvPr>
          <p:cNvGraphicFramePr>
            <a:graphicFrameLocks noGrp="1"/>
          </p:cNvGraphicFramePr>
          <p:nvPr>
            <p:extLst>
              <p:ext uri="{D42A27DB-BD31-4B8C-83A1-F6EECF244321}">
                <p14:modId xmlns:p14="http://schemas.microsoft.com/office/powerpoint/2010/main" val="1098249719"/>
              </p:ext>
            </p:extLst>
          </p:nvPr>
        </p:nvGraphicFramePr>
        <p:xfrm>
          <a:off x="328073" y="1990766"/>
          <a:ext cx="3772800" cy="1731600"/>
        </p:xfrm>
        <a:graphic>
          <a:graphicData uri="http://schemas.openxmlformats.org/drawingml/2006/table">
            <a:tbl>
              <a:tblPr firstRow="1" bandRow="1">
                <a:tableStyleId>{5C22544A-7EE6-4342-B048-85BDC9FD1C3A}</a:tableStyleId>
              </a:tblPr>
              <a:tblGrid>
                <a:gridCol w="943200">
                  <a:extLst>
                    <a:ext uri="{9D8B030D-6E8A-4147-A177-3AD203B41FA5}">
                      <a16:colId xmlns:a16="http://schemas.microsoft.com/office/drawing/2014/main" val="4067001104"/>
                    </a:ext>
                  </a:extLst>
                </a:gridCol>
                <a:gridCol w="943200">
                  <a:extLst>
                    <a:ext uri="{9D8B030D-6E8A-4147-A177-3AD203B41FA5}">
                      <a16:colId xmlns:a16="http://schemas.microsoft.com/office/drawing/2014/main" val="3672811324"/>
                    </a:ext>
                  </a:extLst>
                </a:gridCol>
                <a:gridCol w="943200">
                  <a:extLst>
                    <a:ext uri="{9D8B030D-6E8A-4147-A177-3AD203B41FA5}">
                      <a16:colId xmlns:a16="http://schemas.microsoft.com/office/drawing/2014/main" val="2806069237"/>
                    </a:ext>
                  </a:extLst>
                </a:gridCol>
                <a:gridCol w="943200">
                  <a:extLst>
                    <a:ext uri="{9D8B030D-6E8A-4147-A177-3AD203B41FA5}">
                      <a16:colId xmlns:a16="http://schemas.microsoft.com/office/drawing/2014/main" val="866897067"/>
                    </a:ext>
                  </a:extLst>
                </a:gridCol>
              </a:tblGrid>
              <a:tr h="360000">
                <a:tc>
                  <a:txBody>
                    <a:bodyPr/>
                    <a:lstStyle/>
                    <a:p>
                      <a:pPr algn="ctr"/>
                      <a:r>
                        <a:rPr lang="fr-FR" sz="1000" b="1" noProof="0" dirty="0">
                          <a:solidFill>
                            <a:schemeClr val="tx1"/>
                          </a:solidFill>
                        </a:rPr>
                        <a:t>Identification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00" b="1" noProof="0" dirty="0" err="1">
                          <a:solidFill>
                            <a:schemeClr val="tx1"/>
                          </a:solidFill>
                        </a:rPr>
                        <a:t>Authentifi-cation</a:t>
                      </a:r>
                      <a:endParaRPr lang="fr-FR" sz="1000" b="1"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00" b="1" noProof="0" dirty="0">
                          <a:solidFill>
                            <a:schemeClr val="tx1"/>
                          </a:solidFill>
                        </a:rPr>
                        <a:t>Autorisation et gestion des accès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fr-FR" sz="1000" b="1" noProof="0" dirty="0">
                          <a:solidFill>
                            <a:schemeClr val="tx1"/>
                          </a:solidFill>
                        </a:rPr>
                        <a:t>Chiffrement et gestion des clés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360000">
                <a:tc>
                  <a:txBody>
                    <a:bodyPr/>
                    <a:lstStyle/>
                    <a:p>
                      <a:pPr algn="ctr"/>
                      <a:r>
                        <a:rPr lang="fr-FR" sz="1000" b="0" noProof="0" dirty="0">
                          <a:solidFill>
                            <a:schemeClr val="tx1"/>
                          </a:solidFill>
                        </a:rPr>
                        <a:t>IAM</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00" b="0" noProof="0" dirty="0">
                          <a:solidFill>
                            <a:schemeClr val="tx1"/>
                          </a:solidFill>
                        </a:rPr>
                        <a:t>SSO (SAML/</a:t>
                      </a:r>
                      <a:r>
                        <a:rPr lang="fr-FR" sz="1000" b="0" noProof="0" dirty="0" err="1">
                          <a:solidFill>
                            <a:schemeClr val="tx1"/>
                          </a:solidFill>
                        </a:rPr>
                        <a:t>OAuth</a:t>
                      </a:r>
                      <a:r>
                        <a:rPr lang="fr-FR" sz="1000" b="0" noProof="0" dirty="0">
                          <a:solidFill>
                            <a:schemeClr val="tx1"/>
                          </a:solidFill>
                        </a:rPr>
                        <a:t>/OIDC)</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00" b="0" noProof="0" dirty="0">
                          <a:solidFill>
                            <a:schemeClr val="tx1"/>
                          </a:solidFill>
                        </a:rPr>
                        <a:t>CIAM (Consentement)</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00" b="0" noProof="0" dirty="0">
                          <a:solidFill>
                            <a:schemeClr val="tx1"/>
                          </a:solidFill>
                        </a:rPr>
                        <a:t>PKI </a:t>
                      </a:r>
                    </a:p>
                    <a:p>
                      <a:pPr algn="ctr"/>
                      <a:r>
                        <a:rPr lang="fr-FR" sz="1000" b="0" noProof="0" dirty="0">
                          <a:solidFill>
                            <a:schemeClr val="tx1"/>
                          </a:solidFill>
                        </a:rPr>
                        <a:t>(Certificats)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680476709"/>
                  </a:ext>
                </a:extLst>
              </a:tr>
              <a:tr h="360000">
                <a:tc>
                  <a:txBody>
                    <a:bodyPr/>
                    <a:lstStyle/>
                    <a:p>
                      <a:pPr algn="ctr"/>
                      <a:r>
                        <a:rPr lang="fr-FR" sz="1000" b="0" noProof="0" dirty="0">
                          <a:solidFill>
                            <a:schemeClr val="tx1"/>
                          </a:solidFill>
                        </a:rPr>
                        <a:t>Annuaire / Active Directory</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00" b="0" noProof="0" dirty="0">
                          <a:solidFill>
                            <a:schemeClr val="tx1"/>
                          </a:solidFill>
                        </a:rPr>
                        <a:t>Identité physique et applicative (NHI)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00" b="0" noProof="0" dirty="0">
                          <a:solidFill>
                            <a:schemeClr val="tx1"/>
                          </a:solidFill>
                        </a:rPr>
                        <a:t>Gestion des habilitations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00" b="0" noProof="0" dirty="0">
                          <a:solidFill>
                            <a:schemeClr val="tx1"/>
                          </a:solidFill>
                        </a:rPr>
                        <a:t>HSM (Clés cryptographiques)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7744171"/>
                  </a:ext>
                </a:extLst>
              </a:tr>
              <a:tr h="360000">
                <a:tc>
                  <a:txBody>
                    <a:bodyPr/>
                    <a:lstStyle/>
                    <a:p>
                      <a:pPr algn="ctr"/>
                      <a:r>
                        <a:rPr lang="fr-FR" sz="1000" b="0" noProof="0" dirty="0">
                          <a:solidFill>
                            <a:schemeClr val="tx1"/>
                          </a:solidFill>
                        </a:rPr>
                        <a:t>Provisioning/</a:t>
                      </a:r>
                    </a:p>
                    <a:p>
                      <a:pPr algn="ctr"/>
                      <a:r>
                        <a:rPr lang="fr-FR" sz="1000" b="0" noProof="0" dirty="0" err="1">
                          <a:solidFill>
                            <a:schemeClr val="tx1"/>
                          </a:solidFill>
                        </a:rPr>
                        <a:t>Déprovisioning</a:t>
                      </a:r>
                      <a:endParaRPr lang="fr-FR" sz="100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00" b="0" noProof="0" dirty="0">
                          <a:solidFill>
                            <a:schemeClr val="tx1"/>
                          </a:solidFill>
                        </a:rPr>
                        <a:t>Authentification simple / MFA</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endParaRPr lang="fr-FR" sz="100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00" b="0" noProof="0" dirty="0">
                          <a:solidFill>
                            <a:schemeClr val="tx1"/>
                          </a:solidFill>
                        </a:rPr>
                        <a:t>Vault de secrets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6454882"/>
                  </a:ext>
                </a:extLst>
              </a:tr>
            </a:tbl>
          </a:graphicData>
        </a:graphic>
      </p:graphicFrame>
      <p:graphicFrame>
        <p:nvGraphicFramePr>
          <p:cNvPr id="4" name="Tableau 3">
            <a:extLst>
              <a:ext uri="{FF2B5EF4-FFF2-40B4-BE49-F238E27FC236}">
                <a16:creationId xmlns:a16="http://schemas.microsoft.com/office/drawing/2014/main" id="{6A235C22-46F9-AB12-FA69-DAE58B1098FB}"/>
              </a:ext>
            </a:extLst>
          </p:cNvPr>
          <p:cNvGraphicFramePr>
            <a:graphicFrameLocks noGrp="1"/>
          </p:cNvGraphicFramePr>
          <p:nvPr>
            <p:extLst>
              <p:ext uri="{D42A27DB-BD31-4B8C-83A1-F6EECF244321}">
                <p14:modId xmlns:p14="http://schemas.microsoft.com/office/powerpoint/2010/main" val="2696760363"/>
              </p:ext>
            </p:extLst>
          </p:nvPr>
        </p:nvGraphicFramePr>
        <p:xfrm>
          <a:off x="4178914" y="1990766"/>
          <a:ext cx="3756282" cy="1870668"/>
        </p:xfrm>
        <a:graphic>
          <a:graphicData uri="http://schemas.openxmlformats.org/drawingml/2006/table">
            <a:tbl>
              <a:tblPr firstRow="1" bandRow="1">
                <a:tableStyleId>{5C22544A-7EE6-4342-B048-85BDC9FD1C3A}</a:tableStyleId>
              </a:tblPr>
              <a:tblGrid>
                <a:gridCol w="1252094">
                  <a:extLst>
                    <a:ext uri="{9D8B030D-6E8A-4147-A177-3AD203B41FA5}">
                      <a16:colId xmlns:a16="http://schemas.microsoft.com/office/drawing/2014/main" val="4067001104"/>
                    </a:ext>
                  </a:extLst>
                </a:gridCol>
                <a:gridCol w="1252094">
                  <a:extLst>
                    <a:ext uri="{9D8B030D-6E8A-4147-A177-3AD203B41FA5}">
                      <a16:colId xmlns:a16="http://schemas.microsoft.com/office/drawing/2014/main" val="3672811324"/>
                    </a:ext>
                  </a:extLst>
                </a:gridCol>
                <a:gridCol w="1252094">
                  <a:extLst>
                    <a:ext uri="{9D8B030D-6E8A-4147-A177-3AD203B41FA5}">
                      <a16:colId xmlns:a16="http://schemas.microsoft.com/office/drawing/2014/main" val="2806069237"/>
                    </a:ext>
                  </a:extLst>
                </a:gridCol>
              </a:tblGrid>
              <a:tr h="463593">
                <a:tc>
                  <a:txBody>
                    <a:bodyPr/>
                    <a:lstStyle/>
                    <a:p>
                      <a:pPr algn="ctr"/>
                      <a:r>
                        <a:rPr lang="fr-FR" sz="1050" b="1" noProof="0" dirty="0">
                          <a:solidFill>
                            <a:schemeClr val="tx1"/>
                          </a:solidFill>
                        </a:rPr>
                        <a:t>Usages de la donnée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Gouvernance de la  donnée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Cycle de vie et Protection de la donnée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347652">
                <a:tc>
                  <a:txBody>
                    <a:bodyPr/>
                    <a:lstStyle/>
                    <a:p>
                      <a:pPr algn="ctr"/>
                      <a:r>
                        <a:rPr lang="fr-FR" sz="1050" b="0" noProof="0" dirty="0">
                          <a:solidFill>
                            <a:schemeClr val="tx1"/>
                          </a:solidFill>
                        </a:rPr>
                        <a:t>Opérationnelles (GED, CRM, ERP)</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Catalogue de données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Anonymisation / </a:t>
                      </a:r>
                      <a:r>
                        <a:rPr lang="fr-FR" sz="1050" b="0" noProof="0" dirty="0" err="1">
                          <a:solidFill>
                            <a:schemeClr val="tx1"/>
                          </a:solidFill>
                        </a:rPr>
                        <a:t>Pseudonymisation</a:t>
                      </a:r>
                      <a:r>
                        <a:rPr lang="fr-FR" sz="1050" b="0" noProof="0" dirty="0">
                          <a:solidFill>
                            <a:schemeClr val="tx1"/>
                          </a:solidFill>
                        </a:rPr>
                        <a:t>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80476709"/>
                  </a:ext>
                </a:extLst>
              </a:tr>
              <a:tr h="347652">
                <a:tc>
                  <a:txBody>
                    <a:bodyPr/>
                    <a:lstStyle/>
                    <a:p>
                      <a:pPr algn="ctr"/>
                      <a:r>
                        <a:rPr lang="fr-FR" sz="1050" b="0" noProof="0" dirty="0">
                          <a:solidFill>
                            <a:schemeClr val="tx1"/>
                          </a:solidFill>
                        </a:rPr>
                        <a:t>Data Lake / Data Warehouse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Master Data Management</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Usage et Consentement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extLst>
                  <a:ext uri="{0D108BD9-81ED-4DB2-BD59-A6C34878D82A}">
                    <a16:rowId xmlns:a16="http://schemas.microsoft.com/office/drawing/2014/main" val="147744171"/>
                  </a:ext>
                </a:extLst>
              </a:tr>
              <a:tr h="347652">
                <a:tc>
                  <a:txBody>
                    <a:bodyPr/>
                    <a:lstStyle/>
                    <a:p>
                      <a:pPr algn="ctr"/>
                      <a:r>
                        <a:rPr lang="fr-FR" sz="1050" b="0" noProof="0" dirty="0">
                          <a:solidFill>
                            <a:schemeClr val="tx1"/>
                          </a:solidFill>
                        </a:rPr>
                        <a:t>BI</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Référentiels et nomenclature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a:solidFill>
                            <a:schemeClr val="tx1"/>
                          </a:solidFill>
                        </a:rPr>
                        <a:t>Archivage / Suppression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extLst>
                  <a:ext uri="{0D108BD9-81ED-4DB2-BD59-A6C34878D82A}">
                    <a16:rowId xmlns:a16="http://schemas.microsoft.com/office/drawing/2014/main" val="3886454882"/>
                  </a:ext>
                </a:extLst>
              </a:tr>
              <a:tr h="347652">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0" noProof="0" dirty="0">
                          <a:solidFill>
                            <a:schemeClr val="tx1"/>
                          </a:solidFill>
                        </a:rPr>
                        <a:t>Qualité et </a:t>
                      </a:r>
                      <a:r>
                        <a:rPr lang="fr-FR" sz="1050" b="0" noProof="0" dirty="0" err="1">
                          <a:solidFill>
                            <a:schemeClr val="tx1"/>
                          </a:solidFill>
                        </a:rPr>
                        <a:t>linéage</a:t>
                      </a: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78533962"/>
                  </a:ext>
                </a:extLst>
              </a:tr>
            </a:tbl>
          </a:graphicData>
        </a:graphic>
      </p:graphicFrame>
      <p:graphicFrame>
        <p:nvGraphicFramePr>
          <p:cNvPr id="5" name="Tableau 4">
            <a:extLst>
              <a:ext uri="{FF2B5EF4-FFF2-40B4-BE49-F238E27FC236}">
                <a16:creationId xmlns:a16="http://schemas.microsoft.com/office/drawing/2014/main" id="{B814A02C-4DA8-EB1C-C0E2-911FA44FD969}"/>
              </a:ext>
            </a:extLst>
          </p:cNvPr>
          <p:cNvGraphicFramePr>
            <a:graphicFrameLocks noGrp="1"/>
          </p:cNvGraphicFramePr>
          <p:nvPr>
            <p:extLst>
              <p:ext uri="{D42A27DB-BD31-4B8C-83A1-F6EECF244321}">
                <p14:modId xmlns:p14="http://schemas.microsoft.com/office/powerpoint/2010/main" val="4157958183"/>
              </p:ext>
            </p:extLst>
          </p:nvPr>
        </p:nvGraphicFramePr>
        <p:xfrm>
          <a:off x="8025196" y="1990766"/>
          <a:ext cx="3764288" cy="1861940"/>
        </p:xfrm>
        <a:graphic>
          <a:graphicData uri="http://schemas.openxmlformats.org/drawingml/2006/table">
            <a:tbl>
              <a:tblPr firstRow="1" bandRow="1">
                <a:tableStyleId>{5C22544A-7EE6-4342-B048-85BDC9FD1C3A}</a:tableStyleId>
              </a:tblPr>
              <a:tblGrid>
                <a:gridCol w="941072">
                  <a:extLst>
                    <a:ext uri="{9D8B030D-6E8A-4147-A177-3AD203B41FA5}">
                      <a16:colId xmlns:a16="http://schemas.microsoft.com/office/drawing/2014/main" val="4067001104"/>
                    </a:ext>
                  </a:extLst>
                </a:gridCol>
                <a:gridCol w="941072">
                  <a:extLst>
                    <a:ext uri="{9D8B030D-6E8A-4147-A177-3AD203B41FA5}">
                      <a16:colId xmlns:a16="http://schemas.microsoft.com/office/drawing/2014/main" val="3672811324"/>
                    </a:ext>
                  </a:extLst>
                </a:gridCol>
                <a:gridCol w="941072">
                  <a:extLst>
                    <a:ext uri="{9D8B030D-6E8A-4147-A177-3AD203B41FA5}">
                      <a16:colId xmlns:a16="http://schemas.microsoft.com/office/drawing/2014/main" val="866897067"/>
                    </a:ext>
                  </a:extLst>
                </a:gridCol>
                <a:gridCol w="941072">
                  <a:extLst>
                    <a:ext uri="{9D8B030D-6E8A-4147-A177-3AD203B41FA5}">
                      <a16:colId xmlns:a16="http://schemas.microsoft.com/office/drawing/2014/main" val="1517983850"/>
                    </a:ext>
                  </a:extLst>
                </a:gridCol>
              </a:tblGrid>
              <a:tr h="465234">
                <a:tc>
                  <a:txBody>
                    <a:bodyPr/>
                    <a:lstStyle/>
                    <a:p>
                      <a:pPr algn="ctr"/>
                      <a:r>
                        <a:rPr lang="fr-FR" sz="1050" b="1" noProof="0" dirty="0">
                          <a:solidFill>
                            <a:schemeClr val="tx1"/>
                          </a:solidFill>
                        </a:rPr>
                        <a:t>Middleware d’intégration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fr-FR" sz="1050" b="1" noProof="0" dirty="0">
                          <a:solidFill>
                            <a:schemeClr val="tx1"/>
                          </a:solidFill>
                        </a:rPr>
                        <a:t>Gestion des flux temps réel</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Gouvernance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Sécurité des </a:t>
                      </a:r>
                      <a:r>
                        <a:rPr lang="fr-FR" sz="1050" b="1" noProof="0" dirty="0" err="1">
                          <a:solidFill>
                            <a:schemeClr val="tx1"/>
                          </a:solidFill>
                        </a:rPr>
                        <a:t>communica-tions</a:t>
                      </a:r>
                      <a:endParaRPr lang="fr-FR" sz="1050" b="1"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345470">
                <a:tc>
                  <a:txBody>
                    <a:bodyPr/>
                    <a:lstStyle/>
                    <a:p>
                      <a:pPr algn="ctr"/>
                      <a:r>
                        <a:rPr lang="fr-FR" sz="1050" b="0" noProof="0" dirty="0">
                          <a:solidFill>
                            <a:schemeClr val="tx1"/>
                          </a:solidFill>
                        </a:rPr>
                        <a:t>ETL</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Streaming</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Catalogue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Chiffrement TLS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680476709"/>
                  </a:ext>
                </a:extLst>
              </a:tr>
              <a:tr h="345470">
                <a:tc>
                  <a:txBody>
                    <a:bodyPr/>
                    <a:lstStyle/>
                    <a:p>
                      <a:pPr algn="ctr"/>
                      <a:r>
                        <a:rPr lang="fr-FR" sz="1050" b="0" noProof="0" dirty="0">
                          <a:solidFill>
                            <a:schemeClr val="tx1"/>
                          </a:solidFill>
                        </a:rPr>
                        <a:t>ESB / Messaging</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Evènements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Sécurité</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VPN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47744171"/>
                  </a:ext>
                </a:extLst>
              </a:tr>
              <a:tr h="345470">
                <a:tc>
                  <a:txBody>
                    <a:bodyPr/>
                    <a:lstStyle/>
                    <a:p>
                      <a:pPr algn="ctr"/>
                      <a:r>
                        <a:rPr lang="fr-FR" sz="1050" b="0" noProof="0" dirty="0">
                          <a:solidFill>
                            <a:schemeClr val="tx1"/>
                          </a:solidFill>
                        </a:rPr>
                        <a:t>API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Batch</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Monitoring</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Segmentation réseau</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886454882"/>
                  </a:ext>
                </a:extLst>
              </a:tr>
              <a:tr h="345470">
                <a:tc>
                  <a:txBody>
                    <a:bodyPr/>
                    <a:lstStyle/>
                    <a:p>
                      <a:pPr algn="ctr"/>
                      <a:endParaRPr lang="fr-FR" sz="1050" b="0" noProof="0" dirty="0">
                        <a:solidFill>
                          <a:schemeClr val="tx1"/>
                        </a:solidFill>
                        <a:highlight>
                          <a:srgbClr val="FFFF00"/>
                        </a:highlight>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0" noProof="0" dirty="0">
                          <a:solidFill>
                            <a:schemeClr val="tx1"/>
                          </a:solidFill>
                        </a:rPr>
                        <a:t>Firewalls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78533962"/>
                  </a:ext>
                </a:extLst>
              </a:tr>
            </a:tbl>
          </a:graphicData>
        </a:graphic>
      </p:graphicFrame>
      <p:graphicFrame>
        <p:nvGraphicFramePr>
          <p:cNvPr id="6" name="Tableau 5">
            <a:extLst>
              <a:ext uri="{FF2B5EF4-FFF2-40B4-BE49-F238E27FC236}">
                <a16:creationId xmlns:a16="http://schemas.microsoft.com/office/drawing/2014/main" id="{EDD7520B-39DB-CB21-47CC-12A06A2E3F1C}"/>
              </a:ext>
            </a:extLst>
          </p:cNvPr>
          <p:cNvGraphicFramePr>
            <a:graphicFrameLocks noGrp="1"/>
          </p:cNvGraphicFramePr>
          <p:nvPr>
            <p:extLst>
              <p:ext uri="{D42A27DB-BD31-4B8C-83A1-F6EECF244321}">
                <p14:modId xmlns:p14="http://schemas.microsoft.com/office/powerpoint/2010/main" val="3462477784"/>
              </p:ext>
            </p:extLst>
          </p:nvPr>
        </p:nvGraphicFramePr>
        <p:xfrm>
          <a:off x="330718" y="4196794"/>
          <a:ext cx="3772800" cy="1800000"/>
        </p:xfrm>
        <a:graphic>
          <a:graphicData uri="http://schemas.openxmlformats.org/drawingml/2006/table">
            <a:tbl>
              <a:tblPr firstRow="1" bandRow="1">
                <a:tableStyleId>{5C22544A-7EE6-4342-B048-85BDC9FD1C3A}</a:tableStyleId>
              </a:tblPr>
              <a:tblGrid>
                <a:gridCol w="943200">
                  <a:extLst>
                    <a:ext uri="{9D8B030D-6E8A-4147-A177-3AD203B41FA5}">
                      <a16:colId xmlns:a16="http://schemas.microsoft.com/office/drawing/2014/main" val="4067001104"/>
                    </a:ext>
                  </a:extLst>
                </a:gridCol>
                <a:gridCol w="943200">
                  <a:extLst>
                    <a:ext uri="{9D8B030D-6E8A-4147-A177-3AD203B41FA5}">
                      <a16:colId xmlns:a16="http://schemas.microsoft.com/office/drawing/2014/main" val="3672811324"/>
                    </a:ext>
                  </a:extLst>
                </a:gridCol>
                <a:gridCol w="943200">
                  <a:extLst>
                    <a:ext uri="{9D8B030D-6E8A-4147-A177-3AD203B41FA5}">
                      <a16:colId xmlns:a16="http://schemas.microsoft.com/office/drawing/2014/main" val="2806069237"/>
                    </a:ext>
                  </a:extLst>
                </a:gridCol>
                <a:gridCol w="943200">
                  <a:extLst>
                    <a:ext uri="{9D8B030D-6E8A-4147-A177-3AD203B41FA5}">
                      <a16:colId xmlns:a16="http://schemas.microsoft.com/office/drawing/2014/main" val="866897067"/>
                    </a:ext>
                  </a:extLst>
                </a:gridCol>
              </a:tblGrid>
              <a:tr h="360000">
                <a:tc>
                  <a:txBody>
                    <a:bodyPr/>
                    <a:lstStyle/>
                    <a:p>
                      <a:pPr algn="ctr"/>
                      <a:r>
                        <a:rPr lang="fr-FR" sz="1050" b="1" noProof="0" dirty="0">
                          <a:solidFill>
                            <a:schemeClr val="tx1"/>
                          </a:solidFill>
                        </a:rPr>
                        <a:t>Infrastructures physiques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Cloud et Virtualisation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Réseaux et Connectivité</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Résilience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360000">
                <a:tc>
                  <a:txBody>
                    <a:bodyPr/>
                    <a:lstStyle/>
                    <a:p>
                      <a:pPr algn="ctr"/>
                      <a:r>
                        <a:rPr lang="fr-FR" sz="1050" b="0" noProof="0" dirty="0">
                          <a:solidFill>
                            <a:schemeClr val="tx1"/>
                          </a:solidFill>
                        </a:rPr>
                        <a:t>Datacenters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a:solidFill>
                            <a:schemeClr val="tx1"/>
                          </a:solidFill>
                        </a:rPr>
                        <a:t>IaaS / PaaS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a:solidFill>
                            <a:schemeClr val="tx1"/>
                          </a:solidFill>
                        </a:rPr>
                        <a:t>WAN / LAN / SD-WAN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PCA</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80476709"/>
                  </a:ext>
                </a:extLst>
              </a:tr>
              <a:tr h="360000">
                <a:tc>
                  <a:txBody>
                    <a:bodyPr/>
                    <a:lstStyle/>
                    <a:p>
                      <a:pPr algn="ctr"/>
                      <a:r>
                        <a:rPr lang="fr-FR" sz="1050" b="0" noProof="0" dirty="0">
                          <a:solidFill>
                            <a:schemeClr val="tx1"/>
                          </a:solidFill>
                        </a:rPr>
                        <a:t>Serveurs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CaaS</a:t>
                      </a:r>
                    </a:p>
                    <a:p>
                      <a:pPr algn="ctr"/>
                      <a:r>
                        <a:rPr lang="fr-FR" sz="1050" b="0" noProof="0" dirty="0">
                          <a:solidFill>
                            <a:schemeClr val="tx1"/>
                          </a:solidFill>
                        </a:rPr>
                        <a:t>Conteneurs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err="1">
                          <a:solidFill>
                            <a:schemeClr val="tx1"/>
                          </a:solidFill>
                        </a:rPr>
                        <a:t>Load</a:t>
                      </a:r>
                      <a:r>
                        <a:rPr lang="fr-FR" sz="1050" b="0" noProof="0" dirty="0">
                          <a:solidFill>
                            <a:schemeClr val="tx1"/>
                          </a:solidFill>
                        </a:rPr>
                        <a:t> Balancer</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PRA</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extLst>
                  <a:ext uri="{0D108BD9-81ED-4DB2-BD59-A6C34878D82A}">
                    <a16:rowId xmlns:a16="http://schemas.microsoft.com/office/drawing/2014/main" val="147744171"/>
                  </a:ext>
                </a:extLst>
              </a:tr>
              <a:tr h="360000">
                <a:tc>
                  <a:txBody>
                    <a:bodyPr/>
                    <a:lstStyle/>
                    <a:p>
                      <a:pPr algn="ctr"/>
                      <a:r>
                        <a:rPr lang="fr-FR" sz="1050" b="0" noProof="0" dirty="0">
                          <a:solidFill>
                            <a:schemeClr val="tx1"/>
                          </a:solidFill>
                        </a:rPr>
                        <a:t>Stockage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Orchestrateurs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a:solidFill>
                            <a:schemeClr val="tx1"/>
                          </a:solidFill>
                        </a:rPr>
                        <a:t>Interconnexions Cloud</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a:solidFill>
                            <a:schemeClr val="tx1"/>
                          </a:solidFill>
                        </a:rPr>
                        <a:t>Sauvegarde / Réplication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6454882"/>
                  </a:ext>
                </a:extLst>
              </a:tr>
              <a:tr h="360000">
                <a:tc>
                  <a:txBody>
                    <a:bodyPr/>
                    <a:lstStyle/>
                    <a:p>
                      <a:pPr algn="ctr"/>
                      <a:r>
                        <a:rPr lang="fr-FR" sz="1050" b="0" noProof="0" dirty="0">
                          <a:solidFill>
                            <a:schemeClr val="tx1"/>
                          </a:solidFill>
                        </a:rPr>
                        <a:t>Réseau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FaaS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0" noProof="0" dirty="0">
                          <a:solidFill>
                            <a:schemeClr val="tx1"/>
                          </a:solidFill>
                        </a:rPr>
                        <a:t>Traçabilité et </a:t>
                      </a:r>
                      <a:r>
                        <a:rPr lang="fr-FR" sz="1050" b="0" noProof="0" dirty="0" err="1">
                          <a:solidFill>
                            <a:schemeClr val="tx1"/>
                          </a:solidFill>
                        </a:rPr>
                        <a:t>auditabilité</a:t>
                      </a: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extLst>
                  <a:ext uri="{0D108BD9-81ED-4DB2-BD59-A6C34878D82A}">
                    <a16:rowId xmlns:a16="http://schemas.microsoft.com/office/drawing/2014/main" val="4078533962"/>
                  </a:ext>
                </a:extLst>
              </a:tr>
            </a:tbl>
          </a:graphicData>
        </a:graphic>
      </p:graphicFrame>
      <p:graphicFrame>
        <p:nvGraphicFramePr>
          <p:cNvPr id="7" name="Tableau 6">
            <a:extLst>
              <a:ext uri="{FF2B5EF4-FFF2-40B4-BE49-F238E27FC236}">
                <a16:creationId xmlns:a16="http://schemas.microsoft.com/office/drawing/2014/main" id="{C6DC15E9-7AA0-B5F8-1D10-702EF2A81E33}"/>
              </a:ext>
            </a:extLst>
          </p:cNvPr>
          <p:cNvGraphicFramePr>
            <a:graphicFrameLocks noGrp="1"/>
          </p:cNvGraphicFramePr>
          <p:nvPr>
            <p:extLst>
              <p:ext uri="{D42A27DB-BD31-4B8C-83A1-F6EECF244321}">
                <p14:modId xmlns:p14="http://schemas.microsoft.com/office/powerpoint/2010/main" val="3447462755"/>
              </p:ext>
            </p:extLst>
          </p:nvPr>
        </p:nvGraphicFramePr>
        <p:xfrm>
          <a:off x="7172125" y="4212391"/>
          <a:ext cx="4612830" cy="1815644"/>
        </p:xfrm>
        <a:graphic>
          <a:graphicData uri="http://schemas.openxmlformats.org/drawingml/2006/table">
            <a:tbl>
              <a:tblPr firstRow="1" bandRow="1">
                <a:tableStyleId>{5C22544A-7EE6-4342-B048-85BDC9FD1C3A}</a:tableStyleId>
              </a:tblPr>
              <a:tblGrid>
                <a:gridCol w="922566">
                  <a:extLst>
                    <a:ext uri="{9D8B030D-6E8A-4147-A177-3AD203B41FA5}">
                      <a16:colId xmlns:a16="http://schemas.microsoft.com/office/drawing/2014/main" val="4067001104"/>
                    </a:ext>
                  </a:extLst>
                </a:gridCol>
                <a:gridCol w="922566">
                  <a:extLst>
                    <a:ext uri="{9D8B030D-6E8A-4147-A177-3AD203B41FA5}">
                      <a16:colId xmlns:a16="http://schemas.microsoft.com/office/drawing/2014/main" val="3672811324"/>
                    </a:ext>
                  </a:extLst>
                </a:gridCol>
                <a:gridCol w="922566">
                  <a:extLst>
                    <a:ext uri="{9D8B030D-6E8A-4147-A177-3AD203B41FA5}">
                      <a16:colId xmlns:a16="http://schemas.microsoft.com/office/drawing/2014/main" val="2806069237"/>
                    </a:ext>
                  </a:extLst>
                </a:gridCol>
                <a:gridCol w="922566">
                  <a:extLst>
                    <a:ext uri="{9D8B030D-6E8A-4147-A177-3AD203B41FA5}">
                      <a16:colId xmlns:a16="http://schemas.microsoft.com/office/drawing/2014/main" val="866897067"/>
                    </a:ext>
                  </a:extLst>
                </a:gridCol>
                <a:gridCol w="922566">
                  <a:extLst>
                    <a:ext uri="{9D8B030D-6E8A-4147-A177-3AD203B41FA5}">
                      <a16:colId xmlns:a16="http://schemas.microsoft.com/office/drawing/2014/main" val="2161051182"/>
                    </a:ext>
                  </a:extLst>
                </a:gridCol>
              </a:tblGrid>
              <a:tr h="309626">
                <a:tc>
                  <a:txBody>
                    <a:bodyPr/>
                    <a:lstStyle/>
                    <a:p>
                      <a:pPr algn="ctr"/>
                      <a:r>
                        <a:rPr lang="fr-FR" sz="1050" b="1" noProof="0" dirty="0" err="1">
                          <a:solidFill>
                            <a:schemeClr val="tx1"/>
                          </a:solidFill>
                        </a:rPr>
                        <a:t>Core</a:t>
                      </a:r>
                      <a:r>
                        <a:rPr lang="fr-FR" sz="1050" b="1" noProof="0" dirty="0">
                          <a:solidFill>
                            <a:schemeClr val="tx1"/>
                          </a:solidFill>
                        </a:rPr>
                        <a:t> Banking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Front office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fr-FR" sz="1050" b="1" noProof="0" dirty="0">
                          <a:solidFill>
                            <a:schemeClr val="tx1"/>
                          </a:solidFill>
                        </a:rPr>
                        <a:t>Middle &amp; back-office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Gestion de la relation client</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Outils de collaboration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488872">
                <a:tc>
                  <a:txBody>
                    <a:bodyPr/>
                    <a:lstStyle/>
                    <a:p>
                      <a:pPr algn="ctr"/>
                      <a:r>
                        <a:rPr lang="fr-FR" sz="1050" b="0" noProof="0" dirty="0">
                          <a:solidFill>
                            <a:schemeClr val="tx1"/>
                          </a:solidFill>
                        </a:rPr>
                        <a:t>Gestion des </a:t>
                      </a:r>
                    </a:p>
                    <a:p>
                      <a:pPr algn="ctr"/>
                      <a:r>
                        <a:rPr lang="fr-FR" sz="1050" b="0" noProof="0" dirty="0">
                          <a:solidFill>
                            <a:schemeClr val="tx1"/>
                          </a:solidFill>
                        </a:rPr>
                        <a:t>comptes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Web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r>
                        <a:rPr lang="fr-FR" sz="1050" b="0" noProof="0" dirty="0">
                          <a:solidFill>
                            <a:schemeClr val="tx1"/>
                          </a:solidFill>
                        </a:rPr>
                        <a:t>Conformité (KYC)</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CRM</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Messagerie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extLst>
                  <a:ext uri="{0D108BD9-81ED-4DB2-BD59-A6C34878D82A}">
                    <a16:rowId xmlns:a16="http://schemas.microsoft.com/office/drawing/2014/main" val="3680476709"/>
                  </a:ext>
                </a:extLst>
              </a:tr>
              <a:tr h="366652">
                <a:tc>
                  <a:txBody>
                    <a:bodyPr/>
                    <a:lstStyle/>
                    <a:p>
                      <a:pPr algn="ctr"/>
                      <a:r>
                        <a:rPr lang="fr-FR" sz="1050" b="0" noProof="0" dirty="0">
                          <a:solidFill>
                            <a:schemeClr val="tx1"/>
                          </a:solidFill>
                        </a:rPr>
                        <a:t>Paiements / Transactions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Mobile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Risque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ERP</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Partage &amp; Gestion doc</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7744171"/>
                  </a:ext>
                </a:extLst>
              </a:tr>
              <a:tr h="309626">
                <a:tc>
                  <a:txBody>
                    <a:bodyPr/>
                    <a:lstStyle/>
                    <a:p>
                      <a:pPr algn="ctr"/>
                      <a:r>
                        <a:rPr lang="fr-FR" sz="1050" b="0" noProof="0" dirty="0">
                          <a:solidFill>
                            <a:schemeClr val="tx1"/>
                          </a:solidFill>
                        </a:rPr>
                        <a:t>Crédits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Parcours clients</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47682"/>
                    </a:solidFill>
                  </a:tcPr>
                </a:tc>
                <a:tc>
                  <a:txBody>
                    <a:bodyPr/>
                    <a:lstStyle/>
                    <a:p>
                      <a:pPr algn="ctr"/>
                      <a:r>
                        <a:rPr lang="fr-FR" sz="1050" b="0" noProof="0" dirty="0">
                          <a:solidFill>
                            <a:schemeClr val="tx1"/>
                          </a:solidFill>
                        </a:rPr>
                        <a:t>RH</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err="1">
                          <a:solidFill>
                            <a:schemeClr val="tx1"/>
                          </a:solidFill>
                        </a:rPr>
                        <a:t>Ticketing</a:t>
                      </a: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86454882"/>
                  </a:ext>
                </a:extLst>
              </a:tr>
              <a:tr h="309626">
                <a:tc>
                  <a:txBody>
                    <a:bodyPr/>
                    <a:lstStyle/>
                    <a:p>
                      <a:pPr algn="ctr"/>
                      <a:r>
                        <a:rPr lang="fr-FR" sz="1050" b="0" noProof="0" dirty="0">
                          <a:solidFill>
                            <a:schemeClr val="tx1"/>
                          </a:solidFill>
                        </a:rPr>
                        <a:t>Dépôts / Liquidité</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0" noProof="0" dirty="0">
                          <a:solidFill>
                            <a:schemeClr val="tx1"/>
                          </a:solidFill>
                        </a:rPr>
                        <a:t>Comptabilité</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Téléphonie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78533962"/>
                  </a:ext>
                </a:extLst>
              </a:tr>
            </a:tbl>
          </a:graphicData>
        </a:graphic>
      </p:graphicFrame>
      <p:graphicFrame>
        <p:nvGraphicFramePr>
          <p:cNvPr id="8" name="Tableau 7">
            <a:extLst>
              <a:ext uri="{FF2B5EF4-FFF2-40B4-BE49-F238E27FC236}">
                <a16:creationId xmlns:a16="http://schemas.microsoft.com/office/drawing/2014/main" id="{297C0AE1-47F6-EEAA-1BF1-2DE7E69686C9}"/>
              </a:ext>
            </a:extLst>
          </p:cNvPr>
          <p:cNvGraphicFramePr>
            <a:graphicFrameLocks noGrp="1"/>
          </p:cNvGraphicFramePr>
          <p:nvPr>
            <p:extLst>
              <p:ext uri="{D42A27DB-BD31-4B8C-83A1-F6EECF244321}">
                <p14:modId xmlns:p14="http://schemas.microsoft.com/office/powerpoint/2010/main" val="3106784983"/>
              </p:ext>
            </p:extLst>
          </p:nvPr>
        </p:nvGraphicFramePr>
        <p:xfrm>
          <a:off x="4174875" y="4187788"/>
          <a:ext cx="2918784" cy="1908432"/>
        </p:xfrm>
        <a:graphic>
          <a:graphicData uri="http://schemas.openxmlformats.org/drawingml/2006/table">
            <a:tbl>
              <a:tblPr firstRow="1" bandRow="1">
                <a:tableStyleId>{5C22544A-7EE6-4342-B048-85BDC9FD1C3A}</a:tableStyleId>
              </a:tblPr>
              <a:tblGrid>
                <a:gridCol w="972928">
                  <a:extLst>
                    <a:ext uri="{9D8B030D-6E8A-4147-A177-3AD203B41FA5}">
                      <a16:colId xmlns:a16="http://schemas.microsoft.com/office/drawing/2014/main" val="3672811324"/>
                    </a:ext>
                  </a:extLst>
                </a:gridCol>
                <a:gridCol w="972928">
                  <a:extLst>
                    <a:ext uri="{9D8B030D-6E8A-4147-A177-3AD203B41FA5}">
                      <a16:colId xmlns:a16="http://schemas.microsoft.com/office/drawing/2014/main" val="2806069237"/>
                    </a:ext>
                  </a:extLst>
                </a:gridCol>
                <a:gridCol w="972928">
                  <a:extLst>
                    <a:ext uri="{9D8B030D-6E8A-4147-A177-3AD203B41FA5}">
                      <a16:colId xmlns:a16="http://schemas.microsoft.com/office/drawing/2014/main" val="2827697730"/>
                    </a:ext>
                  </a:extLst>
                </a:gridCol>
              </a:tblGrid>
              <a:tr h="357093">
                <a:tc>
                  <a:txBody>
                    <a:bodyPr/>
                    <a:lstStyle/>
                    <a:p>
                      <a:pPr algn="ctr"/>
                      <a:r>
                        <a:rPr lang="fr-FR" sz="1050" b="1" noProof="0" dirty="0">
                          <a:solidFill>
                            <a:schemeClr val="tx1"/>
                          </a:solidFill>
                        </a:rPr>
                        <a:t>Monitoring et Observabilité</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a:solidFill>
                            <a:schemeClr val="tx1"/>
                          </a:solidFill>
                        </a:rPr>
                        <a:t>Surveillance et Détection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fr-FR" sz="1050" b="1" noProof="0" dirty="0" err="1">
                          <a:solidFill>
                            <a:schemeClr val="tx1"/>
                          </a:solidFill>
                        </a:rPr>
                        <a:t>Reporting</a:t>
                      </a:r>
                      <a:r>
                        <a:rPr lang="fr-FR" sz="1050" b="1" noProof="0" dirty="0">
                          <a:solidFill>
                            <a:schemeClr val="tx1"/>
                          </a:solidFill>
                        </a:rPr>
                        <a:t> et </a:t>
                      </a:r>
                      <a:r>
                        <a:rPr lang="fr-FR" sz="1050" b="1" noProof="0" dirty="0" err="1">
                          <a:solidFill>
                            <a:schemeClr val="tx1"/>
                          </a:solidFill>
                        </a:rPr>
                        <a:t>Auditabilité</a:t>
                      </a:r>
                      <a:endParaRPr lang="fr-FR" sz="1050" b="1"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1464983"/>
                  </a:ext>
                </a:extLst>
              </a:tr>
              <a:tr h="357093">
                <a:tc>
                  <a:txBody>
                    <a:bodyPr/>
                    <a:lstStyle/>
                    <a:p>
                      <a:pPr algn="ctr"/>
                      <a:r>
                        <a:rPr lang="fr-FR" sz="1050" b="0" noProof="0" dirty="0">
                          <a:solidFill>
                            <a:schemeClr val="tx1"/>
                          </a:solidFill>
                        </a:rPr>
                        <a:t>Supervision infra</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tc>
                  <a:txBody>
                    <a:bodyPr/>
                    <a:lstStyle/>
                    <a:p>
                      <a:pPr algn="ctr"/>
                      <a:r>
                        <a:rPr lang="fr-FR" sz="1050" b="0" noProof="0" dirty="0">
                          <a:solidFill>
                            <a:schemeClr val="tx1"/>
                          </a:solidFill>
                        </a:rPr>
                        <a:t>SIEM</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err="1">
                          <a:solidFill>
                            <a:schemeClr val="tx1"/>
                          </a:solidFill>
                        </a:rPr>
                        <a:t>Reporting</a:t>
                      </a:r>
                      <a:r>
                        <a:rPr lang="fr-FR" sz="1050" b="0" noProof="0" dirty="0">
                          <a:solidFill>
                            <a:schemeClr val="tx1"/>
                          </a:solidFill>
                        </a:rPr>
                        <a:t> extra financier (RSE)</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3680476709"/>
                  </a:ext>
                </a:extLst>
              </a:tr>
              <a:tr h="462265">
                <a:tc>
                  <a:txBody>
                    <a:bodyPr/>
                    <a:lstStyle/>
                    <a:p>
                      <a:pPr algn="ctr"/>
                      <a:r>
                        <a:rPr lang="fr-FR" sz="1050" b="0" noProof="0" dirty="0">
                          <a:solidFill>
                            <a:schemeClr val="tx1"/>
                          </a:solidFill>
                        </a:rPr>
                        <a:t>Supervision applicative (Logs)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fr-FR" sz="1050" b="0" noProof="0" dirty="0">
                          <a:solidFill>
                            <a:schemeClr val="tx1"/>
                          </a:solidFill>
                        </a:rPr>
                        <a:t>SOC</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50" b="0" noProof="0" dirty="0" err="1">
                          <a:solidFill>
                            <a:schemeClr val="tx1"/>
                          </a:solidFill>
                        </a:rPr>
                        <a:t>Reporting</a:t>
                      </a:r>
                      <a:r>
                        <a:rPr lang="fr-FR" sz="1050" b="0" noProof="0" dirty="0">
                          <a:solidFill>
                            <a:schemeClr val="tx1"/>
                          </a:solidFill>
                        </a:rPr>
                        <a:t> financier </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BD1D5"/>
                    </a:solidFill>
                  </a:tcPr>
                </a:tc>
                <a:extLst>
                  <a:ext uri="{0D108BD9-81ED-4DB2-BD59-A6C34878D82A}">
                    <a16:rowId xmlns:a16="http://schemas.microsoft.com/office/drawing/2014/main" val="147744171"/>
                  </a:ext>
                </a:extLst>
              </a:tr>
              <a:tr h="357093">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a:r>
                        <a:rPr lang="fr-FR" sz="1050" b="0" noProof="0" dirty="0">
                          <a:solidFill>
                            <a:schemeClr val="tx1"/>
                          </a:solidFill>
                        </a:rPr>
                        <a:t>Détection d’intrusion</a:t>
                      </a: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886454882"/>
                  </a:ext>
                </a:extLst>
              </a:tr>
              <a:tr h="357093">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endParaRPr lang="fr-FR" sz="1050" b="0" noProof="0" dirty="0">
                        <a:solidFill>
                          <a:schemeClr val="tx1"/>
                        </a:solidFill>
                      </a:endParaRPr>
                    </a:p>
                  </a:txBody>
                  <a:tcPr marL="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78533962"/>
                  </a:ext>
                </a:extLst>
              </a:tr>
            </a:tbl>
          </a:graphicData>
        </a:graphic>
      </p:graphicFrame>
      <p:sp>
        <p:nvSpPr>
          <p:cNvPr id="9" name="Rectangle 8">
            <a:extLst>
              <a:ext uri="{FF2B5EF4-FFF2-40B4-BE49-F238E27FC236}">
                <a16:creationId xmlns:a16="http://schemas.microsoft.com/office/drawing/2014/main" id="{3D165A11-394F-ECB2-BE99-17721F424845}"/>
              </a:ext>
            </a:extLst>
          </p:cNvPr>
          <p:cNvSpPr/>
          <p:nvPr/>
        </p:nvSpPr>
        <p:spPr>
          <a:xfrm>
            <a:off x="331674" y="3886477"/>
            <a:ext cx="3772800"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Infrastructure &amp; Environnements d’exécution</a:t>
            </a:r>
          </a:p>
        </p:txBody>
      </p:sp>
      <p:sp>
        <p:nvSpPr>
          <p:cNvPr id="10" name="Rectangle 9">
            <a:extLst>
              <a:ext uri="{FF2B5EF4-FFF2-40B4-BE49-F238E27FC236}">
                <a16:creationId xmlns:a16="http://schemas.microsoft.com/office/drawing/2014/main" id="{B2C5DDB1-2540-4148-0CED-B852EF5BAAE8}"/>
              </a:ext>
            </a:extLst>
          </p:cNvPr>
          <p:cNvSpPr/>
          <p:nvPr/>
        </p:nvSpPr>
        <p:spPr>
          <a:xfrm>
            <a:off x="7168193" y="3886477"/>
            <a:ext cx="4616759"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Applications Métiers</a:t>
            </a:r>
          </a:p>
        </p:txBody>
      </p:sp>
      <p:sp>
        <p:nvSpPr>
          <p:cNvPr id="11" name="Rectangle 10">
            <a:extLst>
              <a:ext uri="{FF2B5EF4-FFF2-40B4-BE49-F238E27FC236}">
                <a16:creationId xmlns:a16="http://schemas.microsoft.com/office/drawing/2014/main" id="{98663701-97F3-1A13-09E0-D37D66B976D4}"/>
              </a:ext>
            </a:extLst>
          </p:cNvPr>
          <p:cNvSpPr/>
          <p:nvPr/>
        </p:nvSpPr>
        <p:spPr>
          <a:xfrm>
            <a:off x="4174875" y="3886477"/>
            <a:ext cx="2918786"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Monitoring et </a:t>
            </a:r>
            <a:r>
              <a:rPr lang="fr-FR" sz="1200" b="1" noProof="0" dirty="0" err="1"/>
              <a:t>Reporting</a:t>
            </a:r>
            <a:endParaRPr lang="fr-FR" sz="1200" b="1" noProof="0" dirty="0"/>
          </a:p>
        </p:txBody>
      </p:sp>
      <p:sp>
        <p:nvSpPr>
          <p:cNvPr id="12" name="Rectangle 11">
            <a:extLst>
              <a:ext uri="{FF2B5EF4-FFF2-40B4-BE49-F238E27FC236}">
                <a16:creationId xmlns:a16="http://schemas.microsoft.com/office/drawing/2014/main" id="{8787E86F-E199-C4AE-6D48-893BA1190997}"/>
              </a:ext>
            </a:extLst>
          </p:cNvPr>
          <p:cNvSpPr/>
          <p:nvPr/>
        </p:nvSpPr>
        <p:spPr>
          <a:xfrm>
            <a:off x="331674" y="1686752"/>
            <a:ext cx="3772800"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Gestion des identités et accès</a:t>
            </a:r>
          </a:p>
        </p:txBody>
      </p:sp>
      <p:sp>
        <p:nvSpPr>
          <p:cNvPr id="15" name="Rectangle 14">
            <a:extLst>
              <a:ext uri="{FF2B5EF4-FFF2-40B4-BE49-F238E27FC236}">
                <a16:creationId xmlns:a16="http://schemas.microsoft.com/office/drawing/2014/main" id="{BCFAC4C5-260C-CE88-C31F-E4D3C28DEF81}"/>
              </a:ext>
            </a:extLst>
          </p:cNvPr>
          <p:cNvSpPr/>
          <p:nvPr/>
        </p:nvSpPr>
        <p:spPr>
          <a:xfrm>
            <a:off x="4174356" y="1678672"/>
            <a:ext cx="3780000" cy="2159206"/>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16" name="Rectangle 15">
            <a:extLst>
              <a:ext uri="{FF2B5EF4-FFF2-40B4-BE49-F238E27FC236}">
                <a16:creationId xmlns:a16="http://schemas.microsoft.com/office/drawing/2014/main" id="{2F961E6B-BE6A-B0A3-89EB-11CA9F07B792}"/>
              </a:ext>
            </a:extLst>
          </p:cNvPr>
          <p:cNvSpPr/>
          <p:nvPr/>
        </p:nvSpPr>
        <p:spPr>
          <a:xfrm>
            <a:off x="8017038" y="1678672"/>
            <a:ext cx="3780000" cy="2159206"/>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17" name="Rectangle 16">
            <a:extLst>
              <a:ext uri="{FF2B5EF4-FFF2-40B4-BE49-F238E27FC236}">
                <a16:creationId xmlns:a16="http://schemas.microsoft.com/office/drawing/2014/main" id="{C5D9B220-B76D-28D3-CA44-9F0FC20A8440}"/>
              </a:ext>
            </a:extLst>
          </p:cNvPr>
          <p:cNvSpPr/>
          <p:nvPr/>
        </p:nvSpPr>
        <p:spPr>
          <a:xfrm>
            <a:off x="331674" y="3878152"/>
            <a:ext cx="3780000" cy="21600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18" name="Rectangle 17">
            <a:extLst>
              <a:ext uri="{FF2B5EF4-FFF2-40B4-BE49-F238E27FC236}">
                <a16:creationId xmlns:a16="http://schemas.microsoft.com/office/drawing/2014/main" id="{A2630567-3A16-09BB-620F-B629A9392256}"/>
              </a:ext>
            </a:extLst>
          </p:cNvPr>
          <p:cNvSpPr/>
          <p:nvPr/>
        </p:nvSpPr>
        <p:spPr>
          <a:xfrm>
            <a:off x="7162012" y="3878152"/>
            <a:ext cx="4631832" cy="21600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19" name="Rectangle 18">
            <a:extLst>
              <a:ext uri="{FF2B5EF4-FFF2-40B4-BE49-F238E27FC236}">
                <a16:creationId xmlns:a16="http://schemas.microsoft.com/office/drawing/2014/main" id="{A177369B-68E5-B769-B5B8-FE3D95F25F8A}"/>
              </a:ext>
            </a:extLst>
          </p:cNvPr>
          <p:cNvSpPr/>
          <p:nvPr/>
        </p:nvSpPr>
        <p:spPr>
          <a:xfrm>
            <a:off x="4173734" y="3878152"/>
            <a:ext cx="2925098" cy="21600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20" name="Rectangle 19">
            <a:extLst>
              <a:ext uri="{FF2B5EF4-FFF2-40B4-BE49-F238E27FC236}">
                <a16:creationId xmlns:a16="http://schemas.microsoft.com/office/drawing/2014/main" id="{785306F4-4EFE-1794-862B-54C5FC71515C}"/>
              </a:ext>
            </a:extLst>
          </p:cNvPr>
          <p:cNvSpPr/>
          <p:nvPr/>
        </p:nvSpPr>
        <p:spPr>
          <a:xfrm>
            <a:off x="328074" y="1678672"/>
            <a:ext cx="3780000" cy="2159206"/>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sz="900" b="1" noProof="0" dirty="0">
              <a:solidFill>
                <a:schemeClr val="accent5"/>
              </a:solidFill>
            </a:endParaRPr>
          </a:p>
        </p:txBody>
      </p:sp>
      <p:sp>
        <p:nvSpPr>
          <p:cNvPr id="21" name="Rectangle 20">
            <a:extLst>
              <a:ext uri="{FF2B5EF4-FFF2-40B4-BE49-F238E27FC236}">
                <a16:creationId xmlns:a16="http://schemas.microsoft.com/office/drawing/2014/main" id="{0FCC184A-ADE3-C5C6-B1CE-EA1199DF7BFE}"/>
              </a:ext>
            </a:extLst>
          </p:cNvPr>
          <p:cNvSpPr/>
          <p:nvPr/>
        </p:nvSpPr>
        <p:spPr>
          <a:xfrm>
            <a:off x="4182515" y="1686752"/>
            <a:ext cx="3771842"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Données</a:t>
            </a:r>
          </a:p>
        </p:txBody>
      </p:sp>
      <p:sp>
        <p:nvSpPr>
          <p:cNvPr id="22" name="Rectangle 21">
            <a:extLst>
              <a:ext uri="{FF2B5EF4-FFF2-40B4-BE49-F238E27FC236}">
                <a16:creationId xmlns:a16="http://schemas.microsoft.com/office/drawing/2014/main" id="{2DDF88AE-8E2C-4A59-9B93-96237430BE7C}"/>
              </a:ext>
            </a:extLst>
          </p:cNvPr>
          <p:cNvSpPr/>
          <p:nvPr/>
        </p:nvSpPr>
        <p:spPr>
          <a:xfrm>
            <a:off x="8025196" y="1686752"/>
            <a:ext cx="3771842" cy="305006"/>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noProof="0" dirty="0"/>
              <a:t>Intégration / Interopérabilité</a:t>
            </a:r>
          </a:p>
        </p:txBody>
      </p:sp>
      <p:sp>
        <p:nvSpPr>
          <p:cNvPr id="23" name="ZoneTexte 22">
            <a:extLst>
              <a:ext uri="{FF2B5EF4-FFF2-40B4-BE49-F238E27FC236}">
                <a16:creationId xmlns:a16="http://schemas.microsoft.com/office/drawing/2014/main" id="{4C79C591-4669-5F70-BA34-27F26C378877}"/>
              </a:ext>
            </a:extLst>
          </p:cNvPr>
          <p:cNvSpPr txBox="1"/>
          <p:nvPr/>
        </p:nvSpPr>
        <p:spPr>
          <a:xfrm>
            <a:off x="824365" y="970767"/>
            <a:ext cx="10479151" cy="530915"/>
          </a:xfrm>
          <a:prstGeom prst="rect">
            <a:avLst/>
          </a:prstGeom>
          <a:noFill/>
        </p:spPr>
        <p:txBody>
          <a:bodyPr wrap="none" rtlCol="0">
            <a:spAutoFit/>
          </a:bodyPr>
          <a:lstStyle/>
          <a:p>
            <a:pPr algn="ctr"/>
            <a:r>
              <a:rPr lang="fr-FR" noProof="0" dirty="0"/>
              <a:t>⚠️</a:t>
            </a:r>
            <a:r>
              <a:rPr lang="fr-FR" b="1" noProof="0" dirty="0"/>
              <a:t>Disclaimer : </a:t>
            </a:r>
            <a:r>
              <a:rPr lang="fr-FR" noProof="0" dirty="0"/>
              <a:t>première analyse, à approfondir, puis à étudier ensemble lors de nos futurs ateliers. </a:t>
            </a:r>
          </a:p>
          <a:p>
            <a:pPr algn="ctr"/>
            <a:r>
              <a:rPr lang="en-US" sz="1050" i="1" dirty="0"/>
              <a:t>Les </a:t>
            </a:r>
            <a:r>
              <a:rPr lang="en-US" sz="1050" i="1" dirty="0" err="1"/>
              <a:t>briques</a:t>
            </a:r>
            <a:r>
              <a:rPr lang="en-US" sz="1050" i="1" dirty="0"/>
              <a:t> </a:t>
            </a:r>
            <a:r>
              <a:rPr lang="en-US" sz="1050" i="1" dirty="0" err="1"/>
              <a:t>en</a:t>
            </a:r>
            <a:r>
              <a:rPr lang="en-US" sz="1050" i="1" dirty="0"/>
              <a:t> impact </a:t>
            </a:r>
            <a:r>
              <a:rPr lang="en-US" sz="1050" i="1" dirty="0" err="1"/>
              <a:t>faible</a:t>
            </a:r>
            <a:r>
              <a:rPr lang="en-US" sz="1050" i="1" dirty="0"/>
              <a:t> </a:t>
            </a:r>
            <a:r>
              <a:rPr lang="en-US" sz="1050" i="1" dirty="0" err="1"/>
              <a:t>sont</a:t>
            </a:r>
            <a:r>
              <a:rPr lang="en-US" sz="1050" i="1" dirty="0"/>
              <a:t> </a:t>
            </a:r>
            <a:r>
              <a:rPr lang="en-US" sz="1050" i="1" dirty="0" err="1"/>
              <a:t>celles</a:t>
            </a:r>
            <a:r>
              <a:rPr lang="en-US" sz="1050" i="1" dirty="0"/>
              <a:t> </a:t>
            </a:r>
            <a:r>
              <a:rPr lang="en-US" sz="1050" i="1" dirty="0" err="1"/>
              <a:t>dont</a:t>
            </a:r>
            <a:r>
              <a:rPr lang="en-US" sz="1050" i="1" dirty="0"/>
              <a:t> les exigences </a:t>
            </a:r>
            <a:r>
              <a:rPr lang="en-US" sz="1050" i="1" dirty="0" err="1"/>
              <a:t>sont</a:t>
            </a:r>
            <a:r>
              <a:rPr lang="en-US" sz="1050" i="1" dirty="0"/>
              <a:t> déjà </a:t>
            </a:r>
            <a:r>
              <a:rPr lang="en-US" sz="1050" i="1" dirty="0" err="1"/>
              <a:t>portées</a:t>
            </a:r>
            <a:r>
              <a:rPr lang="en-US" sz="1050" i="1" dirty="0"/>
              <a:t> par le RGPD, DORA et les </a:t>
            </a:r>
            <a:r>
              <a:rPr lang="en-US" sz="1050" i="1" dirty="0" err="1"/>
              <a:t>normes</a:t>
            </a:r>
            <a:r>
              <a:rPr lang="en-US" sz="1050" i="1" dirty="0"/>
              <a:t> techniques de 2018, </a:t>
            </a:r>
            <a:r>
              <a:rPr lang="en-US" sz="1050" i="1" dirty="0" err="1"/>
              <a:t>que</a:t>
            </a:r>
            <a:r>
              <a:rPr lang="en-US" sz="1050" i="1" dirty="0"/>
              <a:t> le PSR </a:t>
            </a:r>
            <a:r>
              <a:rPr lang="en-US" sz="1050" i="1" dirty="0" err="1"/>
              <a:t>reconduit</a:t>
            </a:r>
            <a:r>
              <a:rPr lang="en-US" sz="1050" i="1" dirty="0"/>
              <a:t>.</a:t>
            </a:r>
            <a:endParaRPr lang="fr-FR" sz="1050" i="1" noProof="0" dirty="0"/>
          </a:p>
        </p:txBody>
      </p:sp>
      <p:sp>
        <p:nvSpPr>
          <p:cNvPr id="13" name="Rectangle 12">
            <a:extLst>
              <a:ext uri="{FF2B5EF4-FFF2-40B4-BE49-F238E27FC236}">
                <a16:creationId xmlns:a16="http://schemas.microsoft.com/office/drawing/2014/main" id="{40C3EE6F-AA42-1941-4E8E-F89194E5F27A}"/>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26" name="Rectangle 25">
            <a:extLst>
              <a:ext uri="{FF2B5EF4-FFF2-40B4-BE49-F238E27FC236}">
                <a16:creationId xmlns:a16="http://schemas.microsoft.com/office/drawing/2014/main" id="{F430E4EE-18F1-C2F7-2498-C47DD88AA9C7}"/>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27" name="Rectangle 26">
            <a:extLst>
              <a:ext uri="{FF2B5EF4-FFF2-40B4-BE49-F238E27FC236}">
                <a16:creationId xmlns:a16="http://schemas.microsoft.com/office/drawing/2014/main" id="{3C41C49A-49EE-AC38-5525-09005CEF0000}"/>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28" name="ZoneTexte 27">
            <a:extLst>
              <a:ext uri="{FF2B5EF4-FFF2-40B4-BE49-F238E27FC236}">
                <a16:creationId xmlns:a16="http://schemas.microsoft.com/office/drawing/2014/main" id="{09947BE9-7AC0-4076-D912-8DB9A74DE6FE}"/>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30" name="Connecteur droit 29">
            <a:extLst>
              <a:ext uri="{FF2B5EF4-FFF2-40B4-BE49-F238E27FC236}">
                <a16:creationId xmlns:a16="http://schemas.microsoft.com/office/drawing/2014/main" id="{3CC9879B-6793-AFB2-87A2-4F6E7708E8A8}"/>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497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8A13D-3910-32D9-46FF-6EC0CBB8B49B}"/>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907A0DEB-16F2-EAB6-B0B8-E9943DB029EE}"/>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LA BASCULE NE SE LIMITE PAS À L’API : ELLE EMBARQUE TPP, CONSENTEMENTS ET PARCOURS D’AUTORISATION</a:t>
            </a:r>
            <a:endParaRPr lang="fr-FR" sz="1800" noProof="0" dirty="0">
              <a:latin typeface="+mn-lt"/>
            </a:endParaRPr>
          </a:p>
        </p:txBody>
      </p:sp>
      <p:sp>
        <p:nvSpPr>
          <p:cNvPr id="3" name="Rectangle 2">
            <a:extLst>
              <a:ext uri="{FF2B5EF4-FFF2-40B4-BE49-F238E27FC236}">
                <a16:creationId xmlns:a16="http://schemas.microsoft.com/office/drawing/2014/main" id="{C0373BA1-16E4-BED0-C9E7-135D05C88346}"/>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en-US" sz="1200" dirty="0" err="1">
                <a:solidFill>
                  <a:schemeClr val="tx1">
                    <a:lumMod val="50000"/>
                  </a:schemeClr>
                </a:solidFill>
              </a:rPr>
              <a:t>L'interface</a:t>
            </a:r>
            <a:r>
              <a:rPr lang="en-US" sz="1200" dirty="0">
                <a:solidFill>
                  <a:schemeClr val="tx1">
                    <a:lumMod val="50000"/>
                  </a:schemeClr>
                </a:solidFill>
              </a:rPr>
              <a:t> </a:t>
            </a:r>
            <a:r>
              <a:rPr lang="en-US" sz="1200" dirty="0" err="1">
                <a:solidFill>
                  <a:schemeClr val="tx1">
                    <a:lumMod val="50000"/>
                  </a:schemeClr>
                </a:solidFill>
              </a:rPr>
              <a:t>dédiée</a:t>
            </a:r>
            <a:r>
              <a:rPr lang="en-US" sz="1200" dirty="0">
                <a:solidFill>
                  <a:schemeClr val="tx1">
                    <a:lumMod val="50000"/>
                  </a:schemeClr>
                </a:solidFill>
              </a:rPr>
              <a:t> </a:t>
            </a:r>
            <a:r>
              <a:rPr lang="en-US" sz="1200" dirty="0" err="1">
                <a:solidFill>
                  <a:schemeClr val="tx1">
                    <a:lumMod val="50000"/>
                  </a:schemeClr>
                </a:solidFill>
              </a:rPr>
              <a:t>existe</a:t>
            </a:r>
            <a:r>
              <a:rPr lang="en-US" sz="1200" dirty="0">
                <a:solidFill>
                  <a:schemeClr val="tx1">
                    <a:lumMod val="50000"/>
                  </a:schemeClr>
                </a:solidFill>
              </a:rPr>
              <a:t> </a:t>
            </a:r>
            <a:r>
              <a:rPr lang="en-US" sz="1200" dirty="0" err="1">
                <a:solidFill>
                  <a:schemeClr val="tx1">
                    <a:lumMod val="50000"/>
                  </a:schemeClr>
                </a:solidFill>
              </a:rPr>
              <a:t>depuis</a:t>
            </a:r>
            <a:r>
              <a:rPr lang="en-US" sz="1200" dirty="0">
                <a:solidFill>
                  <a:schemeClr val="tx1">
                    <a:lumMod val="50000"/>
                  </a:schemeClr>
                </a:solidFill>
              </a:rPr>
              <a:t> 2018, </a:t>
            </a:r>
            <a:r>
              <a:rPr lang="en-US" sz="1200" dirty="0" err="1">
                <a:solidFill>
                  <a:schemeClr val="tx1">
                    <a:lumMod val="50000"/>
                  </a:schemeClr>
                </a:solidFill>
              </a:rPr>
              <a:t>donc</a:t>
            </a:r>
            <a:r>
              <a:rPr lang="en-US" sz="1200" dirty="0">
                <a:solidFill>
                  <a:schemeClr val="tx1">
                    <a:lumMod val="50000"/>
                  </a:schemeClr>
                </a:solidFill>
              </a:rPr>
              <a:t> le PSR ne </a:t>
            </a:r>
            <a:r>
              <a:rPr lang="en-US" sz="1200" dirty="0" err="1">
                <a:solidFill>
                  <a:schemeClr val="tx1">
                    <a:lumMod val="50000"/>
                  </a:schemeClr>
                </a:solidFill>
              </a:rPr>
              <a:t>crée</a:t>
            </a:r>
            <a:r>
              <a:rPr lang="en-US" sz="1200" dirty="0">
                <a:solidFill>
                  <a:schemeClr val="tx1">
                    <a:lumMod val="50000"/>
                  </a:schemeClr>
                </a:solidFill>
              </a:rPr>
              <a:t> rien. Mais il </a:t>
            </a:r>
            <a:r>
              <a:rPr lang="en-US" sz="1200" dirty="0" err="1">
                <a:solidFill>
                  <a:schemeClr val="tx1">
                    <a:lumMod val="50000"/>
                  </a:schemeClr>
                </a:solidFill>
              </a:rPr>
              <a:t>en</a:t>
            </a:r>
            <a:r>
              <a:rPr lang="en-US" sz="1200" dirty="0">
                <a:solidFill>
                  <a:schemeClr val="tx1">
                    <a:lumMod val="50000"/>
                  </a:schemeClr>
                </a:solidFill>
              </a:rPr>
              <a:t> change le </a:t>
            </a:r>
            <a:r>
              <a:rPr lang="en-US" sz="1200" dirty="0" err="1">
                <a:solidFill>
                  <a:schemeClr val="tx1">
                    <a:lumMod val="50000"/>
                  </a:schemeClr>
                </a:solidFill>
              </a:rPr>
              <a:t>contenu</a:t>
            </a:r>
            <a:r>
              <a:rPr lang="en-US" sz="1200" dirty="0">
                <a:solidFill>
                  <a:schemeClr val="tx1">
                    <a:lumMod val="50000"/>
                  </a:schemeClr>
                </a:solidFill>
              </a:rPr>
              <a:t>, le </a:t>
            </a:r>
            <a:r>
              <a:rPr lang="en-US" sz="1200" dirty="0" err="1">
                <a:solidFill>
                  <a:schemeClr val="tx1">
                    <a:lumMod val="50000"/>
                  </a:schemeClr>
                </a:solidFill>
              </a:rPr>
              <a:t>niveau</a:t>
            </a:r>
            <a:r>
              <a:rPr lang="en-US" sz="1200" dirty="0">
                <a:solidFill>
                  <a:schemeClr val="tx1">
                    <a:lumMod val="50000"/>
                  </a:schemeClr>
                </a:solidFill>
              </a:rPr>
              <a:t> de service et le régime de </a:t>
            </a:r>
            <a:r>
              <a:rPr lang="en-US" sz="1200" dirty="0" err="1">
                <a:solidFill>
                  <a:schemeClr val="tx1">
                    <a:lumMod val="50000"/>
                  </a:schemeClr>
                </a:solidFill>
              </a:rPr>
              <a:t>contrôle</a:t>
            </a:r>
            <a:r>
              <a:rPr lang="en-US" sz="1200" dirty="0">
                <a:solidFill>
                  <a:schemeClr val="tx1">
                    <a:lumMod val="50000"/>
                  </a:schemeClr>
                </a:solidFill>
              </a:rPr>
              <a:t>. </a:t>
            </a:r>
            <a:r>
              <a:rPr lang="en-US" sz="1200" b="1" dirty="0">
                <a:solidFill>
                  <a:schemeClr val="tx1">
                    <a:lumMod val="50000"/>
                  </a:schemeClr>
                </a:solidFill>
              </a:rPr>
              <a:t>Trois fronts : </a:t>
            </a:r>
            <a:r>
              <a:rPr lang="en-US" sz="1200" b="1" dirty="0" err="1">
                <a:solidFill>
                  <a:schemeClr val="tx1">
                    <a:lumMod val="50000"/>
                  </a:schemeClr>
                </a:solidFill>
              </a:rPr>
              <a:t>construire</a:t>
            </a:r>
            <a:r>
              <a:rPr lang="en-US" sz="1200" b="1" dirty="0">
                <a:solidFill>
                  <a:schemeClr val="tx1">
                    <a:lumMod val="50000"/>
                  </a:schemeClr>
                </a:solidFill>
              </a:rPr>
              <a:t> les </a:t>
            </a:r>
            <a:r>
              <a:rPr lang="en-US" sz="1200" b="1" dirty="0" err="1">
                <a:solidFill>
                  <a:schemeClr val="tx1">
                    <a:lumMod val="50000"/>
                  </a:schemeClr>
                </a:solidFill>
              </a:rPr>
              <a:t>fonctions</a:t>
            </a:r>
            <a:r>
              <a:rPr lang="en-US" sz="1200" b="1" dirty="0">
                <a:solidFill>
                  <a:schemeClr val="tx1">
                    <a:lumMod val="50000"/>
                  </a:schemeClr>
                </a:solidFill>
              </a:rPr>
              <a:t> </a:t>
            </a:r>
            <a:r>
              <a:rPr lang="en-US" sz="1200" b="1" dirty="0" err="1">
                <a:solidFill>
                  <a:schemeClr val="tx1">
                    <a:lumMod val="50000"/>
                  </a:schemeClr>
                </a:solidFill>
              </a:rPr>
              <a:t>manquantes</a:t>
            </a:r>
            <a:r>
              <a:rPr lang="en-US" sz="1200" b="1" dirty="0">
                <a:solidFill>
                  <a:schemeClr val="tx1">
                    <a:lumMod val="50000"/>
                  </a:schemeClr>
                </a:solidFill>
              </a:rPr>
              <a:t>, </a:t>
            </a:r>
            <a:r>
              <a:rPr lang="en-US" sz="1200" b="1" dirty="0" err="1">
                <a:solidFill>
                  <a:schemeClr val="tx1">
                    <a:lumMod val="50000"/>
                  </a:schemeClr>
                </a:solidFill>
              </a:rPr>
              <a:t>prouver</a:t>
            </a:r>
            <a:r>
              <a:rPr lang="en-US" sz="1200" b="1" dirty="0">
                <a:solidFill>
                  <a:schemeClr val="tx1">
                    <a:lumMod val="50000"/>
                  </a:schemeClr>
                </a:solidFill>
              </a:rPr>
              <a:t> la </a:t>
            </a:r>
            <a:r>
              <a:rPr lang="en-US" sz="1200" b="1" dirty="0" err="1">
                <a:solidFill>
                  <a:schemeClr val="tx1">
                    <a:lumMod val="50000"/>
                  </a:schemeClr>
                </a:solidFill>
              </a:rPr>
              <a:t>parité</a:t>
            </a:r>
            <a:r>
              <a:rPr lang="en-US" sz="1200" b="1" dirty="0">
                <a:solidFill>
                  <a:schemeClr val="tx1">
                    <a:lumMod val="50000"/>
                  </a:schemeClr>
                </a:solidFill>
              </a:rPr>
              <a:t> et la performance, </a:t>
            </a:r>
            <a:r>
              <a:rPr lang="en-US" sz="1200" b="1" dirty="0" err="1">
                <a:solidFill>
                  <a:schemeClr val="tx1">
                    <a:lumMod val="50000"/>
                  </a:schemeClr>
                </a:solidFill>
              </a:rPr>
              <a:t>supprimer</a:t>
            </a:r>
            <a:r>
              <a:rPr lang="en-US" sz="1200" b="1" dirty="0">
                <a:solidFill>
                  <a:schemeClr val="tx1">
                    <a:lumMod val="50000"/>
                  </a:schemeClr>
                </a:solidFill>
              </a:rPr>
              <a:t> les frictions.</a:t>
            </a:r>
            <a:r>
              <a:rPr lang="en-US" sz="1200" dirty="0">
                <a:solidFill>
                  <a:schemeClr val="tx1">
                    <a:lumMod val="50000"/>
                  </a:schemeClr>
                </a:solidFill>
              </a:rPr>
              <a:t> À ne pas </a:t>
            </a:r>
            <a:r>
              <a:rPr lang="en-US" sz="1200" dirty="0" err="1">
                <a:solidFill>
                  <a:schemeClr val="tx1">
                    <a:lumMod val="50000"/>
                  </a:schemeClr>
                </a:solidFill>
              </a:rPr>
              <a:t>confondre</a:t>
            </a:r>
            <a:r>
              <a:rPr lang="en-US" sz="1200" dirty="0">
                <a:solidFill>
                  <a:schemeClr val="tx1">
                    <a:lumMod val="50000"/>
                  </a:schemeClr>
                </a:solidFill>
              </a:rPr>
              <a:t> : la nature du changement est </a:t>
            </a:r>
            <a:r>
              <a:rPr lang="en-US" sz="1200" dirty="0" err="1">
                <a:solidFill>
                  <a:schemeClr val="tx1">
                    <a:lumMod val="50000"/>
                  </a:schemeClr>
                </a:solidFill>
              </a:rPr>
              <a:t>une</a:t>
            </a:r>
            <a:r>
              <a:rPr lang="en-US" sz="1200" dirty="0">
                <a:solidFill>
                  <a:schemeClr val="tx1">
                    <a:lumMod val="50000"/>
                  </a:schemeClr>
                </a:solidFill>
              </a:rPr>
              <a:t> adaptation, la charge est </a:t>
            </a:r>
            <a:r>
              <a:rPr lang="en-US" sz="1200" dirty="0" err="1">
                <a:solidFill>
                  <a:schemeClr val="tx1">
                    <a:lumMod val="50000"/>
                  </a:schemeClr>
                </a:solidFill>
              </a:rPr>
              <a:t>celle</a:t>
            </a:r>
            <a:r>
              <a:rPr lang="en-US" sz="1200" dirty="0">
                <a:solidFill>
                  <a:schemeClr val="tx1">
                    <a:lumMod val="50000"/>
                  </a:schemeClr>
                </a:solidFill>
              </a:rPr>
              <a:t> </a:t>
            </a:r>
            <a:r>
              <a:rPr lang="en-US" sz="1200" dirty="0" err="1">
                <a:solidFill>
                  <a:schemeClr val="tx1">
                    <a:lumMod val="50000"/>
                  </a:schemeClr>
                </a:solidFill>
              </a:rPr>
              <a:t>d'une</a:t>
            </a:r>
            <a:r>
              <a:rPr lang="en-US" sz="1200" dirty="0">
                <a:solidFill>
                  <a:schemeClr val="tx1">
                    <a:lumMod val="50000"/>
                  </a:schemeClr>
                </a:solidFill>
              </a:rPr>
              <a:t> </a:t>
            </a:r>
            <a:r>
              <a:rPr lang="en-US" sz="1200" dirty="0" err="1">
                <a:solidFill>
                  <a:schemeClr val="tx1">
                    <a:lumMod val="50000"/>
                  </a:schemeClr>
                </a:solidFill>
              </a:rPr>
              <a:t>refonte</a:t>
            </a:r>
            <a:r>
              <a:rPr lang="en-US" sz="1200" dirty="0">
                <a:solidFill>
                  <a:schemeClr val="tx1">
                    <a:lumMod val="50000"/>
                  </a:schemeClr>
                </a:solidFill>
              </a:rPr>
              <a:t>.</a:t>
            </a:r>
            <a:endParaRPr lang="fr-FR" sz="1200" dirty="0">
              <a:solidFill>
                <a:schemeClr val="tx1">
                  <a:lumMod val="50000"/>
                </a:schemeClr>
              </a:solidFill>
            </a:endParaRPr>
          </a:p>
        </p:txBody>
      </p:sp>
      <p:sp>
        <p:nvSpPr>
          <p:cNvPr id="274" name="Rectangle : coins arrondis 273">
            <a:extLst>
              <a:ext uri="{FF2B5EF4-FFF2-40B4-BE49-F238E27FC236}">
                <a16:creationId xmlns:a16="http://schemas.microsoft.com/office/drawing/2014/main" id="{98C929A5-AE42-F5A0-E3F4-6EEF587C1496}"/>
              </a:ext>
            </a:extLst>
          </p:cNvPr>
          <p:cNvSpPr/>
          <p:nvPr/>
        </p:nvSpPr>
        <p:spPr>
          <a:xfrm>
            <a:off x="631297" y="344776"/>
            <a:ext cx="998233" cy="23398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FOCUS API</a:t>
            </a:r>
          </a:p>
        </p:txBody>
      </p:sp>
      <p:graphicFrame>
        <p:nvGraphicFramePr>
          <p:cNvPr id="2" name="Tableau 1">
            <a:extLst>
              <a:ext uri="{FF2B5EF4-FFF2-40B4-BE49-F238E27FC236}">
                <a16:creationId xmlns:a16="http://schemas.microsoft.com/office/drawing/2014/main" id="{5705E336-D3E1-9BC1-574E-FF6A11AFDECF}"/>
              </a:ext>
            </a:extLst>
          </p:cNvPr>
          <p:cNvGraphicFramePr>
            <a:graphicFrameLocks noGrp="1"/>
          </p:cNvGraphicFramePr>
          <p:nvPr>
            <p:extLst>
              <p:ext uri="{D42A27DB-BD31-4B8C-83A1-F6EECF244321}">
                <p14:modId xmlns:p14="http://schemas.microsoft.com/office/powerpoint/2010/main" val="1196388711"/>
              </p:ext>
            </p:extLst>
          </p:nvPr>
        </p:nvGraphicFramePr>
        <p:xfrm>
          <a:off x="626493" y="1871191"/>
          <a:ext cx="10960673" cy="2109891"/>
        </p:xfrm>
        <a:graphic>
          <a:graphicData uri="http://schemas.openxmlformats.org/drawingml/2006/table">
            <a:tbl>
              <a:tblPr firstRow="1" bandRow="1">
                <a:tableStyleId>{5940675A-B579-460E-94D1-54222C63F5DA}</a:tableStyleId>
              </a:tblPr>
              <a:tblGrid>
                <a:gridCol w="1133414">
                  <a:extLst>
                    <a:ext uri="{9D8B030D-6E8A-4147-A177-3AD203B41FA5}">
                      <a16:colId xmlns:a16="http://schemas.microsoft.com/office/drawing/2014/main" val="1439011438"/>
                    </a:ext>
                  </a:extLst>
                </a:gridCol>
                <a:gridCol w="3275753">
                  <a:extLst>
                    <a:ext uri="{9D8B030D-6E8A-4147-A177-3AD203B41FA5}">
                      <a16:colId xmlns:a16="http://schemas.microsoft.com/office/drawing/2014/main" val="1123917366"/>
                    </a:ext>
                  </a:extLst>
                </a:gridCol>
                <a:gridCol w="3275753">
                  <a:extLst>
                    <a:ext uri="{9D8B030D-6E8A-4147-A177-3AD203B41FA5}">
                      <a16:colId xmlns:a16="http://schemas.microsoft.com/office/drawing/2014/main" val="2695273750"/>
                    </a:ext>
                  </a:extLst>
                </a:gridCol>
                <a:gridCol w="3275753">
                  <a:extLst>
                    <a:ext uri="{9D8B030D-6E8A-4147-A177-3AD203B41FA5}">
                      <a16:colId xmlns:a16="http://schemas.microsoft.com/office/drawing/2014/main" val="3184738081"/>
                    </a:ext>
                  </a:extLst>
                </a:gridCol>
              </a:tblGrid>
              <a:tr h="0">
                <a:tc>
                  <a:txBody>
                    <a:bodyPr/>
                    <a:lstStyle/>
                    <a:p>
                      <a:pPr algn="r">
                        <a:buNone/>
                      </a:pP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1" dirty="0">
                          <a:solidFill>
                            <a:schemeClr val="tx1">
                              <a:lumMod val="50000"/>
                            </a:schemeClr>
                          </a:solidFill>
                        </a:rPr>
                        <a:t>CONSTRUIRE </a:t>
                      </a:r>
                      <a:r>
                        <a:rPr lang="en-US" sz="800" i="1" dirty="0">
                          <a:solidFill>
                            <a:schemeClr val="tx1">
                              <a:lumMod val="50000"/>
                            </a:schemeClr>
                          </a:solidFill>
                        </a:rPr>
                        <a:t>Art.36(4)</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a:t>
                      </a:r>
                      <a:r>
                        <a:rPr lang="fr-FR" sz="1200" b="1" dirty="0">
                          <a:solidFill>
                            <a:schemeClr val="tx1">
                              <a:lumMod val="50000"/>
                            </a:schemeClr>
                          </a:solidFill>
                        </a:rPr>
                        <a:t>PROUVER </a:t>
                      </a:r>
                      <a:r>
                        <a:rPr lang="en-US" sz="800" i="1" dirty="0">
                          <a:solidFill>
                            <a:schemeClr val="tx1">
                              <a:lumMod val="50000"/>
                            </a:schemeClr>
                          </a:solidFill>
                        </a:rPr>
                        <a:t>Art.35(5), 37, 38</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SUPPRIMER </a:t>
                      </a:r>
                      <a:r>
                        <a:rPr lang="en-US" sz="800" i="1" dirty="0">
                          <a:solidFill>
                            <a:schemeClr val="tx1">
                              <a:lumMod val="50000"/>
                            </a:schemeClr>
                          </a:solidFill>
                        </a:rPr>
                        <a:t>Art.44, 45</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391329">
                <a:tc>
                  <a:txBody>
                    <a:bodyPr/>
                    <a:lstStyle/>
                    <a:p>
                      <a:pPr algn="r">
                        <a:buNone/>
                      </a:pPr>
                      <a:r>
                        <a:rPr lang="en-US" sz="1200" dirty="0">
                          <a:solidFill>
                            <a:srgbClr val="C00000"/>
                          </a:solidFill>
                        </a:rPr>
                        <a:t>✗ </a:t>
                      </a:r>
                      <a:r>
                        <a:rPr lang="en-US" sz="1200" b="1" dirty="0">
                          <a:solidFill>
                            <a:srgbClr val="C00000"/>
                          </a:solidFill>
                        </a:rPr>
                        <a:t>DSP2</a:t>
                      </a:r>
                      <a:endParaRPr lang="en-US" sz="1200" dirty="0">
                        <a:solidFill>
                          <a:srgbClr val="C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L'API expose l'accès aux comptes et l'initiation simple.</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Parité et statistiques déjà prévues par les règles de 2018, sans définition normée des métriques.</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tc>
                  <a:txBody>
                    <a:bodyPr/>
                    <a:lstStyle/>
                    <a:p>
                      <a:pPr>
                        <a:buNone/>
                      </a:pPr>
                      <a:r>
                        <a:rPr lang="fr-FR" sz="1050" dirty="0">
                          <a:solidFill>
                            <a:schemeClr val="tx1">
                              <a:lumMod val="50000"/>
                            </a:schemeClr>
                          </a:solidFill>
                        </a:rPr>
                        <a:t>Principe de non-obstacle, sans liste ni sanction.</a:t>
                      </a:r>
                      <a:endParaRPr lang="en-US" sz="105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BD1D5"/>
                    </a:solidFill>
                  </a:tcPr>
                </a:tc>
                <a:extLst>
                  <a:ext uri="{0D108BD9-81ED-4DB2-BD59-A6C34878D82A}">
                    <a16:rowId xmlns:a16="http://schemas.microsoft.com/office/drawing/2014/main" val="3037277551"/>
                  </a:ext>
                </a:extLst>
              </a:tr>
              <a:tr h="532551">
                <a:tc>
                  <a:txBody>
                    <a:bodyPr/>
                    <a:lstStyle/>
                    <a:p>
                      <a:pPr algn="r">
                        <a:buNone/>
                      </a:pPr>
                      <a:r>
                        <a:rPr lang="en-US" sz="1200" dirty="0">
                          <a:solidFill>
                            <a:srgbClr val="739900"/>
                          </a:solidFill>
                        </a:rPr>
                        <a:t>✓ </a:t>
                      </a:r>
                      <a:r>
                        <a:rPr lang="en-US" sz="1200" b="1" dirty="0">
                          <a:solidFill>
                            <a:srgbClr val="739900"/>
                          </a:solidFill>
                        </a:rPr>
                        <a:t>DSP3/PSR</a:t>
                      </a:r>
                      <a:endParaRPr lang="en-US" sz="1200" dirty="0">
                        <a:solidFill>
                          <a:srgbClr val="739900"/>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9 fonctions au minimum, dont ordre permanent, paiement à date future, paiements multi-bénéficiaires, vérification du nom avant initiation, choix de la procédure d'authentification.</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Métriques imposées, publication trimestrielle avec comparaison à l'interface client, indisponibilité présumée au-delà de cinq échecs ou trente secondes, temps de rétablissement gradué à fixer par norme technique.</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buNone/>
                      </a:pPr>
                      <a:r>
                        <a:rPr lang="fr-FR" sz="1050" dirty="0">
                          <a:solidFill>
                            <a:schemeClr val="tx1">
                              <a:lumMod val="50000"/>
                            </a:schemeClr>
                          </a:solidFill>
                        </a:rPr>
                        <a:t>Douze obstacles nommés, liste non limitative, suppression immédiate sur demande de l'autorité, sanction à la clé. Préavis de changement ramené à deux mois.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376219043"/>
                  </a:ext>
                </a:extLst>
              </a:tr>
              <a:tr h="532551">
                <a:tc>
                  <a:txBody>
                    <a:bodyPr/>
                    <a:lstStyle/>
                    <a:p>
                      <a:pPr algn="r">
                        <a:buNone/>
                      </a:pPr>
                      <a:r>
                        <a:rPr lang="en-US" sz="1200" b="1" dirty="0">
                          <a:solidFill>
                            <a:schemeClr val="tx1">
                              <a:lumMod val="50000"/>
                            </a:schemeClr>
                          </a:solidFill>
                        </a:rPr>
                        <a:t>Pour les </a:t>
                      </a:r>
                      <a:r>
                        <a:rPr lang="en-US" sz="1200" b="1" dirty="0" err="1">
                          <a:solidFill>
                            <a:schemeClr val="tx1">
                              <a:lumMod val="50000"/>
                            </a:schemeClr>
                          </a:solidFill>
                        </a:rPr>
                        <a:t>entités</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Plusieurs de ces fonctions n'existent dans aucune API du marché français aujourd'hui.</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L'API devient un service exploité avec des engagements publics et opposables.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FR" sz="1050" dirty="0">
                          <a:solidFill>
                            <a:schemeClr val="tx1">
                              <a:lumMod val="50000"/>
                            </a:schemeClr>
                          </a:solidFill>
                        </a:rPr>
                        <a:t>Audit de tous les parcours d'accès des tiers, y compris ceux jugés conformes hier.</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sp>
        <p:nvSpPr>
          <p:cNvPr id="14" name="ZoneTexte 13">
            <a:extLst>
              <a:ext uri="{FF2B5EF4-FFF2-40B4-BE49-F238E27FC236}">
                <a16:creationId xmlns:a16="http://schemas.microsoft.com/office/drawing/2014/main" id="{ED1F4126-D25B-5614-1CC3-805EED356A52}"/>
              </a:ext>
            </a:extLst>
          </p:cNvPr>
          <p:cNvSpPr txBox="1"/>
          <p:nvPr/>
        </p:nvSpPr>
        <p:spPr>
          <a:xfrm>
            <a:off x="631297" y="4099035"/>
            <a:ext cx="10960672" cy="461665"/>
          </a:xfrm>
          <a:prstGeom prst="rect">
            <a:avLst/>
          </a:prstGeom>
          <a:noFill/>
        </p:spPr>
        <p:txBody>
          <a:bodyPr wrap="square">
            <a:spAutoFit/>
          </a:bodyPr>
          <a:lstStyle/>
          <a:p>
            <a:pPr algn="ctr"/>
            <a:r>
              <a:rPr lang="fr-FR" sz="1200" dirty="0">
                <a:solidFill>
                  <a:schemeClr val="tx1">
                    <a:lumMod val="50000"/>
                  </a:schemeClr>
                </a:solidFill>
              </a:rPr>
              <a:t>⚠️</a:t>
            </a:r>
            <a:r>
              <a:rPr lang="en-US" sz="1200" dirty="0">
                <a:solidFill>
                  <a:schemeClr val="tx1">
                    <a:lumMod val="50000"/>
                  </a:schemeClr>
                </a:solidFill>
              </a:rPr>
              <a:t>Le PSR </a:t>
            </a:r>
            <a:r>
              <a:rPr lang="en-US" sz="1200" dirty="0" err="1">
                <a:solidFill>
                  <a:schemeClr val="tx1">
                    <a:lumMod val="50000"/>
                  </a:schemeClr>
                </a:solidFill>
              </a:rPr>
              <a:t>n'impose</a:t>
            </a:r>
            <a:r>
              <a:rPr lang="en-US" sz="1200" dirty="0">
                <a:solidFill>
                  <a:schemeClr val="tx1">
                    <a:lumMod val="50000"/>
                  </a:schemeClr>
                </a:solidFill>
              </a:rPr>
              <a:t> </a:t>
            </a:r>
            <a:r>
              <a:rPr lang="en-US" sz="1200" dirty="0" err="1">
                <a:solidFill>
                  <a:schemeClr val="tx1">
                    <a:lumMod val="50000"/>
                  </a:schemeClr>
                </a:solidFill>
              </a:rPr>
              <a:t>aucun</a:t>
            </a:r>
            <a:r>
              <a:rPr lang="en-US" sz="1200" dirty="0">
                <a:solidFill>
                  <a:schemeClr val="tx1">
                    <a:lumMod val="50000"/>
                  </a:schemeClr>
                </a:solidFill>
              </a:rPr>
              <a:t> standard </a:t>
            </a:r>
            <a:r>
              <a:rPr lang="en-US" sz="1200" dirty="0" err="1">
                <a:solidFill>
                  <a:schemeClr val="tx1">
                    <a:lumMod val="50000"/>
                  </a:schemeClr>
                </a:solidFill>
              </a:rPr>
              <a:t>d'API</a:t>
            </a:r>
            <a:r>
              <a:rPr lang="en-US" sz="1200" dirty="0">
                <a:solidFill>
                  <a:schemeClr val="tx1">
                    <a:lumMod val="50000"/>
                  </a:schemeClr>
                </a:solidFill>
              </a:rPr>
              <a:t>. Il impose des </a:t>
            </a:r>
            <a:r>
              <a:rPr lang="en-US" sz="1200" dirty="0" err="1">
                <a:solidFill>
                  <a:schemeClr val="tx1">
                    <a:lumMod val="50000"/>
                  </a:schemeClr>
                </a:solidFill>
              </a:rPr>
              <a:t>propriétés</a:t>
            </a:r>
            <a:r>
              <a:rPr lang="en-US" sz="1200" dirty="0">
                <a:solidFill>
                  <a:schemeClr val="tx1">
                    <a:lumMod val="50000"/>
                  </a:schemeClr>
                </a:solidFill>
              </a:rPr>
              <a:t> </a:t>
            </a:r>
            <a:r>
              <a:rPr lang="en-US" sz="1200" dirty="0" err="1">
                <a:solidFill>
                  <a:schemeClr val="tx1">
                    <a:lumMod val="50000"/>
                  </a:schemeClr>
                </a:solidFill>
              </a:rPr>
              <a:t>fonctionnelles</a:t>
            </a:r>
            <a:r>
              <a:rPr lang="en-US" sz="1200" dirty="0">
                <a:solidFill>
                  <a:schemeClr val="tx1">
                    <a:lumMod val="50000"/>
                  </a:schemeClr>
                </a:solidFill>
              </a:rPr>
              <a:t>. </a:t>
            </a:r>
            <a:r>
              <a:rPr lang="en-US" sz="1200" dirty="0" err="1">
                <a:solidFill>
                  <a:schemeClr val="tx1">
                    <a:lumMod val="50000"/>
                  </a:schemeClr>
                </a:solidFill>
              </a:rPr>
              <a:t>Rester</a:t>
            </a:r>
            <a:r>
              <a:rPr lang="en-US" sz="1200" dirty="0">
                <a:solidFill>
                  <a:schemeClr val="tx1">
                    <a:lumMod val="50000"/>
                  </a:schemeClr>
                </a:solidFill>
              </a:rPr>
              <a:t> sur STET est </a:t>
            </a:r>
            <a:r>
              <a:rPr lang="en-US" sz="1200" dirty="0" err="1">
                <a:solidFill>
                  <a:schemeClr val="tx1">
                    <a:lumMod val="50000"/>
                  </a:schemeClr>
                </a:solidFill>
              </a:rPr>
              <a:t>donc</a:t>
            </a:r>
            <a:r>
              <a:rPr lang="en-US" sz="1200" dirty="0">
                <a:solidFill>
                  <a:schemeClr val="tx1">
                    <a:lumMod val="50000"/>
                  </a:schemeClr>
                </a:solidFill>
              </a:rPr>
              <a:t> </a:t>
            </a:r>
            <a:r>
              <a:rPr lang="en-US" sz="1200" dirty="0" err="1">
                <a:solidFill>
                  <a:schemeClr val="tx1">
                    <a:lumMod val="50000"/>
                  </a:schemeClr>
                </a:solidFill>
              </a:rPr>
              <a:t>parfaitement</a:t>
            </a:r>
            <a:r>
              <a:rPr lang="en-US" sz="1200" dirty="0">
                <a:solidFill>
                  <a:schemeClr val="tx1">
                    <a:lumMod val="50000"/>
                  </a:schemeClr>
                </a:solidFill>
              </a:rPr>
              <a:t> </a:t>
            </a:r>
            <a:r>
              <a:rPr lang="en-US" sz="1200" dirty="0" err="1">
                <a:solidFill>
                  <a:schemeClr val="tx1">
                    <a:lumMod val="50000"/>
                  </a:schemeClr>
                </a:solidFill>
              </a:rPr>
              <a:t>légal</a:t>
            </a:r>
            <a:r>
              <a:rPr lang="en-US" sz="1200" dirty="0">
                <a:solidFill>
                  <a:schemeClr val="tx1">
                    <a:lumMod val="50000"/>
                  </a:schemeClr>
                </a:solidFill>
              </a:rPr>
              <a:t>. La question de la bascule se pose pour des raisons </a:t>
            </a:r>
            <a:r>
              <a:rPr lang="en-US" sz="1200" dirty="0" err="1">
                <a:solidFill>
                  <a:schemeClr val="tx1">
                    <a:lumMod val="50000"/>
                  </a:schemeClr>
                </a:solidFill>
              </a:rPr>
              <a:t>d'écosystème</a:t>
            </a:r>
            <a:r>
              <a:rPr lang="en-US" sz="1200" dirty="0">
                <a:solidFill>
                  <a:schemeClr val="tx1">
                    <a:lumMod val="50000"/>
                  </a:schemeClr>
                </a:solidFill>
              </a:rPr>
              <a:t>, de </a:t>
            </a:r>
            <a:r>
              <a:rPr lang="en-US" sz="1200" dirty="0" err="1">
                <a:solidFill>
                  <a:schemeClr val="tx1">
                    <a:lumMod val="50000"/>
                  </a:schemeClr>
                </a:solidFill>
              </a:rPr>
              <a:t>coût</a:t>
            </a:r>
            <a:r>
              <a:rPr lang="en-US" sz="1200" dirty="0">
                <a:solidFill>
                  <a:schemeClr val="tx1">
                    <a:lumMod val="50000"/>
                  </a:schemeClr>
                </a:solidFill>
              </a:rPr>
              <a:t> de </a:t>
            </a:r>
            <a:r>
              <a:rPr lang="en-US" sz="1200" dirty="0" err="1">
                <a:solidFill>
                  <a:schemeClr val="tx1">
                    <a:lumMod val="50000"/>
                  </a:schemeClr>
                </a:solidFill>
              </a:rPr>
              <a:t>spécification</a:t>
            </a:r>
            <a:r>
              <a:rPr lang="en-US" sz="1200" dirty="0">
                <a:solidFill>
                  <a:schemeClr val="tx1">
                    <a:lumMod val="50000"/>
                  </a:schemeClr>
                </a:solidFill>
              </a:rPr>
              <a:t>, </a:t>
            </a:r>
            <a:r>
              <a:rPr lang="en-US" sz="1200" dirty="0" err="1">
                <a:solidFill>
                  <a:schemeClr val="tx1">
                    <a:lumMod val="50000"/>
                  </a:schemeClr>
                </a:solidFill>
              </a:rPr>
              <a:t>d’harmonisation</a:t>
            </a:r>
            <a:r>
              <a:rPr lang="en-US" sz="1200" dirty="0">
                <a:solidFill>
                  <a:schemeClr val="tx1">
                    <a:lumMod val="50000"/>
                  </a:schemeClr>
                </a:solidFill>
              </a:rPr>
              <a:t>, etc. </a:t>
            </a:r>
            <a:endParaRPr lang="fr-FR" sz="1200" b="1" dirty="0">
              <a:solidFill>
                <a:schemeClr val="tx1">
                  <a:lumMod val="50000"/>
                </a:schemeClr>
              </a:solidFill>
            </a:endParaRPr>
          </a:p>
        </p:txBody>
      </p:sp>
      <p:graphicFrame>
        <p:nvGraphicFramePr>
          <p:cNvPr id="16" name="Tableau 15">
            <a:extLst>
              <a:ext uri="{FF2B5EF4-FFF2-40B4-BE49-F238E27FC236}">
                <a16:creationId xmlns:a16="http://schemas.microsoft.com/office/drawing/2014/main" id="{D8CA86D8-4E10-41E5-9C7B-9463319F2685}"/>
              </a:ext>
            </a:extLst>
          </p:cNvPr>
          <p:cNvGraphicFramePr>
            <a:graphicFrameLocks noGrp="1"/>
          </p:cNvGraphicFramePr>
          <p:nvPr>
            <p:extLst>
              <p:ext uri="{D42A27DB-BD31-4B8C-83A1-F6EECF244321}">
                <p14:modId xmlns:p14="http://schemas.microsoft.com/office/powerpoint/2010/main" val="2586315937"/>
              </p:ext>
            </p:extLst>
          </p:nvPr>
        </p:nvGraphicFramePr>
        <p:xfrm>
          <a:off x="631297" y="5069374"/>
          <a:ext cx="10960671" cy="1005840"/>
        </p:xfrm>
        <a:graphic>
          <a:graphicData uri="http://schemas.openxmlformats.org/drawingml/2006/table">
            <a:tbl>
              <a:tblPr firstRow="1" bandRow="1">
                <a:tableStyleId>{5940675A-B579-460E-94D1-54222C63F5DA}</a:tableStyleId>
              </a:tblPr>
              <a:tblGrid>
                <a:gridCol w="2584869">
                  <a:extLst>
                    <a:ext uri="{9D8B030D-6E8A-4147-A177-3AD203B41FA5}">
                      <a16:colId xmlns:a16="http://schemas.microsoft.com/office/drawing/2014/main" val="1123917366"/>
                    </a:ext>
                  </a:extLst>
                </a:gridCol>
                <a:gridCol w="3405351">
                  <a:extLst>
                    <a:ext uri="{9D8B030D-6E8A-4147-A177-3AD203B41FA5}">
                      <a16:colId xmlns:a16="http://schemas.microsoft.com/office/drawing/2014/main" val="2695273750"/>
                    </a:ext>
                  </a:extLst>
                </a:gridCol>
                <a:gridCol w="4970451">
                  <a:extLst>
                    <a:ext uri="{9D8B030D-6E8A-4147-A177-3AD203B41FA5}">
                      <a16:colId xmlns:a16="http://schemas.microsoft.com/office/drawing/2014/main" val="3184738081"/>
                    </a:ext>
                  </a:extLst>
                </a:gridCol>
              </a:tblGrid>
              <a:tr h="0">
                <a:tc>
                  <a:txBody>
                    <a:bodyPr/>
                    <a:lstStyle/>
                    <a:p>
                      <a:pPr marL="228600" marR="0" lvl="0" indent="-228600" algn="ctr" defTabSz="914400" rtl="0" eaLnBrk="1" fontAlgn="auto" latinLnBrk="0" hangingPunct="1">
                        <a:lnSpc>
                          <a:spcPct val="100000"/>
                        </a:lnSpc>
                        <a:spcBef>
                          <a:spcPts val="0"/>
                        </a:spcBef>
                        <a:spcAft>
                          <a:spcPts val="0"/>
                        </a:spcAft>
                        <a:buClrTx/>
                        <a:buSzTx/>
                        <a:buFontTx/>
                        <a:buAutoNum type="arabicPeriod"/>
                        <a:tabLst/>
                        <a:defRPr/>
                      </a:pPr>
                      <a:r>
                        <a:rPr lang="fr-FR" sz="1200" b="1" dirty="0">
                          <a:solidFill>
                            <a:schemeClr val="tx1">
                              <a:lumMod val="50000"/>
                            </a:schemeClr>
                          </a:solidFill>
                        </a:rPr>
                        <a:t>CE QUE LE TEXTE DIT</a:t>
                      </a:r>
                      <a:endParaRPr lang="en-US" sz="800" i="1"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2. </a:t>
                      </a:r>
                      <a:r>
                        <a:rPr lang="fr-FR" sz="1200" b="1" dirty="0">
                          <a:solidFill>
                            <a:schemeClr val="tx1">
                              <a:lumMod val="50000"/>
                            </a:schemeClr>
                          </a:solidFill>
                        </a:rPr>
                        <a:t>POURQUOI LA QUESTION SE POSE</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schemeClr>
                          </a:solidFill>
                        </a:rPr>
                        <a:t>3. POURQUOI C’EST DIFFICILE</a:t>
                      </a:r>
                      <a:endParaRPr lang="en-US" sz="1200" dirty="0">
                        <a:solidFill>
                          <a:schemeClr val="tx1">
                            <a:lumMod val="50000"/>
                          </a:schemeClr>
                        </a:solidFill>
                      </a:endParaRP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131708"/>
                  </a:ext>
                </a:extLst>
              </a:tr>
              <a:tr h="532551">
                <a:tc>
                  <a:txBody>
                    <a:bodyPr/>
                    <a:lstStyle/>
                    <a:p>
                      <a:pPr algn="ctr">
                        <a:buNone/>
                      </a:pPr>
                      <a:r>
                        <a:rPr lang="fr-FR" sz="1050" dirty="0">
                          <a:solidFill>
                            <a:schemeClr val="tx1">
                              <a:lumMod val="50000"/>
                            </a:schemeClr>
                          </a:solidFill>
                        </a:rPr>
                        <a:t>Aucun standard imposé. Des propriétés à respecter : parité, performance publiée, tableau de bord, obstacles interdits.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fr-FR" sz="1050" dirty="0">
                          <a:solidFill>
                            <a:schemeClr val="tx1">
                              <a:lumMod val="50000"/>
                            </a:schemeClr>
                          </a:solidFill>
                        </a:rPr>
                        <a:t>Les neuf fonctions nouvelles et les métriques doivent être spécifiées quelque part. Berlin Group couvre la majorité des banques européennes ; STET repose sur un écosystème plus étroit.</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buNone/>
                      </a:pPr>
                      <a:r>
                        <a:rPr lang="fr-FR" sz="1050" dirty="0">
                          <a:solidFill>
                            <a:schemeClr val="tx1">
                              <a:lumMod val="50000"/>
                            </a:schemeClr>
                          </a:solidFill>
                        </a:rPr>
                        <a:t>Ce n'est pas un remplacement d'API mais une réintégration avec chaque prestataire tiers connecté, donc un coût externe et subi. Double exploitation pendant la transition. Le modèle de consentement diffère, et le serveur d'autorisation, les codes d'erreur et les parcours de redirection y sont couplés.</a:t>
                      </a:r>
                      <a:endParaRPr lang="en-US" sz="105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bl>
          </a:graphicData>
        </a:graphic>
      </p:graphicFrame>
      <p:sp>
        <p:nvSpPr>
          <p:cNvPr id="19" name="Triangle isocèle 18">
            <a:extLst>
              <a:ext uri="{FF2B5EF4-FFF2-40B4-BE49-F238E27FC236}">
                <a16:creationId xmlns:a16="http://schemas.microsoft.com/office/drawing/2014/main" id="{A662B0FC-EA17-7545-0ECA-9E75A3ADCE63}"/>
              </a:ext>
            </a:extLst>
          </p:cNvPr>
          <p:cNvSpPr/>
          <p:nvPr/>
        </p:nvSpPr>
        <p:spPr>
          <a:xfrm flipV="1">
            <a:off x="626493" y="4723039"/>
            <a:ext cx="10965476" cy="164584"/>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8608B92-4238-6520-48AC-F0346821D37C}"/>
              </a:ext>
            </a:extLst>
          </p:cNvPr>
          <p:cNvSpPr txBox="1"/>
          <p:nvPr/>
        </p:nvSpPr>
        <p:spPr>
          <a:xfrm>
            <a:off x="613533" y="6199485"/>
            <a:ext cx="10964935" cy="307777"/>
          </a:xfrm>
          <a:prstGeom prst="rect">
            <a:avLst/>
          </a:prstGeom>
          <a:noFill/>
        </p:spPr>
        <p:txBody>
          <a:bodyPr wrap="square">
            <a:spAutoFit/>
          </a:bodyPr>
          <a:lstStyle/>
          <a:p>
            <a:pPr algn="ctr"/>
            <a:r>
              <a:rPr lang="en-US" sz="1400" dirty="0">
                <a:solidFill>
                  <a:schemeClr val="tx1">
                    <a:lumMod val="50000"/>
                  </a:schemeClr>
                </a:solidFill>
              </a:rPr>
              <a:t>La question </a:t>
            </a:r>
            <a:r>
              <a:rPr lang="en-US" sz="1400" dirty="0" err="1">
                <a:solidFill>
                  <a:schemeClr val="tx1">
                    <a:lumMod val="50000"/>
                  </a:schemeClr>
                </a:solidFill>
              </a:rPr>
              <a:t>n’est</a:t>
            </a:r>
            <a:r>
              <a:rPr lang="en-US" sz="1400" dirty="0">
                <a:solidFill>
                  <a:schemeClr val="tx1">
                    <a:lumMod val="50000"/>
                  </a:schemeClr>
                </a:solidFill>
              </a:rPr>
              <a:t> </a:t>
            </a:r>
            <a:r>
              <a:rPr lang="en-US" sz="1400" dirty="0" err="1">
                <a:solidFill>
                  <a:schemeClr val="tx1">
                    <a:lumMod val="50000"/>
                  </a:schemeClr>
                </a:solidFill>
              </a:rPr>
              <a:t>donc</a:t>
            </a:r>
            <a:r>
              <a:rPr lang="en-US" sz="1400" dirty="0">
                <a:solidFill>
                  <a:schemeClr val="tx1">
                    <a:lumMod val="50000"/>
                  </a:schemeClr>
                </a:solidFill>
              </a:rPr>
              <a:t> plus “</a:t>
            </a:r>
            <a:r>
              <a:rPr lang="en-US" sz="1400" dirty="0" err="1">
                <a:solidFill>
                  <a:schemeClr val="tx1">
                    <a:lumMod val="50000"/>
                  </a:schemeClr>
                </a:solidFill>
              </a:rPr>
              <a:t>si</a:t>
            </a:r>
            <a:r>
              <a:rPr lang="en-US" sz="1400" dirty="0">
                <a:solidFill>
                  <a:schemeClr val="tx1">
                    <a:lumMod val="50000"/>
                  </a:schemeClr>
                </a:solidFill>
              </a:rPr>
              <a:t>” </a:t>
            </a:r>
            <a:r>
              <a:rPr lang="en-US" sz="1400" dirty="0" err="1">
                <a:solidFill>
                  <a:schemeClr val="tx1">
                    <a:lumMod val="50000"/>
                  </a:schemeClr>
                </a:solidFill>
              </a:rPr>
              <a:t>basculer</a:t>
            </a:r>
            <a:r>
              <a:rPr lang="en-US" sz="1400" dirty="0">
                <a:solidFill>
                  <a:schemeClr val="tx1">
                    <a:lumMod val="50000"/>
                  </a:schemeClr>
                </a:solidFill>
              </a:rPr>
              <a:t>, </a:t>
            </a:r>
            <a:r>
              <a:rPr lang="en-US" sz="1400" dirty="0" err="1">
                <a:solidFill>
                  <a:schemeClr val="tx1">
                    <a:lumMod val="50000"/>
                  </a:schemeClr>
                </a:solidFill>
              </a:rPr>
              <a:t>mais</a:t>
            </a:r>
            <a:r>
              <a:rPr lang="en-US" sz="1400" dirty="0">
                <a:solidFill>
                  <a:schemeClr val="tx1">
                    <a:lumMod val="50000"/>
                  </a:schemeClr>
                </a:solidFill>
              </a:rPr>
              <a:t> “</a:t>
            </a:r>
            <a:r>
              <a:rPr lang="en-US" sz="1400" b="1" dirty="0" err="1">
                <a:solidFill>
                  <a:schemeClr val="tx1">
                    <a:lumMod val="50000"/>
                  </a:schemeClr>
                </a:solidFill>
              </a:rPr>
              <a:t>quand</a:t>
            </a:r>
            <a:r>
              <a:rPr lang="en-US" sz="1400" b="1" dirty="0">
                <a:solidFill>
                  <a:schemeClr val="tx1">
                    <a:lumMod val="50000"/>
                  </a:schemeClr>
                </a:solidFill>
              </a:rPr>
              <a:t>” </a:t>
            </a:r>
            <a:r>
              <a:rPr lang="en-US" sz="1400" b="1" dirty="0" err="1">
                <a:solidFill>
                  <a:schemeClr val="tx1">
                    <a:lumMod val="50000"/>
                  </a:schemeClr>
                </a:solidFill>
              </a:rPr>
              <a:t>déclencher</a:t>
            </a:r>
            <a:r>
              <a:rPr lang="en-US" sz="1400" b="1" dirty="0">
                <a:solidFill>
                  <a:schemeClr val="tx1">
                    <a:lumMod val="50000"/>
                  </a:schemeClr>
                </a:solidFill>
              </a:rPr>
              <a:t> la migration et </a:t>
            </a:r>
            <a:r>
              <a:rPr lang="en-US" sz="1400" b="1" dirty="0" err="1">
                <a:solidFill>
                  <a:schemeClr val="tx1">
                    <a:lumMod val="50000"/>
                  </a:schemeClr>
                </a:solidFill>
              </a:rPr>
              <a:t>selon</a:t>
            </a:r>
            <a:r>
              <a:rPr lang="en-US" sz="1400" b="1" dirty="0">
                <a:solidFill>
                  <a:schemeClr val="tx1">
                    <a:lumMod val="50000"/>
                  </a:schemeClr>
                </a:solidFill>
              </a:rPr>
              <a:t> quelle </a:t>
            </a:r>
            <a:r>
              <a:rPr lang="en-US" sz="1400" b="1" dirty="0" err="1">
                <a:solidFill>
                  <a:schemeClr val="tx1">
                    <a:lumMod val="50000"/>
                  </a:schemeClr>
                </a:solidFill>
              </a:rPr>
              <a:t>trajectoire</a:t>
            </a:r>
            <a:r>
              <a:rPr lang="en-US" sz="1400" b="1" dirty="0">
                <a:solidFill>
                  <a:schemeClr val="tx1">
                    <a:lumMod val="50000"/>
                  </a:schemeClr>
                </a:solidFill>
              </a:rPr>
              <a:t> de coexistence.</a:t>
            </a:r>
            <a:endParaRPr lang="fr-FR" sz="1400" b="1" dirty="0">
              <a:solidFill>
                <a:schemeClr val="tx1">
                  <a:lumMod val="50000"/>
                </a:schemeClr>
              </a:solidFill>
            </a:endParaRPr>
          </a:p>
        </p:txBody>
      </p:sp>
    </p:spTree>
    <p:extLst>
      <p:ext uri="{BB962C8B-B14F-4D97-AF65-F5344CB8AC3E}">
        <p14:creationId xmlns:p14="http://schemas.microsoft.com/office/powerpoint/2010/main" val="1820732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26CA4-2AF5-7AF9-E921-E2F252634193}"/>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57218F02-4D41-A720-2A24-2E3E6B8217D9}"/>
              </a:ext>
            </a:extLst>
          </p:cNvPr>
          <p:cNvSpPr>
            <a:spLocks noGrp="1"/>
          </p:cNvSpPr>
          <p:nvPr>
            <p:ph type="body" sz="quarter" idx="10"/>
          </p:nvPr>
        </p:nvSpPr>
        <p:spPr>
          <a:xfrm>
            <a:off x="631297" y="514654"/>
            <a:ext cx="10955866" cy="200893"/>
          </a:xfrm>
        </p:spPr>
        <p:txBody>
          <a:bodyPr vert="horz" lIns="0" tIns="0" rIns="0" bIns="0" rtlCol="0" anchor="ctr">
            <a:noAutofit/>
          </a:bodyPr>
          <a:lstStyle/>
          <a:p>
            <a:pPr indent="1077913"/>
            <a:r>
              <a:rPr lang="en-US" sz="1800" dirty="0"/>
              <a:t>LA CIBLE BERLIN GROUP ÉTANT </a:t>
            </a:r>
            <a:r>
              <a:rPr lang="en-US" sz="1800" dirty="0" err="1"/>
              <a:t>préssentie</a:t>
            </a:r>
            <a:r>
              <a:rPr lang="en-US" sz="1800" dirty="0"/>
              <a:t>, LE PRINCIPAL ARBITRAGE PORTE DÉSORMAIS SUR LE MOMENT ET LES MODALITÉS DE LA BASCULE</a:t>
            </a:r>
            <a:endParaRPr lang="fr-FR" sz="1800" u="sng" noProof="0" dirty="0">
              <a:latin typeface="+mn-lt"/>
            </a:endParaRPr>
          </a:p>
        </p:txBody>
      </p:sp>
      <p:sp>
        <p:nvSpPr>
          <p:cNvPr id="3" name="Rectangle 2">
            <a:extLst>
              <a:ext uri="{FF2B5EF4-FFF2-40B4-BE49-F238E27FC236}">
                <a16:creationId xmlns:a16="http://schemas.microsoft.com/office/drawing/2014/main" id="{8F10024A-A2F0-61F0-886F-81A61A449C94}"/>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dirty="0">
                <a:solidFill>
                  <a:schemeClr val="tx1">
                    <a:lumMod val="50000"/>
                  </a:schemeClr>
                </a:solidFill>
              </a:rPr>
              <a:t>Le maintien temporaire de STET permet de limiter le risque de migration immédiate, mais prolonge la coexistence des deux standards. </a:t>
            </a:r>
            <a:r>
              <a:rPr lang="fr-FR" sz="1200" b="1" dirty="0">
                <a:solidFill>
                  <a:schemeClr val="tx1">
                    <a:lumMod val="50000"/>
                  </a:schemeClr>
                </a:solidFill>
              </a:rPr>
              <a:t>L’enjeu est donc d’identifier les conditions qui déclencheraient la bascule et de préparer une trajectoire permettant de les saisir sans migration subie.</a:t>
            </a:r>
          </a:p>
        </p:txBody>
      </p:sp>
      <p:sp>
        <p:nvSpPr>
          <p:cNvPr id="274" name="Rectangle : coins arrondis 273">
            <a:extLst>
              <a:ext uri="{FF2B5EF4-FFF2-40B4-BE49-F238E27FC236}">
                <a16:creationId xmlns:a16="http://schemas.microsoft.com/office/drawing/2014/main" id="{3432EEC7-F157-9FDF-6A13-05E395F74F1A}"/>
              </a:ext>
            </a:extLst>
          </p:cNvPr>
          <p:cNvSpPr/>
          <p:nvPr/>
        </p:nvSpPr>
        <p:spPr>
          <a:xfrm>
            <a:off x="631297" y="344776"/>
            <a:ext cx="998233" cy="23398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FOCUS API</a:t>
            </a:r>
          </a:p>
        </p:txBody>
      </p:sp>
      <p:pic>
        <p:nvPicPr>
          <p:cNvPr id="14" name="Image 13" descr="Logo Stet">
            <a:extLst>
              <a:ext uri="{FF2B5EF4-FFF2-40B4-BE49-F238E27FC236}">
                <a16:creationId xmlns:a16="http://schemas.microsoft.com/office/drawing/2014/main" id="{D4ED30C0-D732-0CBA-9137-740B78109338}"/>
              </a:ext>
            </a:extLst>
          </p:cNvPr>
          <p:cNvPicPr>
            <a:picLocks noChangeAspect="1"/>
          </p:cNvPicPr>
          <p:nvPr/>
        </p:nvPicPr>
        <p:blipFill>
          <a:blip r:embed="rId3"/>
          <a:srcRect l="18000" t="32896" r="16750" b="30881"/>
          <a:stretch>
            <a:fillRect/>
          </a:stretch>
        </p:blipFill>
        <p:spPr>
          <a:xfrm>
            <a:off x="653812" y="2151748"/>
            <a:ext cx="1181215" cy="356288"/>
          </a:xfrm>
          <a:prstGeom prst="rect">
            <a:avLst/>
          </a:prstGeom>
        </p:spPr>
      </p:pic>
      <p:sp>
        <p:nvSpPr>
          <p:cNvPr id="16" name="ZoneTexte 15">
            <a:extLst>
              <a:ext uri="{FF2B5EF4-FFF2-40B4-BE49-F238E27FC236}">
                <a16:creationId xmlns:a16="http://schemas.microsoft.com/office/drawing/2014/main" id="{44A050EA-FF0E-750C-DD6C-F07B39572A04}"/>
              </a:ext>
            </a:extLst>
          </p:cNvPr>
          <p:cNvSpPr txBox="1"/>
          <p:nvPr/>
        </p:nvSpPr>
        <p:spPr>
          <a:xfrm>
            <a:off x="653812" y="2508036"/>
            <a:ext cx="5550138" cy="1015663"/>
          </a:xfrm>
          <a:prstGeom prst="rect">
            <a:avLst/>
          </a:prstGeom>
          <a:noFill/>
        </p:spPr>
        <p:txBody>
          <a:bodyPr wrap="square" rtlCol="0">
            <a:spAutoFit/>
          </a:bodyPr>
          <a:lstStyle/>
          <a:p>
            <a:r>
              <a:rPr lang="fr-FR" sz="1200" b="1" i="1" u="sng" dirty="0">
                <a:solidFill>
                  <a:schemeClr val="tx1">
                    <a:lumMod val="50000"/>
                  </a:schemeClr>
                </a:solidFill>
              </a:rPr>
              <a:t>Aujourd’hui :</a:t>
            </a:r>
          </a:p>
          <a:p>
            <a:pPr marL="285750" lvl="0" indent="-285750">
              <a:buFont typeface="Arial" panose="020B0604020202020204" pitchFamily="34" charset="0"/>
              <a:buChar char="•"/>
            </a:pPr>
            <a:r>
              <a:rPr lang="en-US" sz="1200" dirty="0">
                <a:solidFill>
                  <a:schemeClr val="tx1">
                    <a:lumMod val="50000"/>
                  </a:schemeClr>
                </a:solidFill>
              </a:rPr>
              <a:t>Socle </a:t>
            </a:r>
            <a:r>
              <a:rPr lang="en-US" sz="1200" dirty="0" err="1">
                <a:solidFill>
                  <a:schemeClr val="tx1">
                    <a:lumMod val="50000"/>
                  </a:schemeClr>
                </a:solidFill>
              </a:rPr>
              <a:t>historique</a:t>
            </a:r>
            <a:r>
              <a:rPr lang="en-US" sz="1200" dirty="0">
                <a:solidFill>
                  <a:schemeClr val="tx1">
                    <a:lumMod val="50000"/>
                  </a:schemeClr>
                </a:solidFill>
              </a:rPr>
              <a:t> de </a:t>
            </a:r>
            <a:r>
              <a:rPr lang="en-US" sz="1200" dirty="0" err="1">
                <a:solidFill>
                  <a:schemeClr val="tx1">
                    <a:lumMod val="50000"/>
                  </a:schemeClr>
                </a:solidFill>
              </a:rPr>
              <a:t>l’Open</a:t>
            </a:r>
            <a:r>
              <a:rPr lang="en-US" sz="1200" dirty="0">
                <a:solidFill>
                  <a:schemeClr val="tx1">
                    <a:lumMod val="50000"/>
                  </a:schemeClr>
                </a:solidFill>
              </a:rPr>
              <a:t> Banking français </a:t>
            </a:r>
          </a:p>
          <a:p>
            <a:pPr marL="285750" lvl="0" indent="-285750">
              <a:buFont typeface="Arial" panose="020B0604020202020204" pitchFamily="34" charset="0"/>
              <a:buChar char="•"/>
            </a:pPr>
            <a:r>
              <a:rPr lang="en-US" sz="1200" dirty="0" err="1">
                <a:solidFill>
                  <a:schemeClr val="tx1">
                    <a:lumMod val="50000"/>
                  </a:schemeClr>
                </a:solidFill>
              </a:rPr>
              <a:t>Dernière</a:t>
            </a:r>
            <a:r>
              <a:rPr lang="en-US" sz="1200" dirty="0">
                <a:solidFill>
                  <a:schemeClr val="tx1">
                    <a:lumMod val="50000"/>
                  </a:schemeClr>
                </a:solidFill>
              </a:rPr>
              <a:t> version </a:t>
            </a:r>
            <a:r>
              <a:rPr lang="en-US" sz="1200" dirty="0" err="1">
                <a:solidFill>
                  <a:schemeClr val="tx1">
                    <a:lumMod val="50000"/>
                  </a:schemeClr>
                </a:solidFill>
              </a:rPr>
              <a:t>publiée</a:t>
            </a:r>
            <a:r>
              <a:rPr lang="en-US" sz="1200" dirty="0">
                <a:solidFill>
                  <a:schemeClr val="tx1">
                    <a:lumMod val="50000"/>
                  </a:schemeClr>
                </a:solidFill>
              </a:rPr>
              <a:t> </a:t>
            </a:r>
            <a:r>
              <a:rPr lang="en-US" sz="1200" dirty="0" err="1">
                <a:solidFill>
                  <a:schemeClr val="tx1">
                    <a:lumMod val="50000"/>
                  </a:schemeClr>
                </a:solidFill>
              </a:rPr>
              <a:t>en</a:t>
            </a:r>
            <a:r>
              <a:rPr lang="en-US" sz="1200" dirty="0">
                <a:solidFill>
                  <a:schemeClr val="tx1">
                    <a:lumMod val="50000"/>
                  </a:schemeClr>
                </a:solidFill>
              </a:rPr>
              <a:t> 2022 </a:t>
            </a:r>
          </a:p>
          <a:p>
            <a:pPr marL="285750" lvl="0" indent="-285750">
              <a:buFont typeface="Arial" panose="020B0604020202020204" pitchFamily="34" charset="0"/>
              <a:buChar char="•"/>
            </a:pPr>
            <a:r>
              <a:rPr lang="en-US" sz="1200" dirty="0" err="1">
                <a:solidFill>
                  <a:schemeClr val="tx1">
                    <a:lumMod val="50000"/>
                  </a:schemeClr>
                </a:solidFill>
              </a:rPr>
              <a:t>Écosystème</a:t>
            </a:r>
            <a:r>
              <a:rPr lang="en-US" sz="1200" dirty="0">
                <a:solidFill>
                  <a:schemeClr val="tx1">
                    <a:lumMod val="50000"/>
                  </a:schemeClr>
                </a:solidFill>
              </a:rPr>
              <a:t> TPP </a:t>
            </a:r>
            <a:r>
              <a:rPr lang="en-US" sz="1200" dirty="0" err="1">
                <a:solidFill>
                  <a:schemeClr val="tx1">
                    <a:lumMod val="50000"/>
                  </a:schemeClr>
                </a:solidFill>
              </a:rPr>
              <a:t>actuellement</a:t>
            </a:r>
            <a:r>
              <a:rPr lang="en-US" sz="1200" dirty="0">
                <a:solidFill>
                  <a:schemeClr val="tx1">
                    <a:lumMod val="50000"/>
                  </a:schemeClr>
                </a:solidFill>
              </a:rPr>
              <a:t> </a:t>
            </a:r>
            <a:r>
              <a:rPr lang="en-US" sz="1200" dirty="0" err="1">
                <a:solidFill>
                  <a:schemeClr val="tx1">
                    <a:lumMod val="50000"/>
                  </a:schemeClr>
                </a:solidFill>
              </a:rPr>
              <a:t>intégré</a:t>
            </a:r>
            <a:r>
              <a:rPr lang="en-US" sz="1200" dirty="0">
                <a:solidFill>
                  <a:schemeClr val="tx1">
                    <a:lumMod val="50000"/>
                  </a:schemeClr>
                </a:solidFill>
              </a:rPr>
              <a:t> sur </a:t>
            </a:r>
            <a:r>
              <a:rPr lang="en-US" sz="1200" dirty="0" err="1">
                <a:solidFill>
                  <a:schemeClr val="tx1">
                    <a:lumMod val="50000"/>
                  </a:schemeClr>
                </a:solidFill>
              </a:rPr>
              <a:t>cette</a:t>
            </a:r>
            <a:r>
              <a:rPr lang="en-US" sz="1200" dirty="0">
                <a:solidFill>
                  <a:schemeClr val="tx1">
                    <a:lumMod val="50000"/>
                  </a:schemeClr>
                </a:solidFill>
              </a:rPr>
              <a:t> base </a:t>
            </a:r>
          </a:p>
          <a:p>
            <a:pPr marL="285750" lvl="0" indent="-285750">
              <a:buFont typeface="Arial" panose="020B0604020202020204" pitchFamily="34" charset="0"/>
              <a:buChar char="•"/>
            </a:pPr>
            <a:r>
              <a:rPr lang="en-US" sz="1200" dirty="0" err="1">
                <a:solidFill>
                  <a:schemeClr val="tx1">
                    <a:lumMod val="50000"/>
                  </a:schemeClr>
                </a:solidFill>
              </a:rPr>
              <a:t>Aucun</a:t>
            </a:r>
            <a:r>
              <a:rPr lang="en-US" sz="1200" dirty="0">
                <a:solidFill>
                  <a:schemeClr val="tx1">
                    <a:lumMod val="50000"/>
                  </a:schemeClr>
                </a:solidFill>
              </a:rPr>
              <a:t> </a:t>
            </a:r>
            <a:r>
              <a:rPr lang="en-US" sz="1200" dirty="0" err="1">
                <a:solidFill>
                  <a:schemeClr val="tx1">
                    <a:lumMod val="50000"/>
                  </a:schemeClr>
                </a:solidFill>
              </a:rPr>
              <a:t>impératif</a:t>
            </a:r>
            <a:r>
              <a:rPr lang="en-US" sz="1200" dirty="0">
                <a:solidFill>
                  <a:schemeClr val="tx1">
                    <a:lumMod val="50000"/>
                  </a:schemeClr>
                </a:solidFill>
              </a:rPr>
              <a:t> </a:t>
            </a:r>
            <a:r>
              <a:rPr lang="en-US" sz="1200" dirty="0" err="1">
                <a:solidFill>
                  <a:schemeClr val="tx1">
                    <a:lumMod val="50000"/>
                  </a:schemeClr>
                </a:solidFill>
              </a:rPr>
              <a:t>réglementaire</a:t>
            </a:r>
            <a:r>
              <a:rPr lang="en-US" sz="1200" dirty="0">
                <a:solidFill>
                  <a:schemeClr val="tx1">
                    <a:lumMod val="50000"/>
                  </a:schemeClr>
                </a:solidFill>
              </a:rPr>
              <a:t> </a:t>
            </a:r>
            <a:r>
              <a:rPr lang="en-US" sz="1200" dirty="0" err="1">
                <a:solidFill>
                  <a:schemeClr val="tx1">
                    <a:lumMod val="50000"/>
                  </a:schemeClr>
                </a:solidFill>
              </a:rPr>
              <a:t>n’impose</a:t>
            </a:r>
            <a:r>
              <a:rPr lang="en-US" sz="1200" dirty="0">
                <a:solidFill>
                  <a:schemeClr val="tx1">
                    <a:lumMod val="50000"/>
                  </a:schemeClr>
                </a:solidFill>
              </a:rPr>
              <a:t> à </a:t>
            </a:r>
            <a:r>
              <a:rPr lang="en-US" sz="1200" dirty="0" err="1">
                <a:solidFill>
                  <a:schemeClr val="tx1">
                    <a:lumMod val="50000"/>
                  </a:schemeClr>
                </a:solidFill>
              </a:rPr>
              <a:t>lui</a:t>
            </a:r>
            <a:r>
              <a:rPr lang="en-US" sz="1200" dirty="0">
                <a:solidFill>
                  <a:schemeClr val="tx1">
                    <a:lumMod val="50000"/>
                  </a:schemeClr>
                </a:solidFill>
              </a:rPr>
              <a:t> seul </a:t>
            </a:r>
            <a:r>
              <a:rPr lang="en-US" sz="1200" dirty="0" err="1">
                <a:solidFill>
                  <a:schemeClr val="tx1">
                    <a:lumMod val="50000"/>
                  </a:schemeClr>
                </a:solidFill>
              </a:rPr>
              <a:t>une</a:t>
            </a:r>
            <a:r>
              <a:rPr lang="en-US" sz="1200" dirty="0">
                <a:solidFill>
                  <a:schemeClr val="tx1">
                    <a:lumMod val="50000"/>
                  </a:schemeClr>
                </a:solidFill>
              </a:rPr>
              <a:t> bascule </a:t>
            </a:r>
            <a:r>
              <a:rPr lang="en-US" sz="1200" dirty="0" err="1">
                <a:solidFill>
                  <a:schemeClr val="tx1">
                    <a:lumMod val="50000"/>
                  </a:schemeClr>
                </a:solidFill>
              </a:rPr>
              <a:t>immédiate</a:t>
            </a:r>
            <a:endParaRPr lang="en-US" sz="1200" dirty="0">
              <a:solidFill>
                <a:schemeClr val="tx1">
                  <a:lumMod val="50000"/>
                </a:schemeClr>
              </a:solidFill>
            </a:endParaRPr>
          </a:p>
        </p:txBody>
      </p:sp>
      <p:sp>
        <p:nvSpPr>
          <p:cNvPr id="27" name="ZoneTexte 26">
            <a:extLst>
              <a:ext uri="{FF2B5EF4-FFF2-40B4-BE49-F238E27FC236}">
                <a16:creationId xmlns:a16="http://schemas.microsoft.com/office/drawing/2014/main" id="{547F326C-E322-9233-F712-B2472C41B86D}"/>
              </a:ext>
            </a:extLst>
          </p:cNvPr>
          <p:cNvSpPr txBox="1"/>
          <p:nvPr/>
        </p:nvSpPr>
        <p:spPr>
          <a:xfrm>
            <a:off x="6979180" y="2508036"/>
            <a:ext cx="4607983" cy="1015663"/>
          </a:xfrm>
          <a:prstGeom prst="rect">
            <a:avLst/>
          </a:prstGeom>
          <a:noFill/>
        </p:spPr>
        <p:txBody>
          <a:bodyPr wrap="square" rtlCol="0">
            <a:spAutoFit/>
          </a:bodyPr>
          <a:lstStyle/>
          <a:p>
            <a:r>
              <a:rPr lang="fr-FR" sz="1200" b="1" i="1" u="sng" dirty="0">
                <a:solidFill>
                  <a:schemeClr val="tx1">
                    <a:lumMod val="50000"/>
                  </a:schemeClr>
                </a:solidFill>
              </a:rPr>
              <a:t>Cible :</a:t>
            </a:r>
          </a:p>
          <a:p>
            <a:pPr marL="285750" lvl="0" indent="-285750">
              <a:buFont typeface="Arial" panose="020B0604020202020204" pitchFamily="34" charset="0"/>
              <a:buChar char="•"/>
            </a:pPr>
            <a:r>
              <a:rPr lang="fr-FR" sz="1200" dirty="0">
                <a:solidFill>
                  <a:schemeClr val="tx1">
                    <a:lumMod val="50000"/>
                  </a:schemeClr>
                </a:solidFill>
              </a:rPr>
              <a:t>Standard européen déjà largement adopté </a:t>
            </a:r>
          </a:p>
          <a:p>
            <a:pPr marL="285750" lvl="0" indent="-285750">
              <a:buFont typeface="Arial" panose="020B0604020202020204" pitchFamily="34" charset="0"/>
              <a:buChar char="•"/>
            </a:pPr>
            <a:r>
              <a:rPr lang="fr-FR" sz="1200" dirty="0">
                <a:solidFill>
                  <a:schemeClr val="tx1">
                    <a:lumMod val="50000"/>
                  </a:schemeClr>
                </a:solidFill>
              </a:rPr>
              <a:t>Trajectoire de maintenance active </a:t>
            </a:r>
          </a:p>
          <a:p>
            <a:pPr marL="285750" lvl="0" indent="-285750">
              <a:buFont typeface="Arial" panose="020B0604020202020204" pitchFamily="34" charset="0"/>
              <a:buChar char="•"/>
            </a:pPr>
            <a:r>
              <a:rPr lang="fr-FR" sz="1200" dirty="0">
                <a:solidFill>
                  <a:schemeClr val="tx1">
                    <a:lumMod val="50000"/>
                  </a:schemeClr>
                </a:solidFill>
              </a:rPr>
              <a:t>Modèle plus aligné avec les évolutions Open Finance / FIDA </a:t>
            </a:r>
          </a:p>
          <a:p>
            <a:pPr marL="285750" lvl="0" indent="-285750">
              <a:buFont typeface="Arial" panose="020B0604020202020204" pitchFamily="34" charset="0"/>
              <a:buChar char="•"/>
            </a:pPr>
            <a:r>
              <a:rPr lang="fr-FR" sz="1200" dirty="0">
                <a:solidFill>
                  <a:schemeClr val="tx1">
                    <a:lumMod val="50000"/>
                  </a:schemeClr>
                </a:solidFill>
              </a:rPr>
              <a:t>Cible déjà retenue par le Groupe</a:t>
            </a:r>
          </a:p>
        </p:txBody>
      </p:sp>
      <p:pic>
        <p:nvPicPr>
          <p:cNvPr id="33" name="Image 32">
            <a:extLst>
              <a:ext uri="{FF2B5EF4-FFF2-40B4-BE49-F238E27FC236}">
                <a16:creationId xmlns:a16="http://schemas.microsoft.com/office/drawing/2014/main" id="{CD1F678E-89DE-4A5B-4142-2CE22560EAF5}"/>
              </a:ext>
            </a:extLst>
          </p:cNvPr>
          <p:cNvPicPr>
            <a:picLocks noChangeAspect="1"/>
          </p:cNvPicPr>
          <p:nvPr/>
        </p:nvPicPr>
        <p:blipFill>
          <a:blip r:embed="rId4"/>
          <a:stretch>
            <a:fillRect/>
          </a:stretch>
        </p:blipFill>
        <p:spPr>
          <a:xfrm>
            <a:off x="6979180" y="2130266"/>
            <a:ext cx="1678170" cy="321249"/>
          </a:xfrm>
          <a:prstGeom prst="rect">
            <a:avLst/>
          </a:prstGeom>
        </p:spPr>
      </p:pic>
      <p:sp>
        <p:nvSpPr>
          <p:cNvPr id="36" name="Triangle isocèle 35">
            <a:extLst>
              <a:ext uri="{FF2B5EF4-FFF2-40B4-BE49-F238E27FC236}">
                <a16:creationId xmlns:a16="http://schemas.microsoft.com/office/drawing/2014/main" id="{C83511B0-5343-3828-8DD4-871F139C0AAC}"/>
              </a:ext>
            </a:extLst>
          </p:cNvPr>
          <p:cNvSpPr/>
          <p:nvPr/>
        </p:nvSpPr>
        <p:spPr>
          <a:xfrm rot="5400000">
            <a:off x="5677479" y="2710429"/>
            <a:ext cx="1427021" cy="266695"/>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 coins arrondis 39">
            <a:extLst>
              <a:ext uri="{FF2B5EF4-FFF2-40B4-BE49-F238E27FC236}">
                <a16:creationId xmlns:a16="http://schemas.microsoft.com/office/drawing/2014/main" id="{1B35A54C-6BE2-9B5A-86DD-FF925FA21327}"/>
              </a:ext>
            </a:extLst>
          </p:cNvPr>
          <p:cNvSpPr/>
          <p:nvPr/>
        </p:nvSpPr>
        <p:spPr>
          <a:xfrm>
            <a:off x="631297" y="3801074"/>
            <a:ext cx="2733967" cy="235993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252000" rtlCol="0" anchor="ctr"/>
          <a:lstStyle/>
          <a:p>
            <a:pPr>
              <a:spcAft>
                <a:spcPts val="600"/>
              </a:spcAft>
            </a:pPr>
            <a:r>
              <a:rPr lang="fr-FR" sz="1200" b="1" dirty="0">
                <a:solidFill>
                  <a:srgbClr val="1A1A2E"/>
                </a:solidFill>
                <a:ea typeface="Calibri" pitchFamily="34" charset="-122"/>
                <a:cs typeface="Calibri" pitchFamily="34" charset="-120"/>
              </a:rPr>
              <a:t>Quel événement justifie de déclencher la migration ?</a:t>
            </a:r>
          </a:p>
          <a:p>
            <a:pPr>
              <a:spcAft>
                <a:spcPts val="600"/>
              </a:spcAft>
            </a:pPr>
            <a:r>
              <a:rPr lang="fr-FR" sz="1200" dirty="0">
                <a:solidFill>
                  <a:srgbClr val="1A1A2E"/>
                </a:solidFill>
                <a:ea typeface="Calibri" pitchFamily="34" charset="-122"/>
                <a:cs typeface="Calibri" pitchFamily="34" charset="-120"/>
              </a:rPr>
              <a:t>→ Échéance PSR ? évolution STET ? maturité Berlin Group ? opportunité de convergence avec un autre chantier ?</a:t>
            </a:r>
            <a:endParaRPr lang="en-US" sz="1200" i="1" dirty="0"/>
          </a:p>
        </p:txBody>
      </p:sp>
      <p:sp>
        <p:nvSpPr>
          <p:cNvPr id="41" name="ZoneTexte 40">
            <a:extLst>
              <a:ext uri="{FF2B5EF4-FFF2-40B4-BE49-F238E27FC236}">
                <a16:creationId xmlns:a16="http://schemas.microsoft.com/office/drawing/2014/main" id="{428A2DF8-5351-2728-A816-3A6F297FA9CB}"/>
              </a:ext>
            </a:extLst>
          </p:cNvPr>
          <p:cNvSpPr txBox="1"/>
          <p:nvPr/>
        </p:nvSpPr>
        <p:spPr>
          <a:xfrm>
            <a:off x="653025" y="4068249"/>
            <a:ext cx="2690509" cy="276998"/>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1. QUAND BASCULER ?</a:t>
            </a:r>
          </a:p>
        </p:txBody>
      </p:sp>
      <p:sp>
        <p:nvSpPr>
          <p:cNvPr id="43" name="Rectangle : coins arrondis 42">
            <a:extLst>
              <a:ext uri="{FF2B5EF4-FFF2-40B4-BE49-F238E27FC236}">
                <a16:creationId xmlns:a16="http://schemas.microsoft.com/office/drawing/2014/main" id="{14BECFD4-BF4E-D78F-E7DB-36FAB515865E}"/>
              </a:ext>
            </a:extLst>
          </p:cNvPr>
          <p:cNvSpPr/>
          <p:nvPr/>
        </p:nvSpPr>
        <p:spPr>
          <a:xfrm>
            <a:off x="3326762" y="3801074"/>
            <a:ext cx="2733967" cy="235993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252000" rtlCol="0" anchor="ctr"/>
          <a:lstStyle/>
          <a:p>
            <a:pPr>
              <a:spcAft>
                <a:spcPts val="600"/>
              </a:spcAft>
            </a:pPr>
            <a:r>
              <a:rPr lang="fr-FR" sz="1200" b="1" dirty="0">
                <a:solidFill>
                  <a:srgbClr val="1A1A2E"/>
                </a:solidFill>
                <a:ea typeface="Calibri" pitchFamily="34" charset="-122"/>
                <a:cs typeface="Calibri" pitchFamily="34" charset="-120"/>
              </a:rPr>
              <a:t>Quel périmètre doit basculer avec le standard ?</a:t>
            </a:r>
          </a:p>
          <a:p>
            <a:pPr>
              <a:spcAft>
                <a:spcPts val="600"/>
              </a:spcAft>
            </a:pPr>
            <a:r>
              <a:rPr lang="fr-FR" sz="1200" dirty="0">
                <a:solidFill>
                  <a:srgbClr val="1A1A2E"/>
                </a:solidFill>
                <a:ea typeface="Calibri" pitchFamily="34" charset="-122"/>
                <a:cs typeface="Calibri" pitchFamily="34" charset="-120"/>
              </a:rPr>
              <a:t>→ API, gestion des consentements, SCA, onboarding TPP, parcours d’autorisation…</a:t>
            </a:r>
            <a:endParaRPr lang="en-US" sz="1200" i="1" dirty="0"/>
          </a:p>
        </p:txBody>
      </p:sp>
      <p:sp>
        <p:nvSpPr>
          <p:cNvPr id="44" name="ZoneTexte 43">
            <a:extLst>
              <a:ext uri="{FF2B5EF4-FFF2-40B4-BE49-F238E27FC236}">
                <a16:creationId xmlns:a16="http://schemas.microsoft.com/office/drawing/2014/main" id="{4082E962-5049-EFC7-FB32-D9E351280BE0}"/>
              </a:ext>
            </a:extLst>
          </p:cNvPr>
          <p:cNvSpPr txBox="1"/>
          <p:nvPr/>
        </p:nvSpPr>
        <p:spPr>
          <a:xfrm>
            <a:off x="3348490" y="4068248"/>
            <a:ext cx="2690509"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2. QUOI MIGRER ?</a:t>
            </a:r>
          </a:p>
        </p:txBody>
      </p:sp>
      <p:sp>
        <p:nvSpPr>
          <p:cNvPr id="46" name="Rectangle : coins arrondis 45">
            <a:extLst>
              <a:ext uri="{FF2B5EF4-FFF2-40B4-BE49-F238E27FC236}">
                <a16:creationId xmlns:a16="http://schemas.microsoft.com/office/drawing/2014/main" id="{F38C3E6F-C827-90A2-F075-FCCE77BE5636}"/>
              </a:ext>
            </a:extLst>
          </p:cNvPr>
          <p:cNvSpPr/>
          <p:nvPr/>
        </p:nvSpPr>
        <p:spPr>
          <a:xfrm>
            <a:off x="6069121" y="3801074"/>
            <a:ext cx="2733967" cy="235993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252000" rtlCol="0" anchor="ctr"/>
          <a:lstStyle/>
          <a:p>
            <a:pPr>
              <a:spcAft>
                <a:spcPts val="600"/>
              </a:spcAft>
            </a:pPr>
            <a:r>
              <a:rPr lang="fr-FR" sz="1200" b="1" dirty="0">
                <a:solidFill>
                  <a:srgbClr val="1A1A2E"/>
                </a:solidFill>
                <a:ea typeface="Calibri" pitchFamily="34" charset="-122"/>
                <a:cs typeface="Calibri" pitchFamily="34" charset="-120"/>
              </a:rPr>
              <a:t>Quelle stratégie pendant la période de transition ?</a:t>
            </a:r>
          </a:p>
          <a:p>
            <a:pPr>
              <a:spcAft>
                <a:spcPts val="600"/>
              </a:spcAft>
            </a:pPr>
            <a:r>
              <a:rPr lang="fr-FR" sz="1200" dirty="0">
                <a:solidFill>
                  <a:srgbClr val="1A1A2E"/>
                </a:solidFill>
                <a:ea typeface="Calibri" pitchFamily="34" charset="-122"/>
                <a:cs typeface="Calibri" pitchFamily="34" charset="-120"/>
              </a:rPr>
              <a:t>→ Double run STET / Berlin Group, façade de compatibilité ou migration progressive par entité / population de TPP ?</a:t>
            </a:r>
            <a:endParaRPr lang="en-US" sz="1200" i="1" dirty="0"/>
          </a:p>
        </p:txBody>
      </p:sp>
      <p:sp>
        <p:nvSpPr>
          <p:cNvPr id="47" name="ZoneTexte 46">
            <a:extLst>
              <a:ext uri="{FF2B5EF4-FFF2-40B4-BE49-F238E27FC236}">
                <a16:creationId xmlns:a16="http://schemas.microsoft.com/office/drawing/2014/main" id="{B8E0334C-A804-4662-0CAB-4123C18A87C3}"/>
              </a:ext>
            </a:extLst>
          </p:cNvPr>
          <p:cNvSpPr txBox="1"/>
          <p:nvPr/>
        </p:nvSpPr>
        <p:spPr>
          <a:xfrm>
            <a:off x="6022227" y="4068248"/>
            <a:ext cx="2827752"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3. COMMENT COEXISTER ?</a:t>
            </a:r>
          </a:p>
        </p:txBody>
      </p:sp>
      <p:sp>
        <p:nvSpPr>
          <p:cNvPr id="51" name="Rectangle : coins arrondis 50">
            <a:extLst>
              <a:ext uri="{FF2B5EF4-FFF2-40B4-BE49-F238E27FC236}">
                <a16:creationId xmlns:a16="http://schemas.microsoft.com/office/drawing/2014/main" id="{4054424C-A458-2292-2BB8-80A4C5E12A98}"/>
              </a:ext>
            </a:extLst>
          </p:cNvPr>
          <p:cNvSpPr/>
          <p:nvPr/>
        </p:nvSpPr>
        <p:spPr>
          <a:xfrm>
            <a:off x="8858372" y="3801074"/>
            <a:ext cx="2733967" cy="235993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252000" rtlCol="0" anchor="ctr"/>
          <a:lstStyle/>
          <a:p>
            <a:pPr>
              <a:spcAft>
                <a:spcPts val="600"/>
              </a:spcAft>
            </a:pPr>
            <a:r>
              <a:rPr lang="fr-FR" sz="1200" b="1" dirty="0">
                <a:solidFill>
                  <a:srgbClr val="1A1A2E"/>
                </a:solidFill>
                <a:ea typeface="Calibri" pitchFamily="34" charset="-122"/>
                <a:cs typeface="Calibri" pitchFamily="34" charset="-120"/>
              </a:rPr>
              <a:t>Quelles décisions peuvent être prises indépendamment de la date de bascule ?</a:t>
            </a:r>
          </a:p>
          <a:p>
            <a:pPr>
              <a:spcAft>
                <a:spcPts val="600"/>
              </a:spcAft>
            </a:pPr>
            <a:r>
              <a:rPr lang="fr-FR" sz="1200" dirty="0">
                <a:solidFill>
                  <a:srgbClr val="1A1A2E"/>
                </a:solidFill>
                <a:ea typeface="Calibri" pitchFamily="34" charset="-122"/>
                <a:cs typeface="Calibri" pitchFamily="34" charset="-120"/>
              </a:rPr>
              <a:t>→ Référentiel de consentements, architecture cible, inventaire TPP, exigences API, trajectoire d'authentification…</a:t>
            </a:r>
            <a:endParaRPr lang="en-US" sz="1200" i="1" dirty="0"/>
          </a:p>
        </p:txBody>
      </p:sp>
      <p:sp>
        <p:nvSpPr>
          <p:cNvPr id="52" name="ZoneTexte 51">
            <a:extLst>
              <a:ext uri="{FF2B5EF4-FFF2-40B4-BE49-F238E27FC236}">
                <a16:creationId xmlns:a16="http://schemas.microsoft.com/office/drawing/2014/main" id="{C61F23A2-F39C-0673-28E6-766E0B5EF817}"/>
              </a:ext>
            </a:extLst>
          </p:cNvPr>
          <p:cNvSpPr txBox="1"/>
          <p:nvPr/>
        </p:nvSpPr>
        <p:spPr>
          <a:xfrm>
            <a:off x="8811478" y="4068248"/>
            <a:ext cx="2827752"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4. QUELLE PRÉPARATION ?</a:t>
            </a:r>
          </a:p>
        </p:txBody>
      </p:sp>
      <p:sp>
        <p:nvSpPr>
          <p:cNvPr id="54" name="ZoneTexte 53">
            <a:extLst>
              <a:ext uri="{FF2B5EF4-FFF2-40B4-BE49-F238E27FC236}">
                <a16:creationId xmlns:a16="http://schemas.microsoft.com/office/drawing/2014/main" id="{8BB62206-3CA1-1BC6-53F7-FB0FDAD8E1BA}"/>
              </a:ext>
            </a:extLst>
          </p:cNvPr>
          <p:cNvSpPr txBox="1"/>
          <p:nvPr/>
        </p:nvSpPr>
        <p:spPr>
          <a:xfrm>
            <a:off x="631298" y="6170654"/>
            <a:ext cx="10969434" cy="523220"/>
          </a:xfrm>
          <a:prstGeom prst="rect">
            <a:avLst/>
          </a:prstGeom>
          <a:noFill/>
        </p:spPr>
        <p:txBody>
          <a:bodyPr wrap="square">
            <a:spAutoFit/>
          </a:bodyPr>
          <a:lstStyle/>
          <a:p>
            <a:pPr algn="ctr"/>
            <a:r>
              <a:rPr lang="en-US" sz="1400" b="1" dirty="0">
                <a:solidFill>
                  <a:srgbClr val="C00000"/>
                </a:solidFill>
              </a:rPr>
              <a:t>Ne pas </a:t>
            </a:r>
            <a:r>
              <a:rPr lang="en-US" sz="1400" b="1" dirty="0" err="1">
                <a:solidFill>
                  <a:srgbClr val="C00000"/>
                </a:solidFill>
              </a:rPr>
              <a:t>choisir</a:t>
            </a:r>
            <a:r>
              <a:rPr lang="en-US" sz="1400" b="1" dirty="0">
                <a:solidFill>
                  <a:srgbClr val="C00000"/>
                </a:solidFill>
              </a:rPr>
              <a:t> </a:t>
            </a:r>
            <a:r>
              <a:rPr lang="en-US" sz="1400" b="1" dirty="0" err="1">
                <a:solidFill>
                  <a:srgbClr val="C00000"/>
                </a:solidFill>
              </a:rPr>
              <a:t>aujourd’hui</a:t>
            </a:r>
            <a:r>
              <a:rPr lang="en-US" sz="1400" b="1" dirty="0">
                <a:solidFill>
                  <a:srgbClr val="C00000"/>
                </a:solidFill>
              </a:rPr>
              <a:t> </a:t>
            </a:r>
            <a:r>
              <a:rPr lang="en-US" sz="1400" b="1" dirty="0" err="1">
                <a:solidFill>
                  <a:srgbClr val="C00000"/>
                </a:solidFill>
              </a:rPr>
              <a:t>une</a:t>
            </a:r>
            <a:r>
              <a:rPr lang="en-US" sz="1400" b="1" dirty="0">
                <a:solidFill>
                  <a:srgbClr val="C00000"/>
                </a:solidFill>
              </a:rPr>
              <a:t> date de bascule </a:t>
            </a:r>
            <a:r>
              <a:rPr lang="en-US" sz="1400" b="1" dirty="0" err="1">
                <a:solidFill>
                  <a:srgbClr val="C00000"/>
                </a:solidFill>
              </a:rPr>
              <a:t>mais</a:t>
            </a:r>
            <a:r>
              <a:rPr lang="en-US" sz="1400" b="1" dirty="0">
                <a:solidFill>
                  <a:srgbClr val="C00000"/>
                </a:solidFill>
              </a:rPr>
              <a:t> </a:t>
            </a:r>
            <a:r>
              <a:rPr lang="en-US" sz="1400" b="1" dirty="0" err="1">
                <a:solidFill>
                  <a:srgbClr val="C00000"/>
                </a:solidFill>
              </a:rPr>
              <a:t>sécuriser</a:t>
            </a:r>
            <a:r>
              <a:rPr lang="en-US" sz="1400" b="1" dirty="0">
                <a:solidFill>
                  <a:srgbClr val="C00000"/>
                </a:solidFill>
              </a:rPr>
              <a:t> </a:t>
            </a:r>
            <a:r>
              <a:rPr lang="en-US" sz="1400" b="1" dirty="0" err="1">
                <a:solidFill>
                  <a:srgbClr val="C00000"/>
                </a:solidFill>
              </a:rPr>
              <a:t>dès</a:t>
            </a:r>
            <a:r>
              <a:rPr lang="en-US" sz="1400" b="1" dirty="0">
                <a:solidFill>
                  <a:srgbClr val="C00000"/>
                </a:solidFill>
              </a:rPr>
              <a:t> </a:t>
            </a:r>
            <a:r>
              <a:rPr lang="en-US" sz="1400" b="1" dirty="0" err="1">
                <a:solidFill>
                  <a:srgbClr val="C00000"/>
                </a:solidFill>
              </a:rPr>
              <a:t>maintenant</a:t>
            </a:r>
            <a:r>
              <a:rPr lang="en-US" sz="1400" b="1" dirty="0">
                <a:solidFill>
                  <a:srgbClr val="C00000"/>
                </a:solidFill>
              </a:rPr>
              <a:t> les conditions </a:t>
            </a:r>
            <a:r>
              <a:rPr lang="en-US" sz="1400" b="1" dirty="0" err="1">
                <a:solidFill>
                  <a:srgbClr val="C00000"/>
                </a:solidFill>
              </a:rPr>
              <a:t>permettant</a:t>
            </a:r>
            <a:r>
              <a:rPr lang="en-US" sz="1400" b="1" dirty="0">
                <a:solidFill>
                  <a:srgbClr val="C00000"/>
                </a:solidFill>
              </a:rPr>
              <a:t> de la </a:t>
            </a:r>
            <a:r>
              <a:rPr lang="en-US" sz="1400" b="1" dirty="0" err="1">
                <a:solidFill>
                  <a:srgbClr val="C00000"/>
                </a:solidFill>
              </a:rPr>
              <a:t>déclencher</a:t>
            </a:r>
            <a:r>
              <a:rPr lang="en-US" sz="1400" b="1" dirty="0">
                <a:solidFill>
                  <a:srgbClr val="C00000"/>
                </a:solidFill>
              </a:rPr>
              <a:t> au bon moment.</a:t>
            </a:r>
            <a:endParaRPr lang="fr-FR" sz="1400" b="1" dirty="0">
              <a:solidFill>
                <a:srgbClr val="C00000"/>
              </a:solidFill>
            </a:endParaRPr>
          </a:p>
        </p:txBody>
      </p:sp>
    </p:spTree>
    <p:extLst>
      <p:ext uri="{BB962C8B-B14F-4D97-AF65-F5344CB8AC3E}">
        <p14:creationId xmlns:p14="http://schemas.microsoft.com/office/powerpoint/2010/main" val="278211018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75C8-9A6F-C6C3-1D6A-B53BA72210BD}"/>
            </a:ext>
          </a:extLst>
        </p:cNvPr>
        <p:cNvGrpSpPr/>
        <p:nvPr/>
      </p:nvGrpSpPr>
      <p:grpSpPr>
        <a:xfrm>
          <a:off x="0" y="0"/>
          <a:ext cx="0" cy="0"/>
          <a:chOff x="0" y="0"/>
          <a:chExt cx="0" cy="0"/>
        </a:xfrm>
      </p:grpSpPr>
      <p:sp>
        <p:nvSpPr>
          <p:cNvPr id="306" name="Espace réservé du texte 1">
            <a:extLst>
              <a:ext uri="{FF2B5EF4-FFF2-40B4-BE49-F238E27FC236}">
                <a16:creationId xmlns:a16="http://schemas.microsoft.com/office/drawing/2014/main" id="{B40CA6C6-94DB-235D-4C45-0FF8A674A6D7}"/>
              </a:ext>
            </a:extLst>
          </p:cNvPr>
          <p:cNvSpPr>
            <a:spLocks noGrp="1"/>
          </p:cNvSpPr>
          <p:nvPr>
            <p:ph type="body" sz="quarter" idx="10"/>
          </p:nvPr>
        </p:nvSpPr>
        <p:spPr>
          <a:xfrm>
            <a:off x="631297" y="514654"/>
            <a:ext cx="10955866" cy="200893"/>
          </a:xfrm>
        </p:spPr>
        <p:txBody>
          <a:bodyPr vert="horz" lIns="0" tIns="0" rIns="0" bIns="0" rtlCol="0" anchor="ctr">
            <a:noAutofit/>
          </a:bodyPr>
          <a:lstStyle/>
          <a:p>
            <a:r>
              <a:rPr lang="en-US" sz="1800" dirty="0"/>
              <a:t>Pour </a:t>
            </a:r>
            <a:r>
              <a:rPr lang="en-US" sz="1800" dirty="0" err="1"/>
              <a:t>finir</a:t>
            </a:r>
            <a:r>
              <a:rPr lang="en-US" sz="1800" dirty="0"/>
              <a:t>, </a:t>
            </a:r>
            <a:r>
              <a:rPr lang="en-US" sz="1800" dirty="0" err="1"/>
              <a:t>Quelles</a:t>
            </a:r>
            <a:r>
              <a:rPr lang="en-US" sz="1800" dirty="0"/>
              <a:t> </a:t>
            </a:r>
            <a:r>
              <a:rPr lang="en-US" sz="1800" dirty="0" err="1"/>
              <a:t>décisions</a:t>
            </a:r>
            <a:r>
              <a:rPr lang="en-US" sz="1800" dirty="0"/>
              <a:t> </a:t>
            </a:r>
            <a:r>
              <a:rPr lang="en-US" sz="1800" dirty="0" err="1"/>
              <a:t>d’architecture</a:t>
            </a:r>
            <a:r>
              <a:rPr lang="en-US" sz="1800" dirty="0"/>
              <a:t> du PSR </a:t>
            </a:r>
            <a:r>
              <a:rPr lang="en-US" sz="1800" dirty="0" err="1"/>
              <a:t>doivent</a:t>
            </a:r>
            <a:r>
              <a:rPr lang="en-US" sz="1800" dirty="0"/>
              <a:t> </a:t>
            </a:r>
            <a:r>
              <a:rPr lang="en-US" sz="1800" dirty="0" err="1"/>
              <a:t>être</a:t>
            </a:r>
            <a:r>
              <a:rPr lang="en-US" sz="1800" dirty="0"/>
              <a:t> </a:t>
            </a:r>
            <a:r>
              <a:rPr lang="en-US" sz="1800" dirty="0" err="1"/>
              <a:t>anticipées</a:t>
            </a:r>
            <a:r>
              <a:rPr lang="en-US" sz="1800" dirty="0"/>
              <a:t> dans les </a:t>
            </a:r>
            <a:r>
              <a:rPr lang="en-US" sz="1800" dirty="0" err="1"/>
              <a:t>chantiers</a:t>
            </a:r>
            <a:r>
              <a:rPr lang="en-US" sz="1800" dirty="0"/>
              <a:t> </a:t>
            </a:r>
            <a:r>
              <a:rPr lang="en-US" sz="1800" dirty="0" err="1"/>
              <a:t>réglementaires</a:t>
            </a:r>
            <a:r>
              <a:rPr lang="en-US" sz="1800" dirty="0"/>
              <a:t> </a:t>
            </a:r>
            <a:r>
              <a:rPr lang="en-US" sz="1800" dirty="0" err="1"/>
              <a:t>en</a:t>
            </a:r>
            <a:r>
              <a:rPr lang="en-US" sz="1800" dirty="0"/>
              <a:t> </a:t>
            </a:r>
            <a:r>
              <a:rPr lang="en-US" sz="1800" dirty="0" err="1"/>
              <a:t>cours</a:t>
            </a:r>
            <a:r>
              <a:rPr lang="en-US" sz="1800" dirty="0"/>
              <a:t> du Groupe ?</a:t>
            </a:r>
            <a:endParaRPr lang="fr-FR" sz="1800" noProof="0" dirty="0">
              <a:latin typeface="+mn-lt"/>
            </a:endParaRPr>
          </a:p>
        </p:txBody>
      </p:sp>
      <p:sp>
        <p:nvSpPr>
          <p:cNvPr id="3" name="Rectangle 2">
            <a:extLst>
              <a:ext uri="{FF2B5EF4-FFF2-40B4-BE49-F238E27FC236}">
                <a16:creationId xmlns:a16="http://schemas.microsoft.com/office/drawing/2014/main" id="{73DF126B-1D63-7D38-F1BE-DDB0E2CFA4F9}"/>
              </a:ext>
            </a:extLst>
          </p:cNvPr>
          <p:cNvSpPr/>
          <p:nvPr/>
        </p:nvSpPr>
        <p:spPr>
          <a:xfrm>
            <a:off x="0" y="966310"/>
            <a:ext cx="12192000"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648000" bIns="36000" rtlCol="0" anchor="ctr"/>
          <a:lstStyle/>
          <a:p>
            <a:pPr algn="ctr"/>
            <a:r>
              <a:rPr lang="fr-FR" sz="1200" dirty="0">
                <a:solidFill>
                  <a:schemeClr val="tx1">
                    <a:lumMod val="50000"/>
                  </a:schemeClr>
                </a:solidFill>
              </a:rPr>
              <a:t>Plusieurs capacités requises par le PSR sont déjà couvertes, ou en cours de construction, dans d’autres chantiers réglementaires. </a:t>
            </a:r>
            <a:r>
              <a:rPr lang="fr-FR" sz="1200" b="1" dirty="0">
                <a:solidFill>
                  <a:schemeClr val="tx1">
                    <a:lumMod val="50000"/>
                  </a:schemeClr>
                </a:solidFill>
              </a:rPr>
              <a:t>L’enjeu est donc d’aligner dès maintenant les architectures cibles pour maximiser leur réutilisation.</a:t>
            </a:r>
          </a:p>
        </p:txBody>
      </p:sp>
      <p:graphicFrame>
        <p:nvGraphicFramePr>
          <p:cNvPr id="7" name="Tableau 6">
            <a:extLst>
              <a:ext uri="{FF2B5EF4-FFF2-40B4-BE49-F238E27FC236}">
                <a16:creationId xmlns:a16="http://schemas.microsoft.com/office/drawing/2014/main" id="{FF8BB6DD-A4F2-4BA7-036F-AF0773121D4F}"/>
              </a:ext>
            </a:extLst>
          </p:cNvPr>
          <p:cNvGraphicFramePr>
            <a:graphicFrameLocks noGrp="1"/>
          </p:cNvGraphicFramePr>
          <p:nvPr>
            <p:extLst>
              <p:ext uri="{D42A27DB-BD31-4B8C-83A1-F6EECF244321}">
                <p14:modId xmlns:p14="http://schemas.microsoft.com/office/powerpoint/2010/main" val="4079475933"/>
              </p:ext>
            </p:extLst>
          </p:nvPr>
        </p:nvGraphicFramePr>
        <p:xfrm>
          <a:off x="626492" y="2619370"/>
          <a:ext cx="4746697" cy="3889919"/>
        </p:xfrm>
        <a:graphic>
          <a:graphicData uri="http://schemas.openxmlformats.org/drawingml/2006/table">
            <a:tbl>
              <a:tblPr firstRow="1" bandRow="1">
                <a:tableStyleId>{5940675A-B579-460E-94D1-54222C63F5DA}</a:tableStyleId>
              </a:tblPr>
              <a:tblGrid>
                <a:gridCol w="2441828">
                  <a:extLst>
                    <a:ext uri="{9D8B030D-6E8A-4147-A177-3AD203B41FA5}">
                      <a16:colId xmlns:a16="http://schemas.microsoft.com/office/drawing/2014/main" val="1439011438"/>
                    </a:ext>
                  </a:extLst>
                </a:gridCol>
                <a:gridCol w="2304869">
                  <a:extLst>
                    <a:ext uri="{9D8B030D-6E8A-4147-A177-3AD203B41FA5}">
                      <a16:colId xmlns:a16="http://schemas.microsoft.com/office/drawing/2014/main" val="1123917366"/>
                    </a:ext>
                  </a:extLst>
                </a:gridCol>
              </a:tblGrid>
              <a:tr h="463085">
                <a:tc>
                  <a:txBody>
                    <a:bodyPr/>
                    <a:lstStyle/>
                    <a:p>
                      <a:pPr>
                        <a:buNone/>
                      </a:pPr>
                      <a:r>
                        <a:rPr lang="en-US" sz="1200" b="0" i="1" dirty="0">
                          <a:solidFill>
                            <a:schemeClr val="tx1">
                              <a:lumMod val="50000"/>
                            </a:schemeClr>
                          </a:solidFill>
                        </a:rPr>
                        <a:t>Capacités transverses</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buNone/>
                      </a:pPr>
                      <a:r>
                        <a:rPr lang="en-US" sz="1200" b="0" i="1">
                          <a:solidFill>
                            <a:schemeClr val="tx1">
                              <a:lumMod val="50000"/>
                            </a:schemeClr>
                          </a:solidFill>
                        </a:rPr>
                        <a:t>Chantier déjà engagé</a:t>
                      </a:r>
                    </a:p>
                  </a:txBody>
                  <a:tcPr anchor="ctr">
                    <a:lnL w="12700" cmpd="sng">
                      <a:noFill/>
                    </a:lnL>
                    <a:lnR w="12700" cmpd="sng">
                      <a:noFill/>
                    </a:lnR>
                    <a:lnT w="12700" cmpd="sng">
                      <a:noFill/>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81131708"/>
                  </a:ext>
                </a:extLst>
              </a:tr>
              <a:tr h="648320">
                <a:tc>
                  <a:txBody>
                    <a:bodyPr/>
                    <a:lstStyle/>
                    <a:p>
                      <a:pPr>
                        <a:buNone/>
                      </a:pPr>
                      <a:r>
                        <a:rPr lang="en-US" sz="1200" b="1">
                          <a:solidFill>
                            <a:schemeClr val="tx1">
                              <a:lumMod val="50000"/>
                            </a:schemeClr>
                          </a:solidFill>
                        </a:rPr>
                        <a:t>Vérification du bénéficiaire</a:t>
                      </a:r>
                      <a:endParaRPr lang="en-US" sz="120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buNone/>
                      </a:pPr>
                      <a:r>
                        <a:rPr lang="en-US" sz="1200" b="1" dirty="0">
                          <a:solidFill>
                            <a:schemeClr val="tx1">
                              <a:lumMod val="50000"/>
                            </a:schemeClr>
                          </a:solidFill>
                        </a:rPr>
                        <a:t>IPR / </a:t>
                      </a:r>
                      <a:r>
                        <a:rPr lang="en-US" sz="1200" b="1" dirty="0" err="1">
                          <a:solidFill>
                            <a:schemeClr val="tx1">
                              <a:lumMod val="50000"/>
                            </a:schemeClr>
                          </a:solidFill>
                        </a:rPr>
                        <a:t>VoP</a:t>
                      </a:r>
                      <a:endParaRPr lang="en-US" sz="1200" dirty="0">
                        <a:solidFill>
                          <a:schemeClr val="tx1">
                            <a:lumMod val="5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037277551"/>
                  </a:ext>
                </a:extLst>
              </a:tr>
              <a:tr h="833554">
                <a:tc>
                  <a:txBody>
                    <a:bodyPr/>
                    <a:lstStyle/>
                    <a:p>
                      <a:pPr>
                        <a:buNone/>
                      </a:pPr>
                      <a:r>
                        <a:rPr lang="en-US" sz="1200" b="1" dirty="0" err="1">
                          <a:solidFill>
                            <a:schemeClr val="tx1">
                              <a:lumMod val="50000"/>
                            </a:schemeClr>
                          </a:solidFill>
                        </a:rPr>
                        <a:t>Authentification</a:t>
                      </a:r>
                      <a:r>
                        <a:rPr lang="en-US" sz="1200" b="1" dirty="0">
                          <a:solidFill>
                            <a:schemeClr val="tx1">
                              <a:lumMod val="50000"/>
                            </a:schemeClr>
                          </a:solidFill>
                        </a:rPr>
                        <a:t> / SCA</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buNone/>
                      </a:pPr>
                      <a:r>
                        <a:rPr lang="en-US" sz="1200" b="1">
                          <a:solidFill>
                            <a:schemeClr val="tx1">
                              <a:lumMod val="50000"/>
                            </a:schemeClr>
                          </a:solidFill>
                        </a:rPr>
                        <a:t>eIDAS 2</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376219043"/>
                  </a:ext>
                </a:extLst>
              </a:tr>
              <a:tr h="648320">
                <a:tc>
                  <a:txBody>
                    <a:bodyPr/>
                    <a:lstStyle/>
                    <a:p>
                      <a:pPr>
                        <a:buNone/>
                      </a:pPr>
                      <a:r>
                        <a:rPr lang="en-US" sz="1200" b="1">
                          <a:solidFill>
                            <a:schemeClr val="tx1">
                              <a:lumMod val="50000"/>
                            </a:schemeClr>
                          </a:solidFill>
                        </a:rPr>
                        <a:t>Gestion des permissions</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200" b="1">
                          <a:solidFill>
                            <a:schemeClr val="tx1">
                              <a:lumMod val="50000"/>
                            </a:schemeClr>
                          </a:solidFill>
                        </a:rPr>
                        <a:t>FIDA</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5691089"/>
                  </a:ext>
                </a:extLst>
              </a:tr>
              <a:tr h="648320">
                <a:tc>
                  <a:txBody>
                    <a:bodyPr/>
                    <a:lstStyle/>
                    <a:p>
                      <a:pPr>
                        <a:buNone/>
                      </a:pPr>
                      <a:r>
                        <a:rPr lang="en-US" sz="1200" b="1">
                          <a:solidFill>
                            <a:schemeClr val="tx1">
                              <a:lumMod val="50000"/>
                            </a:schemeClr>
                          </a:solidFill>
                        </a:rPr>
                        <a:t>Fraude &amp; incidents</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200" b="1">
                          <a:solidFill>
                            <a:schemeClr val="tx1">
                              <a:lumMod val="50000"/>
                            </a:schemeClr>
                          </a:solidFill>
                        </a:rPr>
                        <a:t>DORA + AMLR</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2466496"/>
                  </a:ext>
                </a:extLst>
              </a:tr>
              <a:tr h="648320">
                <a:tc>
                  <a:txBody>
                    <a:bodyPr/>
                    <a:lstStyle/>
                    <a:p>
                      <a:pPr>
                        <a:buNone/>
                      </a:pPr>
                      <a:r>
                        <a:rPr lang="en-US" sz="1200" b="1">
                          <a:solidFill>
                            <a:schemeClr val="tx1">
                              <a:lumMod val="50000"/>
                            </a:schemeClr>
                          </a:solidFill>
                        </a:rPr>
                        <a:t>Preuve &amp; traçabilité</a:t>
                      </a:r>
                      <a:endParaRPr lang="en-US" sz="120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US" sz="1200" b="1" dirty="0">
                          <a:solidFill>
                            <a:schemeClr val="tx1">
                              <a:lumMod val="50000"/>
                            </a:schemeClr>
                          </a:solidFill>
                        </a:rPr>
                        <a:t>DORA / RGPD / DSA</a:t>
                      </a:r>
                      <a:endParaRPr lang="en-US" sz="1200" dirty="0">
                        <a:solidFill>
                          <a:schemeClr val="tx1">
                            <a:lumMod val="50000"/>
                          </a:schemeClr>
                        </a:solidFill>
                      </a:endParaRPr>
                    </a:p>
                  </a:txBody>
                  <a:tcPr anchor="ctr">
                    <a:lnL w="12700" cmpd="sng">
                      <a:noFill/>
                    </a:lnL>
                    <a:lnR w="12700" cmpd="sng">
                      <a:noFill/>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1901746"/>
                  </a:ext>
                </a:extLst>
              </a:tr>
            </a:tbl>
          </a:graphicData>
        </a:graphic>
      </p:graphicFrame>
      <p:sp>
        <p:nvSpPr>
          <p:cNvPr id="8" name="ZoneTexte 7">
            <a:extLst>
              <a:ext uri="{FF2B5EF4-FFF2-40B4-BE49-F238E27FC236}">
                <a16:creationId xmlns:a16="http://schemas.microsoft.com/office/drawing/2014/main" id="{C325D3E6-AB21-B86D-3027-3EF884A3A68C}"/>
              </a:ext>
            </a:extLst>
          </p:cNvPr>
          <p:cNvSpPr txBox="1"/>
          <p:nvPr/>
        </p:nvSpPr>
        <p:spPr>
          <a:xfrm>
            <a:off x="626492" y="2086220"/>
            <a:ext cx="4746697" cy="461665"/>
          </a:xfrm>
          <a:prstGeom prst="rect">
            <a:avLst/>
          </a:prstGeom>
          <a:noFill/>
        </p:spPr>
        <p:txBody>
          <a:bodyPr wrap="square" rtlCol="0">
            <a:spAutoFit/>
          </a:bodyPr>
          <a:lstStyle/>
          <a:p>
            <a:pPr algn="ctr"/>
            <a:r>
              <a:rPr lang="en-US" sz="1200" b="1" dirty="0" err="1">
                <a:solidFill>
                  <a:schemeClr val="accent5"/>
                </a:solidFill>
                <a:highlight>
                  <a:srgbClr val="FFFFFF"/>
                </a:highlight>
                <a:latin typeface="+mj-lt"/>
              </a:rPr>
              <a:t>Quelques</a:t>
            </a:r>
            <a:r>
              <a:rPr lang="en-US" sz="1200" b="1" dirty="0">
                <a:solidFill>
                  <a:schemeClr val="accent5"/>
                </a:solidFill>
                <a:highlight>
                  <a:srgbClr val="FFFFFF"/>
                </a:highlight>
                <a:latin typeface="+mj-lt"/>
              </a:rPr>
              <a:t> </a:t>
            </a:r>
            <a:r>
              <a:rPr lang="en-US" sz="1200" b="1" dirty="0" err="1">
                <a:solidFill>
                  <a:schemeClr val="accent5"/>
                </a:solidFill>
                <a:highlight>
                  <a:srgbClr val="FFFFFF"/>
                </a:highlight>
                <a:latin typeface="+mj-lt"/>
              </a:rPr>
              <a:t>pistes</a:t>
            </a:r>
            <a:r>
              <a:rPr lang="en-US" sz="1200" b="1" dirty="0">
                <a:solidFill>
                  <a:schemeClr val="accent5"/>
                </a:solidFill>
                <a:highlight>
                  <a:srgbClr val="FFFFFF"/>
                </a:highlight>
                <a:latin typeface="+mj-lt"/>
              </a:rPr>
              <a:t> de capacités transverses, </a:t>
            </a:r>
            <a:r>
              <a:rPr lang="en-US" sz="1200" b="1" dirty="0" err="1">
                <a:solidFill>
                  <a:schemeClr val="accent5"/>
                </a:solidFill>
                <a:highlight>
                  <a:srgbClr val="FFFFFF"/>
                </a:highlight>
                <a:latin typeface="+mj-lt"/>
              </a:rPr>
              <a:t>potentiellement</a:t>
            </a:r>
            <a:r>
              <a:rPr lang="en-US" sz="1200" b="1" dirty="0">
                <a:solidFill>
                  <a:schemeClr val="accent5"/>
                </a:solidFill>
                <a:highlight>
                  <a:srgbClr val="FFFFFF"/>
                </a:highlight>
                <a:latin typeface="+mj-lt"/>
              </a:rPr>
              <a:t> </a:t>
            </a:r>
            <a:r>
              <a:rPr lang="en-US" sz="1200" b="1" dirty="0" err="1">
                <a:solidFill>
                  <a:schemeClr val="accent5"/>
                </a:solidFill>
                <a:highlight>
                  <a:srgbClr val="FFFFFF"/>
                </a:highlight>
                <a:latin typeface="+mj-lt"/>
              </a:rPr>
              <a:t>traitées</a:t>
            </a:r>
            <a:r>
              <a:rPr lang="en-US" sz="1200" b="1" dirty="0">
                <a:solidFill>
                  <a:schemeClr val="accent5"/>
                </a:solidFill>
                <a:highlight>
                  <a:srgbClr val="FFFFFF"/>
                </a:highlight>
                <a:latin typeface="+mj-lt"/>
              </a:rPr>
              <a:t> via </a:t>
            </a:r>
            <a:r>
              <a:rPr lang="en-US" sz="1200" b="1" dirty="0" err="1">
                <a:solidFill>
                  <a:schemeClr val="accent5"/>
                </a:solidFill>
                <a:highlight>
                  <a:srgbClr val="FFFFFF"/>
                </a:highlight>
                <a:latin typeface="+mj-lt"/>
              </a:rPr>
              <a:t>d’autres</a:t>
            </a:r>
            <a:r>
              <a:rPr lang="en-US" sz="1200" b="1" dirty="0">
                <a:solidFill>
                  <a:schemeClr val="accent5"/>
                </a:solidFill>
                <a:highlight>
                  <a:srgbClr val="FFFFFF"/>
                </a:highlight>
                <a:latin typeface="+mj-lt"/>
              </a:rPr>
              <a:t> </a:t>
            </a:r>
            <a:r>
              <a:rPr lang="en-US" sz="1200" b="1" dirty="0" err="1">
                <a:solidFill>
                  <a:schemeClr val="accent5"/>
                </a:solidFill>
                <a:highlight>
                  <a:srgbClr val="FFFFFF"/>
                </a:highlight>
                <a:latin typeface="+mj-lt"/>
              </a:rPr>
              <a:t>réglementations</a:t>
            </a:r>
            <a:endParaRPr lang="fr-FR" sz="1200" b="1" dirty="0">
              <a:solidFill>
                <a:schemeClr val="accent5"/>
              </a:solidFill>
              <a:highlight>
                <a:srgbClr val="FFFFFF"/>
              </a:highlight>
              <a:latin typeface="+mj-lt"/>
            </a:endParaRPr>
          </a:p>
        </p:txBody>
      </p:sp>
      <p:cxnSp>
        <p:nvCxnSpPr>
          <p:cNvPr id="10" name="Connecteur droit 9">
            <a:extLst>
              <a:ext uri="{FF2B5EF4-FFF2-40B4-BE49-F238E27FC236}">
                <a16:creationId xmlns:a16="http://schemas.microsoft.com/office/drawing/2014/main" id="{23212473-AF78-F22B-948C-B1FC278A201E}"/>
              </a:ext>
            </a:extLst>
          </p:cNvPr>
          <p:cNvCxnSpPr>
            <a:cxnSpLocks/>
          </p:cNvCxnSpPr>
          <p:nvPr/>
        </p:nvCxnSpPr>
        <p:spPr>
          <a:xfrm flipV="1">
            <a:off x="626492" y="2546096"/>
            <a:ext cx="4746697" cy="11095"/>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49" name="Groupe 48">
            <a:extLst>
              <a:ext uri="{FF2B5EF4-FFF2-40B4-BE49-F238E27FC236}">
                <a16:creationId xmlns:a16="http://schemas.microsoft.com/office/drawing/2014/main" id="{5D45787B-D8BD-3E47-80F8-9E6AD0A7906C}"/>
              </a:ext>
            </a:extLst>
          </p:cNvPr>
          <p:cNvGrpSpPr/>
          <p:nvPr/>
        </p:nvGrpSpPr>
        <p:grpSpPr>
          <a:xfrm>
            <a:off x="5520267" y="1971072"/>
            <a:ext cx="6066896" cy="1199716"/>
            <a:chOff x="6217837" y="1900057"/>
            <a:chExt cx="5388494" cy="1199716"/>
          </a:xfrm>
        </p:grpSpPr>
        <p:sp>
          <p:nvSpPr>
            <p:cNvPr id="22" name="Rectangle : coins arrondis 21">
              <a:extLst>
                <a:ext uri="{FF2B5EF4-FFF2-40B4-BE49-F238E27FC236}">
                  <a16:creationId xmlns:a16="http://schemas.microsoft.com/office/drawing/2014/main" id="{F12EA99B-B3F1-818D-4D47-A79A7ACBAB46}"/>
                </a:ext>
              </a:extLst>
            </p:cNvPr>
            <p:cNvSpPr/>
            <p:nvPr/>
          </p:nvSpPr>
          <p:spPr>
            <a:xfrm>
              <a:off x="6217837" y="2040189"/>
              <a:ext cx="5388494" cy="1059584"/>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ctr"/>
            <a:lstStyle/>
            <a:p>
              <a:pPr algn="ctr">
                <a:spcAft>
                  <a:spcPts val="600"/>
                </a:spcAft>
              </a:pPr>
              <a:r>
                <a:rPr lang="fr-FR" sz="1200" b="1" dirty="0">
                  <a:solidFill>
                    <a:srgbClr val="1A1A2E"/>
                  </a:solidFill>
                  <a:ea typeface="Calibri" pitchFamily="34" charset="-122"/>
                  <a:cs typeface="Calibri" pitchFamily="34" charset="-120"/>
                </a:rPr>
                <a:t>Identifier les chantiers existants qui doivent intégrer dès maintenant les exigences PSR.</a:t>
              </a:r>
            </a:p>
            <a:p>
              <a:pPr algn="ctr">
                <a:spcAft>
                  <a:spcPts val="600"/>
                </a:spcAft>
              </a:pPr>
              <a:r>
                <a:rPr lang="fr-FR" sz="1200" dirty="0">
                  <a:solidFill>
                    <a:srgbClr val="1A1A2E"/>
                  </a:solidFill>
                  <a:ea typeface="Calibri" pitchFamily="34" charset="-122"/>
                  <a:cs typeface="Calibri" pitchFamily="34" charset="-120"/>
                </a:rPr>
                <a:t>Ex. </a:t>
              </a:r>
              <a:r>
                <a:rPr lang="fr-FR" sz="1200" i="1" dirty="0" err="1">
                  <a:solidFill>
                    <a:srgbClr val="1A1A2E"/>
                  </a:solidFill>
                  <a:ea typeface="Calibri" pitchFamily="34" charset="-122"/>
                  <a:cs typeface="Calibri" pitchFamily="34" charset="-120"/>
                </a:rPr>
                <a:t>VoP</a:t>
              </a:r>
              <a:r>
                <a:rPr lang="fr-FR" sz="1200" i="1" dirty="0">
                  <a:solidFill>
                    <a:srgbClr val="1A1A2E"/>
                  </a:solidFill>
                  <a:ea typeface="Calibri" pitchFamily="34" charset="-122"/>
                  <a:cs typeface="Calibri" pitchFamily="34" charset="-120"/>
                </a:rPr>
                <a:t>, SCA et gestion des permissions : éviter une première implémentation limitée au périmètre du texte initial, puis une seconde adaptation pour le PSR.</a:t>
              </a:r>
              <a:endParaRPr lang="en-US" sz="1200" i="1" dirty="0"/>
            </a:p>
          </p:txBody>
        </p:sp>
        <p:sp>
          <p:nvSpPr>
            <p:cNvPr id="23" name="ZoneTexte 22">
              <a:extLst>
                <a:ext uri="{FF2B5EF4-FFF2-40B4-BE49-F238E27FC236}">
                  <a16:creationId xmlns:a16="http://schemas.microsoft.com/office/drawing/2014/main" id="{C8D44519-2CFE-F1C7-68DC-0DE031446DE2}"/>
                </a:ext>
              </a:extLst>
            </p:cNvPr>
            <p:cNvSpPr txBox="1"/>
            <p:nvPr/>
          </p:nvSpPr>
          <p:spPr>
            <a:xfrm>
              <a:off x="6538736" y="1900057"/>
              <a:ext cx="4746697"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1. Aligner les roadmaps</a:t>
              </a:r>
            </a:p>
          </p:txBody>
        </p:sp>
      </p:grpSp>
      <p:grpSp>
        <p:nvGrpSpPr>
          <p:cNvPr id="48" name="Groupe 47">
            <a:extLst>
              <a:ext uri="{FF2B5EF4-FFF2-40B4-BE49-F238E27FC236}">
                <a16:creationId xmlns:a16="http://schemas.microsoft.com/office/drawing/2014/main" id="{7FE854C1-7B55-C584-6945-863CC4A6E2CF}"/>
              </a:ext>
            </a:extLst>
          </p:cNvPr>
          <p:cNvGrpSpPr/>
          <p:nvPr/>
        </p:nvGrpSpPr>
        <p:grpSpPr>
          <a:xfrm>
            <a:off x="5520267" y="3331524"/>
            <a:ext cx="6066896" cy="1199715"/>
            <a:chOff x="6217837" y="3383384"/>
            <a:chExt cx="5388494" cy="1199715"/>
          </a:xfrm>
        </p:grpSpPr>
        <p:sp>
          <p:nvSpPr>
            <p:cNvPr id="38" name="Rectangle : coins arrondis 37">
              <a:extLst>
                <a:ext uri="{FF2B5EF4-FFF2-40B4-BE49-F238E27FC236}">
                  <a16:creationId xmlns:a16="http://schemas.microsoft.com/office/drawing/2014/main" id="{31BBAA42-87FD-ECCB-5792-26498453CBDE}"/>
                </a:ext>
              </a:extLst>
            </p:cNvPr>
            <p:cNvSpPr/>
            <p:nvPr/>
          </p:nvSpPr>
          <p:spPr>
            <a:xfrm>
              <a:off x="6217837" y="3523515"/>
              <a:ext cx="5388494" cy="1059584"/>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ctr"/>
            <a:lstStyle/>
            <a:p>
              <a:pPr algn="ctr">
                <a:spcAft>
                  <a:spcPts val="600"/>
                </a:spcAft>
              </a:pPr>
              <a:r>
                <a:rPr lang="fr-FR" sz="1200" b="1" dirty="0">
                  <a:solidFill>
                    <a:srgbClr val="1A1A2E"/>
                  </a:solidFill>
                  <a:ea typeface="Calibri" pitchFamily="34" charset="-122"/>
                  <a:cs typeface="Calibri" pitchFamily="34" charset="-120"/>
                </a:rPr>
                <a:t>Privilégier des capacités Groupe réutilisables plutôt que des implémentations réglementaires en silo.</a:t>
              </a:r>
            </a:p>
            <a:p>
              <a:pPr algn="ctr">
                <a:spcAft>
                  <a:spcPts val="600"/>
                </a:spcAft>
              </a:pPr>
              <a:r>
                <a:rPr lang="fr-FR" sz="1200" dirty="0">
                  <a:solidFill>
                    <a:srgbClr val="1A1A2E"/>
                  </a:solidFill>
                  <a:ea typeface="Calibri" pitchFamily="34" charset="-122"/>
                  <a:cs typeface="Calibri" pitchFamily="34" charset="-120"/>
                </a:rPr>
                <a:t>Ex. </a:t>
              </a:r>
              <a:r>
                <a:rPr lang="fr-FR" sz="1200" i="1" dirty="0">
                  <a:solidFill>
                    <a:srgbClr val="1A1A2E"/>
                  </a:solidFill>
                  <a:ea typeface="Calibri" pitchFamily="34" charset="-122"/>
                  <a:cs typeface="Calibri" pitchFamily="34" charset="-120"/>
                </a:rPr>
                <a:t>un hub de permissions pouvant servir à la fois le PSR et FIDA, ou un socle fraude commun DORA / PSR / AMLR.</a:t>
              </a:r>
              <a:endParaRPr lang="en-US" sz="1200" i="1" dirty="0"/>
            </a:p>
          </p:txBody>
        </p:sp>
        <p:sp>
          <p:nvSpPr>
            <p:cNvPr id="39" name="ZoneTexte 38">
              <a:extLst>
                <a:ext uri="{FF2B5EF4-FFF2-40B4-BE49-F238E27FC236}">
                  <a16:creationId xmlns:a16="http://schemas.microsoft.com/office/drawing/2014/main" id="{3CEB5B45-5714-2375-EAEB-8CE1945E261F}"/>
                </a:ext>
              </a:extLst>
            </p:cNvPr>
            <p:cNvSpPr txBox="1"/>
            <p:nvPr/>
          </p:nvSpPr>
          <p:spPr>
            <a:xfrm>
              <a:off x="6538736" y="3383384"/>
              <a:ext cx="4746697"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2. Concevoir des briques transverses</a:t>
              </a:r>
            </a:p>
          </p:txBody>
        </p:sp>
      </p:grpSp>
      <p:grpSp>
        <p:nvGrpSpPr>
          <p:cNvPr id="47" name="Groupe 46">
            <a:extLst>
              <a:ext uri="{FF2B5EF4-FFF2-40B4-BE49-F238E27FC236}">
                <a16:creationId xmlns:a16="http://schemas.microsoft.com/office/drawing/2014/main" id="{5562A215-89A3-B2C5-B98A-9532A6DC30F6}"/>
              </a:ext>
            </a:extLst>
          </p:cNvPr>
          <p:cNvGrpSpPr/>
          <p:nvPr/>
        </p:nvGrpSpPr>
        <p:grpSpPr>
          <a:xfrm>
            <a:off x="5520267" y="4691975"/>
            <a:ext cx="6066896" cy="1199715"/>
            <a:chOff x="6217837" y="4912327"/>
            <a:chExt cx="5388494" cy="1199715"/>
          </a:xfrm>
        </p:grpSpPr>
        <p:sp>
          <p:nvSpPr>
            <p:cNvPr id="43" name="Rectangle : coins arrondis 42">
              <a:extLst>
                <a:ext uri="{FF2B5EF4-FFF2-40B4-BE49-F238E27FC236}">
                  <a16:creationId xmlns:a16="http://schemas.microsoft.com/office/drawing/2014/main" id="{D09DE165-AEF9-816C-A761-50310F6EF46C}"/>
                </a:ext>
              </a:extLst>
            </p:cNvPr>
            <p:cNvSpPr/>
            <p:nvPr/>
          </p:nvSpPr>
          <p:spPr>
            <a:xfrm>
              <a:off x="6217837" y="5052458"/>
              <a:ext cx="5388494" cy="1059584"/>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ctr"/>
            <a:lstStyle/>
            <a:p>
              <a:pPr algn="ctr">
                <a:spcAft>
                  <a:spcPts val="600"/>
                </a:spcAft>
              </a:pPr>
              <a:r>
                <a:rPr lang="fr-FR" sz="1200" b="1" dirty="0">
                  <a:solidFill>
                    <a:srgbClr val="1A1A2E"/>
                  </a:solidFill>
                  <a:ea typeface="Calibri" pitchFamily="34" charset="-122"/>
                  <a:cs typeface="Calibri" pitchFamily="34" charset="-120"/>
                </a:rPr>
                <a:t>Ne mutualiser que ce qui a vocation à l’être ; conserver les adaptations imposées par les régimes locaux ou les infrastructures de place.</a:t>
              </a:r>
            </a:p>
            <a:p>
              <a:pPr algn="ctr">
                <a:spcAft>
                  <a:spcPts val="600"/>
                </a:spcAft>
              </a:pPr>
              <a:r>
                <a:rPr lang="fr-FR" sz="1200" dirty="0">
                  <a:solidFill>
                    <a:srgbClr val="1A1A2E"/>
                  </a:solidFill>
                  <a:ea typeface="Calibri" pitchFamily="34" charset="-122"/>
                  <a:cs typeface="Calibri" pitchFamily="34" charset="-120"/>
                </a:rPr>
                <a:t>Ex. </a:t>
              </a:r>
              <a:r>
                <a:rPr lang="fr-FR" sz="1200" i="1" dirty="0">
                  <a:solidFill>
                    <a:srgbClr val="1A1A2E"/>
                  </a:solidFill>
                  <a:ea typeface="Calibri" pitchFamily="34" charset="-122"/>
                  <a:cs typeface="Calibri" pitchFamily="34" charset="-120"/>
                </a:rPr>
                <a:t>les spécificités STET / Berlin Group, les infrastructures nationales de </a:t>
              </a:r>
              <a:r>
                <a:rPr lang="fr-FR" sz="1200" i="1" dirty="0" err="1">
                  <a:solidFill>
                    <a:srgbClr val="1A1A2E"/>
                  </a:solidFill>
                  <a:ea typeface="Calibri" pitchFamily="34" charset="-122"/>
                  <a:cs typeface="Calibri" pitchFamily="34" charset="-120"/>
                </a:rPr>
                <a:t>VoP</a:t>
              </a:r>
              <a:r>
                <a:rPr lang="fr-FR" sz="1200" i="1" dirty="0">
                  <a:solidFill>
                    <a:srgbClr val="1A1A2E"/>
                  </a:solidFill>
                  <a:ea typeface="Calibri" pitchFamily="34" charset="-122"/>
                  <a:cs typeface="Calibri" pitchFamily="34" charset="-120"/>
                </a:rPr>
                <a:t> ou les exigences propres aux différentes entités.</a:t>
              </a:r>
              <a:endParaRPr lang="en-US" sz="1200" i="1" dirty="0"/>
            </a:p>
          </p:txBody>
        </p:sp>
        <p:sp>
          <p:nvSpPr>
            <p:cNvPr id="44" name="ZoneTexte 43">
              <a:extLst>
                <a:ext uri="{FF2B5EF4-FFF2-40B4-BE49-F238E27FC236}">
                  <a16:creationId xmlns:a16="http://schemas.microsoft.com/office/drawing/2014/main" id="{FD2F44EC-2249-C71C-E858-3DFAA0E855AE}"/>
                </a:ext>
              </a:extLst>
            </p:cNvPr>
            <p:cNvSpPr txBox="1"/>
            <p:nvPr/>
          </p:nvSpPr>
          <p:spPr>
            <a:xfrm>
              <a:off x="6538736" y="4912327"/>
              <a:ext cx="4746697" cy="276999"/>
            </a:xfrm>
            <a:prstGeom prst="rect">
              <a:avLst/>
            </a:prstGeom>
            <a:noFill/>
          </p:spPr>
          <p:txBody>
            <a:bodyPr wrap="square">
              <a:spAutoFit/>
            </a:bodyPr>
            <a:lstStyle/>
            <a:p>
              <a:pPr algn="ctr"/>
              <a:r>
                <a:rPr lang="fr-FR" sz="1200" b="1" dirty="0">
                  <a:solidFill>
                    <a:schemeClr val="accent1"/>
                  </a:solidFill>
                  <a:latin typeface="+mj-lt"/>
                  <a:ea typeface="Open Sans Extrabold" panose="020B0906030804020204" pitchFamily="34" charset="0"/>
                  <a:cs typeface="Open Sans Extrabold" panose="020B0906030804020204" pitchFamily="34" charset="0"/>
                </a:rPr>
                <a:t>3. Arbitrer ce qui doit rester spécifique</a:t>
              </a:r>
            </a:p>
          </p:txBody>
        </p:sp>
      </p:grpSp>
      <p:sp>
        <p:nvSpPr>
          <p:cNvPr id="52" name="ZoneTexte 51">
            <a:extLst>
              <a:ext uri="{FF2B5EF4-FFF2-40B4-BE49-F238E27FC236}">
                <a16:creationId xmlns:a16="http://schemas.microsoft.com/office/drawing/2014/main" id="{35AADBFB-C40C-E46F-2B27-F95BB05FF944}"/>
              </a:ext>
            </a:extLst>
          </p:cNvPr>
          <p:cNvSpPr txBox="1"/>
          <p:nvPr/>
        </p:nvSpPr>
        <p:spPr>
          <a:xfrm>
            <a:off x="5520267" y="6047624"/>
            <a:ext cx="6066896" cy="461665"/>
          </a:xfrm>
          <a:prstGeom prst="rect">
            <a:avLst/>
          </a:prstGeom>
          <a:noFill/>
        </p:spPr>
        <p:txBody>
          <a:bodyPr wrap="square">
            <a:spAutoFit/>
          </a:bodyPr>
          <a:lstStyle/>
          <a:p>
            <a:pPr algn="ctr"/>
            <a:r>
              <a:rPr lang="en-US" sz="1200" b="1" dirty="0">
                <a:solidFill>
                  <a:srgbClr val="C00000"/>
                </a:solidFill>
              </a:rPr>
              <a:t>Le bon </a:t>
            </a:r>
            <a:r>
              <a:rPr lang="en-US" sz="1200" b="1" dirty="0" err="1">
                <a:solidFill>
                  <a:srgbClr val="C00000"/>
                </a:solidFill>
              </a:rPr>
              <a:t>niveau</a:t>
            </a:r>
            <a:r>
              <a:rPr lang="en-US" sz="1200" b="1" dirty="0">
                <a:solidFill>
                  <a:srgbClr val="C00000"/>
                </a:solidFill>
              </a:rPr>
              <a:t> </a:t>
            </a:r>
            <a:r>
              <a:rPr lang="en-US" sz="1200" b="1" dirty="0" err="1">
                <a:solidFill>
                  <a:srgbClr val="C00000"/>
                </a:solidFill>
              </a:rPr>
              <a:t>d’anticipation</a:t>
            </a:r>
            <a:r>
              <a:rPr lang="en-US" sz="1200" b="1" dirty="0">
                <a:solidFill>
                  <a:srgbClr val="C00000"/>
                </a:solidFill>
              </a:rPr>
              <a:t> </a:t>
            </a:r>
            <a:r>
              <a:rPr lang="en-US" sz="1200" b="1" dirty="0" err="1">
                <a:solidFill>
                  <a:srgbClr val="C00000"/>
                </a:solidFill>
              </a:rPr>
              <a:t>n’est</a:t>
            </a:r>
            <a:r>
              <a:rPr lang="en-US" sz="1200" b="1" dirty="0">
                <a:solidFill>
                  <a:srgbClr val="C00000"/>
                </a:solidFill>
              </a:rPr>
              <a:t> pas de </a:t>
            </a:r>
            <a:r>
              <a:rPr lang="en-US" sz="1200" b="1" dirty="0" err="1">
                <a:solidFill>
                  <a:srgbClr val="C00000"/>
                </a:solidFill>
              </a:rPr>
              <a:t>construire</a:t>
            </a:r>
            <a:r>
              <a:rPr lang="en-US" sz="1200" b="1" dirty="0">
                <a:solidFill>
                  <a:srgbClr val="C00000"/>
                </a:solidFill>
              </a:rPr>
              <a:t> “pour le PSR”, </a:t>
            </a:r>
            <a:r>
              <a:rPr lang="en-US" sz="1200" b="1" dirty="0" err="1">
                <a:solidFill>
                  <a:srgbClr val="C00000"/>
                </a:solidFill>
              </a:rPr>
              <a:t>mais</a:t>
            </a:r>
            <a:r>
              <a:rPr lang="en-US" sz="1200" b="1" dirty="0">
                <a:solidFill>
                  <a:srgbClr val="C00000"/>
                </a:solidFill>
              </a:rPr>
              <a:t> de faire </a:t>
            </a:r>
            <a:r>
              <a:rPr lang="en-US" sz="1200" b="1" dirty="0" err="1">
                <a:solidFill>
                  <a:srgbClr val="C00000"/>
                </a:solidFill>
              </a:rPr>
              <a:t>évoluer</a:t>
            </a:r>
            <a:r>
              <a:rPr lang="en-US" sz="1200" b="1" dirty="0">
                <a:solidFill>
                  <a:srgbClr val="C00000"/>
                </a:solidFill>
              </a:rPr>
              <a:t> les </a:t>
            </a:r>
            <a:r>
              <a:rPr lang="en-US" sz="1200" b="1" dirty="0" err="1">
                <a:solidFill>
                  <a:srgbClr val="C00000"/>
                </a:solidFill>
              </a:rPr>
              <a:t>briques</a:t>
            </a:r>
            <a:r>
              <a:rPr lang="en-US" sz="1200" b="1" dirty="0">
                <a:solidFill>
                  <a:srgbClr val="C00000"/>
                </a:solidFill>
              </a:rPr>
              <a:t> déjà </a:t>
            </a:r>
            <a:r>
              <a:rPr lang="en-US" sz="1200" b="1" dirty="0" err="1">
                <a:solidFill>
                  <a:srgbClr val="C00000"/>
                </a:solidFill>
              </a:rPr>
              <a:t>en</a:t>
            </a:r>
            <a:r>
              <a:rPr lang="en-US" sz="1200" b="1" dirty="0">
                <a:solidFill>
                  <a:srgbClr val="C00000"/>
                </a:solidFill>
              </a:rPr>
              <a:t> construction pour </a:t>
            </a:r>
            <a:r>
              <a:rPr lang="en-US" sz="1200" b="1" dirty="0" err="1">
                <a:solidFill>
                  <a:srgbClr val="C00000"/>
                </a:solidFill>
              </a:rPr>
              <a:t>qu’elles</a:t>
            </a:r>
            <a:r>
              <a:rPr lang="en-US" sz="1200" b="1" dirty="0">
                <a:solidFill>
                  <a:srgbClr val="C00000"/>
                </a:solidFill>
              </a:rPr>
              <a:t> </a:t>
            </a:r>
            <a:r>
              <a:rPr lang="en-US" sz="1200" b="1" dirty="0" err="1">
                <a:solidFill>
                  <a:srgbClr val="C00000"/>
                </a:solidFill>
              </a:rPr>
              <a:t>soient</a:t>
            </a:r>
            <a:r>
              <a:rPr lang="en-US" sz="1200" b="1" dirty="0">
                <a:solidFill>
                  <a:srgbClr val="C00000"/>
                </a:solidFill>
              </a:rPr>
              <a:t> PSR-compatibles.</a:t>
            </a:r>
            <a:endParaRPr lang="fr-FR" sz="1200" b="1" dirty="0">
              <a:solidFill>
                <a:srgbClr val="C00000"/>
              </a:solidFill>
            </a:endParaRPr>
          </a:p>
        </p:txBody>
      </p:sp>
    </p:spTree>
    <p:extLst>
      <p:ext uri="{BB962C8B-B14F-4D97-AF65-F5344CB8AC3E}">
        <p14:creationId xmlns:p14="http://schemas.microsoft.com/office/powerpoint/2010/main" val="27516020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E66F-30CC-A015-0987-E077614229F4}"/>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9C7088C-595B-993C-442B-62813A8C9B93}"/>
              </a:ext>
            </a:extLst>
          </p:cNvPr>
          <p:cNvSpPr>
            <a:spLocks noGrp="1"/>
          </p:cNvSpPr>
          <p:nvPr>
            <p:ph type="body" sz="quarter" idx="10"/>
          </p:nvPr>
        </p:nvSpPr>
        <p:spPr>
          <a:xfrm>
            <a:off x="631298" y="278809"/>
            <a:ext cx="11097151" cy="629241"/>
          </a:xfrm>
        </p:spPr>
        <p:txBody>
          <a:bodyPr vert="horz" lIns="0" tIns="0" rIns="0" bIns="0" rtlCol="0" anchor="ctr">
            <a:noAutofit/>
          </a:bodyPr>
          <a:lstStyle/>
          <a:p>
            <a:r>
              <a:rPr lang="fr-FR" sz="1800" b="1" noProof="0" dirty="0"/>
              <a:t>L'ENJEU EST DE LIVRER EN DEUX ANS DES BRIQUES STRUCTURANTES, comme toujours, dans un cadre réglementaire encore non stabilisé</a:t>
            </a:r>
          </a:p>
        </p:txBody>
      </p:sp>
      <p:sp>
        <p:nvSpPr>
          <p:cNvPr id="4" name="Shape 1">
            <a:extLst>
              <a:ext uri="{FF2B5EF4-FFF2-40B4-BE49-F238E27FC236}">
                <a16:creationId xmlns:a16="http://schemas.microsoft.com/office/drawing/2014/main" id="{77451C35-5402-5601-17A3-D21FE12C45A6}"/>
              </a:ext>
            </a:extLst>
          </p:cNvPr>
          <p:cNvSpPr/>
          <p:nvPr/>
        </p:nvSpPr>
        <p:spPr>
          <a:xfrm>
            <a:off x="616477" y="1056252"/>
            <a:ext cx="753488" cy="753488"/>
          </a:xfrm>
          <a:prstGeom prst="ellipse">
            <a:avLst/>
          </a:prstGeom>
          <a:solidFill>
            <a:srgbClr val="0D9488"/>
          </a:solidFill>
          <a:ln/>
        </p:spPr>
        <p:txBody>
          <a:bodyPr/>
          <a:lstStyle/>
          <a:p>
            <a:endParaRPr lang="en-US"/>
          </a:p>
        </p:txBody>
      </p:sp>
      <p:sp>
        <p:nvSpPr>
          <p:cNvPr id="5" name="Text 2">
            <a:extLst>
              <a:ext uri="{FF2B5EF4-FFF2-40B4-BE49-F238E27FC236}">
                <a16:creationId xmlns:a16="http://schemas.microsoft.com/office/drawing/2014/main" id="{024DCC6D-86E3-F07A-276B-270710DB3CB9}"/>
              </a:ext>
            </a:extLst>
          </p:cNvPr>
          <p:cNvSpPr/>
          <p:nvPr/>
        </p:nvSpPr>
        <p:spPr>
          <a:xfrm>
            <a:off x="616477" y="1056252"/>
            <a:ext cx="753488" cy="753488"/>
          </a:xfrm>
          <a:prstGeom prst="rect">
            <a:avLst/>
          </a:prstGeom>
          <a:noFill/>
          <a:ln/>
        </p:spPr>
        <p:txBody>
          <a:bodyPr wrap="square"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01</a:t>
            </a:r>
            <a:endParaRPr lang="en-US" sz="2000"/>
          </a:p>
        </p:txBody>
      </p:sp>
      <p:sp>
        <p:nvSpPr>
          <p:cNvPr id="6" name="Text 3">
            <a:extLst>
              <a:ext uri="{FF2B5EF4-FFF2-40B4-BE49-F238E27FC236}">
                <a16:creationId xmlns:a16="http://schemas.microsoft.com/office/drawing/2014/main" id="{CB22E1E7-CDD2-BBC8-07DA-396E1F615D02}"/>
              </a:ext>
            </a:extLst>
          </p:cNvPr>
          <p:cNvSpPr/>
          <p:nvPr/>
        </p:nvSpPr>
        <p:spPr>
          <a:xfrm>
            <a:off x="1502260" y="1056252"/>
            <a:ext cx="9286390" cy="527442"/>
          </a:xfrm>
          <a:prstGeom prst="rect">
            <a:avLst/>
          </a:prstGeom>
          <a:noFill/>
          <a:ln/>
        </p:spPr>
        <p:txBody>
          <a:bodyPr wrap="square" rtlCol="0" anchor="ctr"/>
          <a:lstStyle/>
          <a:p>
            <a:pPr marL="0" indent="0">
              <a:buNone/>
            </a:pPr>
            <a:r>
              <a:rPr lang="en-US" b="1" dirty="0">
                <a:solidFill>
                  <a:srgbClr val="1E293B"/>
                </a:solidFill>
                <a:latin typeface="+mj-lt"/>
                <a:ea typeface="Calibri" pitchFamily="34" charset="-122"/>
                <a:cs typeface="Calibri" pitchFamily="34" charset="-120"/>
              </a:rPr>
              <a:t>Une </a:t>
            </a:r>
            <a:r>
              <a:rPr lang="en-US" b="1" dirty="0" err="1">
                <a:solidFill>
                  <a:srgbClr val="1E293B"/>
                </a:solidFill>
                <a:latin typeface="+mj-lt"/>
                <a:ea typeface="Calibri" pitchFamily="34" charset="-122"/>
                <a:cs typeface="Calibri" pitchFamily="34" charset="-120"/>
              </a:rPr>
              <a:t>fenêtre</a:t>
            </a:r>
            <a:r>
              <a:rPr lang="en-US" b="1" dirty="0">
                <a:solidFill>
                  <a:srgbClr val="1E293B"/>
                </a:solidFill>
                <a:latin typeface="+mj-lt"/>
                <a:ea typeface="Calibri" pitchFamily="34" charset="-122"/>
                <a:cs typeface="Calibri" pitchFamily="34" charset="-120"/>
              </a:rPr>
              <a:t> </a:t>
            </a:r>
            <a:r>
              <a:rPr lang="en-US" b="1" dirty="0" err="1">
                <a:solidFill>
                  <a:srgbClr val="1E293B"/>
                </a:solidFill>
                <a:latin typeface="+mj-lt"/>
                <a:ea typeface="Calibri" pitchFamily="34" charset="-122"/>
                <a:cs typeface="Calibri" pitchFamily="34" charset="-120"/>
              </a:rPr>
              <a:t>courte</a:t>
            </a:r>
            <a:endParaRPr lang="en-US" b="1" dirty="0">
              <a:solidFill>
                <a:srgbClr val="1E293B"/>
              </a:solidFill>
              <a:latin typeface="+mj-lt"/>
              <a:ea typeface="Calibri" pitchFamily="34" charset="-122"/>
              <a:cs typeface="Calibri" pitchFamily="34" charset="-120"/>
            </a:endParaRPr>
          </a:p>
        </p:txBody>
      </p:sp>
      <p:sp>
        <p:nvSpPr>
          <p:cNvPr id="7" name="Text 4">
            <a:extLst>
              <a:ext uri="{FF2B5EF4-FFF2-40B4-BE49-F238E27FC236}">
                <a16:creationId xmlns:a16="http://schemas.microsoft.com/office/drawing/2014/main" id="{D5EF2DFA-766D-1CF4-2D31-08A16883348E}"/>
              </a:ext>
            </a:extLst>
          </p:cNvPr>
          <p:cNvSpPr/>
          <p:nvPr/>
        </p:nvSpPr>
        <p:spPr>
          <a:xfrm>
            <a:off x="1502260" y="1440294"/>
            <a:ext cx="10080000" cy="629241"/>
          </a:xfrm>
          <a:prstGeom prst="rect">
            <a:avLst/>
          </a:prstGeom>
          <a:noFill/>
          <a:ln/>
        </p:spPr>
        <p:txBody>
          <a:bodyPr wrap="square" rtlCol="0" anchor="t"/>
          <a:lstStyle/>
          <a:p>
            <a:r>
              <a:rPr lang="fr-FR" sz="1400" dirty="0"/>
              <a:t>21 mois jusqu'à l'application générale du PSR, 27 mois pour la vérification du bénéficiaire et la fin du régime transitoire d'agrément.</a:t>
            </a:r>
          </a:p>
        </p:txBody>
      </p:sp>
      <p:sp>
        <p:nvSpPr>
          <p:cNvPr id="9" name="Shape 1">
            <a:extLst>
              <a:ext uri="{FF2B5EF4-FFF2-40B4-BE49-F238E27FC236}">
                <a16:creationId xmlns:a16="http://schemas.microsoft.com/office/drawing/2014/main" id="{5F8B903E-8BC9-C7F0-D081-B6CBE062DD76}"/>
              </a:ext>
            </a:extLst>
          </p:cNvPr>
          <p:cNvSpPr/>
          <p:nvPr/>
        </p:nvSpPr>
        <p:spPr>
          <a:xfrm>
            <a:off x="616477" y="2248615"/>
            <a:ext cx="753488" cy="753488"/>
          </a:xfrm>
          <a:prstGeom prst="ellipse">
            <a:avLst/>
          </a:prstGeom>
          <a:solidFill>
            <a:srgbClr val="0D9488"/>
          </a:solidFill>
          <a:ln/>
        </p:spPr>
        <p:txBody>
          <a:bodyPr/>
          <a:lstStyle/>
          <a:p>
            <a:endParaRPr lang="en-US"/>
          </a:p>
        </p:txBody>
      </p:sp>
      <p:sp>
        <p:nvSpPr>
          <p:cNvPr id="10" name="Text 2">
            <a:extLst>
              <a:ext uri="{FF2B5EF4-FFF2-40B4-BE49-F238E27FC236}">
                <a16:creationId xmlns:a16="http://schemas.microsoft.com/office/drawing/2014/main" id="{81895498-E595-FCDB-C1A9-08D8E29E3AB5}"/>
              </a:ext>
            </a:extLst>
          </p:cNvPr>
          <p:cNvSpPr/>
          <p:nvPr/>
        </p:nvSpPr>
        <p:spPr>
          <a:xfrm>
            <a:off x="616477" y="2248615"/>
            <a:ext cx="753488" cy="753488"/>
          </a:xfrm>
          <a:prstGeom prst="rect">
            <a:avLst/>
          </a:prstGeom>
          <a:noFill/>
          <a:ln/>
        </p:spPr>
        <p:txBody>
          <a:bodyPr wrap="square"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02</a:t>
            </a:r>
            <a:endParaRPr lang="en-US" sz="2000"/>
          </a:p>
        </p:txBody>
      </p:sp>
      <p:sp>
        <p:nvSpPr>
          <p:cNvPr id="11" name="Text 3">
            <a:extLst>
              <a:ext uri="{FF2B5EF4-FFF2-40B4-BE49-F238E27FC236}">
                <a16:creationId xmlns:a16="http://schemas.microsoft.com/office/drawing/2014/main" id="{1B191707-DCF3-6F3D-A4FF-DD1B0A1EB6E7}"/>
              </a:ext>
            </a:extLst>
          </p:cNvPr>
          <p:cNvSpPr/>
          <p:nvPr/>
        </p:nvSpPr>
        <p:spPr>
          <a:xfrm>
            <a:off x="1502260" y="2248615"/>
            <a:ext cx="9330840" cy="527442"/>
          </a:xfrm>
          <a:prstGeom prst="rect">
            <a:avLst/>
          </a:prstGeom>
          <a:noFill/>
          <a:ln/>
        </p:spPr>
        <p:txBody>
          <a:bodyPr wrap="square" rtlCol="0" anchor="ctr"/>
          <a:lstStyle/>
          <a:p>
            <a:pPr marL="0" indent="0">
              <a:buNone/>
            </a:pPr>
            <a:r>
              <a:rPr lang="fr-FR" b="1" dirty="0">
                <a:solidFill>
                  <a:srgbClr val="1E293B"/>
                </a:solidFill>
                <a:latin typeface="+mj-lt"/>
                <a:ea typeface="Calibri" pitchFamily="34" charset="-122"/>
                <a:cs typeface="Calibri" pitchFamily="34" charset="-120"/>
              </a:rPr>
              <a:t>Une dépendance aux RTS de l'EBA</a:t>
            </a:r>
          </a:p>
        </p:txBody>
      </p:sp>
      <p:sp>
        <p:nvSpPr>
          <p:cNvPr id="12" name="Text 4">
            <a:extLst>
              <a:ext uri="{FF2B5EF4-FFF2-40B4-BE49-F238E27FC236}">
                <a16:creationId xmlns:a16="http://schemas.microsoft.com/office/drawing/2014/main" id="{293D2E52-E14C-6A67-A265-477928EA9C81}"/>
              </a:ext>
            </a:extLst>
          </p:cNvPr>
          <p:cNvSpPr/>
          <p:nvPr/>
        </p:nvSpPr>
        <p:spPr>
          <a:xfrm>
            <a:off x="1502260" y="2632657"/>
            <a:ext cx="10080000" cy="629241"/>
          </a:xfrm>
          <a:prstGeom prst="rect">
            <a:avLst/>
          </a:prstGeom>
          <a:noFill/>
          <a:ln/>
        </p:spPr>
        <p:txBody>
          <a:bodyPr wrap="square" rtlCol="0" anchor="t"/>
          <a:lstStyle/>
          <a:p>
            <a:r>
              <a:rPr lang="fr-FR" sz="1400" dirty="0"/>
              <a:t>Les RTS SCA, attendus jusqu'à 12 mois après l'entrée en vigueur, figent une partie du cadrage plus tard que le reste du texte.</a:t>
            </a:r>
          </a:p>
        </p:txBody>
      </p:sp>
      <p:sp>
        <p:nvSpPr>
          <p:cNvPr id="15" name="Shape 1">
            <a:extLst>
              <a:ext uri="{FF2B5EF4-FFF2-40B4-BE49-F238E27FC236}">
                <a16:creationId xmlns:a16="http://schemas.microsoft.com/office/drawing/2014/main" id="{BB48647C-0CDD-EECC-556E-060BD0165502}"/>
              </a:ext>
            </a:extLst>
          </p:cNvPr>
          <p:cNvSpPr/>
          <p:nvPr/>
        </p:nvSpPr>
        <p:spPr>
          <a:xfrm>
            <a:off x="616477" y="3440978"/>
            <a:ext cx="753488" cy="753488"/>
          </a:xfrm>
          <a:prstGeom prst="ellipse">
            <a:avLst/>
          </a:prstGeom>
          <a:solidFill>
            <a:srgbClr val="0D9488"/>
          </a:solidFill>
          <a:ln/>
        </p:spPr>
        <p:txBody>
          <a:bodyPr/>
          <a:lstStyle/>
          <a:p>
            <a:endParaRPr lang="en-US"/>
          </a:p>
        </p:txBody>
      </p:sp>
      <p:sp>
        <p:nvSpPr>
          <p:cNvPr id="16" name="Text 2">
            <a:extLst>
              <a:ext uri="{FF2B5EF4-FFF2-40B4-BE49-F238E27FC236}">
                <a16:creationId xmlns:a16="http://schemas.microsoft.com/office/drawing/2014/main" id="{5619B901-C992-87B6-9E99-34C2233A4221}"/>
              </a:ext>
            </a:extLst>
          </p:cNvPr>
          <p:cNvSpPr/>
          <p:nvPr/>
        </p:nvSpPr>
        <p:spPr>
          <a:xfrm>
            <a:off x="616477" y="3440978"/>
            <a:ext cx="753488" cy="753488"/>
          </a:xfrm>
          <a:prstGeom prst="rect">
            <a:avLst/>
          </a:prstGeom>
          <a:noFill/>
          <a:ln/>
        </p:spPr>
        <p:txBody>
          <a:bodyPr wrap="square" rtlCol="0" anchor="ctr"/>
          <a:lstStyle/>
          <a:p>
            <a:pPr marL="0" indent="0" algn="ctr">
              <a:buNone/>
            </a:pPr>
            <a:r>
              <a:rPr lang="fr-FR" sz="2000" b="1">
                <a:solidFill>
                  <a:srgbClr val="FFFFFF"/>
                </a:solidFill>
                <a:latin typeface="Calibri" pitchFamily="34" charset="0"/>
                <a:ea typeface="Calibri" pitchFamily="34" charset="-122"/>
                <a:cs typeface="Calibri" pitchFamily="34" charset="-120"/>
              </a:rPr>
              <a:t>0</a:t>
            </a:r>
            <a:r>
              <a:rPr lang="en-US" sz="2000" b="1">
                <a:solidFill>
                  <a:srgbClr val="FFFFFF"/>
                </a:solidFill>
                <a:latin typeface="Calibri" pitchFamily="34" charset="0"/>
                <a:ea typeface="Calibri" pitchFamily="34" charset="-122"/>
                <a:cs typeface="Calibri" pitchFamily="34" charset="-120"/>
              </a:rPr>
              <a:t>3</a:t>
            </a:r>
            <a:endParaRPr lang="en-US" sz="2000"/>
          </a:p>
        </p:txBody>
      </p:sp>
      <p:sp>
        <p:nvSpPr>
          <p:cNvPr id="17" name="Text 3">
            <a:extLst>
              <a:ext uri="{FF2B5EF4-FFF2-40B4-BE49-F238E27FC236}">
                <a16:creationId xmlns:a16="http://schemas.microsoft.com/office/drawing/2014/main" id="{F574F6A5-F3C7-871D-FA2B-7D61F11E8E10}"/>
              </a:ext>
            </a:extLst>
          </p:cNvPr>
          <p:cNvSpPr/>
          <p:nvPr/>
        </p:nvSpPr>
        <p:spPr>
          <a:xfrm>
            <a:off x="1502260" y="3440978"/>
            <a:ext cx="8219590" cy="527442"/>
          </a:xfrm>
          <a:prstGeom prst="rect">
            <a:avLst/>
          </a:prstGeom>
          <a:noFill/>
          <a:ln/>
        </p:spPr>
        <p:txBody>
          <a:bodyPr wrap="square" rtlCol="0" anchor="ctr"/>
          <a:lstStyle/>
          <a:p>
            <a:pPr marL="0" indent="0">
              <a:buNone/>
            </a:pPr>
            <a:r>
              <a:rPr lang="en-US" sz="1800" b="1" dirty="0">
                <a:solidFill>
                  <a:srgbClr val="1E293B"/>
                </a:solidFill>
                <a:latin typeface="+mj-lt"/>
                <a:ea typeface="Calibri" pitchFamily="34" charset="-122"/>
                <a:cs typeface="Calibri" pitchFamily="34" charset="-120"/>
              </a:rPr>
              <a:t>Une </a:t>
            </a:r>
            <a:r>
              <a:rPr lang="en-US" sz="1800" b="1" dirty="0" err="1">
                <a:solidFill>
                  <a:srgbClr val="1E293B"/>
                </a:solidFill>
                <a:latin typeface="+mj-lt"/>
                <a:ea typeface="Calibri" pitchFamily="34" charset="-122"/>
                <a:cs typeface="Calibri" pitchFamily="34" charset="-120"/>
              </a:rPr>
              <a:t>hétérogénéité</a:t>
            </a:r>
            <a:r>
              <a:rPr lang="en-US" sz="1800" b="1" dirty="0">
                <a:solidFill>
                  <a:srgbClr val="1E293B"/>
                </a:solidFill>
                <a:latin typeface="+mj-lt"/>
                <a:ea typeface="Calibri" pitchFamily="34" charset="-122"/>
                <a:cs typeface="Calibri" pitchFamily="34" charset="-120"/>
              </a:rPr>
              <a:t> de </a:t>
            </a:r>
            <a:r>
              <a:rPr lang="en-US" sz="1800" b="1" dirty="0" err="1">
                <a:solidFill>
                  <a:srgbClr val="1E293B"/>
                </a:solidFill>
                <a:latin typeface="+mj-lt"/>
                <a:ea typeface="Calibri" pitchFamily="34" charset="-122"/>
                <a:cs typeface="Calibri" pitchFamily="34" charset="-120"/>
              </a:rPr>
              <a:t>départ</a:t>
            </a:r>
            <a:endParaRPr lang="en-US" sz="1800" b="1" dirty="0">
              <a:solidFill>
                <a:srgbClr val="1E293B"/>
              </a:solidFill>
              <a:latin typeface="+mj-lt"/>
              <a:ea typeface="Calibri" pitchFamily="34" charset="-122"/>
              <a:cs typeface="Calibri" pitchFamily="34" charset="-120"/>
            </a:endParaRPr>
          </a:p>
        </p:txBody>
      </p:sp>
      <p:sp>
        <p:nvSpPr>
          <p:cNvPr id="18" name="Text 4">
            <a:extLst>
              <a:ext uri="{FF2B5EF4-FFF2-40B4-BE49-F238E27FC236}">
                <a16:creationId xmlns:a16="http://schemas.microsoft.com/office/drawing/2014/main" id="{4BAE9BB1-25D7-48D7-7CA9-93B2845485F8}"/>
              </a:ext>
            </a:extLst>
          </p:cNvPr>
          <p:cNvSpPr/>
          <p:nvPr/>
        </p:nvSpPr>
        <p:spPr>
          <a:xfrm>
            <a:off x="1502260" y="3825020"/>
            <a:ext cx="10080000" cy="629241"/>
          </a:xfrm>
          <a:prstGeom prst="rect">
            <a:avLst/>
          </a:prstGeom>
          <a:noFill/>
          <a:ln/>
        </p:spPr>
        <p:txBody>
          <a:bodyPr wrap="square" rtlCol="0" anchor="t"/>
          <a:lstStyle/>
          <a:p>
            <a:pPr marL="0" indent="0">
              <a:buNone/>
            </a:pPr>
            <a:r>
              <a:rPr lang="fr-FR" sz="1400" dirty="0">
                <a:ea typeface="Calibri" pitchFamily="34" charset="-122"/>
                <a:cs typeface="Calibri" pitchFamily="34" charset="-120"/>
              </a:rPr>
              <a:t>Chaque entité du Groupe porte un existant DSP2 plus ou moins différent : API d'open </a:t>
            </a:r>
            <a:r>
              <a:rPr lang="fr-FR" sz="1400" dirty="0" err="1">
                <a:ea typeface="Calibri" pitchFamily="34" charset="-122"/>
                <a:cs typeface="Calibri" pitchFamily="34" charset="-120"/>
              </a:rPr>
              <a:t>banking</a:t>
            </a:r>
            <a:r>
              <a:rPr lang="fr-FR" sz="1400" dirty="0">
                <a:ea typeface="Calibri" pitchFamily="34" charset="-122"/>
                <a:cs typeface="Calibri" pitchFamily="34" charset="-120"/>
              </a:rPr>
              <a:t>, moteurs de fraude, dispositifs SCA.</a:t>
            </a:r>
          </a:p>
        </p:txBody>
      </p:sp>
      <p:sp>
        <p:nvSpPr>
          <p:cNvPr id="20" name="Shape 1">
            <a:extLst>
              <a:ext uri="{FF2B5EF4-FFF2-40B4-BE49-F238E27FC236}">
                <a16:creationId xmlns:a16="http://schemas.microsoft.com/office/drawing/2014/main" id="{01D69132-D330-79BD-C38F-DB09D9A7ADC1}"/>
              </a:ext>
            </a:extLst>
          </p:cNvPr>
          <p:cNvSpPr/>
          <p:nvPr/>
        </p:nvSpPr>
        <p:spPr>
          <a:xfrm>
            <a:off x="616477" y="4633341"/>
            <a:ext cx="753488" cy="753488"/>
          </a:xfrm>
          <a:prstGeom prst="ellipse">
            <a:avLst/>
          </a:prstGeom>
          <a:solidFill>
            <a:srgbClr val="0D9488"/>
          </a:solidFill>
          <a:ln/>
        </p:spPr>
        <p:txBody>
          <a:bodyPr/>
          <a:lstStyle/>
          <a:p>
            <a:endParaRPr lang="en-US"/>
          </a:p>
        </p:txBody>
      </p:sp>
      <p:sp>
        <p:nvSpPr>
          <p:cNvPr id="21" name="Text 2">
            <a:extLst>
              <a:ext uri="{FF2B5EF4-FFF2-40B4-BE49-F238E27FC236}">
                <a16:creationId xmlns:a16="http://schemas.microsoft.com/office/drawing/2014/main" id="{B467B2DB-DB7B-2F4C-ADD9-153AA4F2CF75}"/>
              </a:ext>
            </a:extLst>
          </p:cNvPr>
          <p:cNvSpPr/>
          <p:nvPr/>
        </p:nvSpPr>
        <p:spPr>
          <a:xfrm>
            <a:off x="616477" y="4633341"/>
            <a:ext cx="753488" cy="75348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2" name="Text 3">
            <a:extLst>
              <a:ext uri="{FF2B5EF4-FFF2-40B4-BE49-F238E27FC236}">
                <a16:creationId xmlns:a16="http://schemas.microsoft.com/office/drawing/2014/main" id="{5322ED61-AAC8-1D9D-2597-EA4C9CE33D40}"/>
              </a:ext>
            </a:extLst>
          </p:cNvPr>
          <p:cNvSpPr/>
          <p:nvPr/>
        </p:nvSpPr>
        <p:spPr>
          <a:xfrm>
            <a:off x="1502260" y="4633341"/>
            <a:ext cx="9680090" cy="527442"/>
          </a:xfrm>
          <a:prstGeom prst="rect">
            <a:avLst/>
          </a:prstGeom>
          <a:noFill/>
          <a:ln/>
        </p:spPr>
        <p:txBody>
          <a:bodyPr wrap="square" rtlCol="0" anchor="ctr"/>
          <a:lstStyle/>
          <a:p>
            <a:pPr marL="0" indent="0">
              <a:buNone/>
            </a:pPr>
            <a:r>
              <a:rPr lang="fr-FR" sz="1800" b="1" dirty="0">
                <a:solidFill>
                  <a:srgbClr val="1E293B"/>
                </a:solidFill>
                <a:latin typeface="+mj-lt"/>
                <a:ea typeface="Calibri" pitchFamily="34" charset="-122"/>
                <a:cs typeface="Calibri" pitchFamily="34" charset="-120"/>
              </a:rPr>
              <a:t>Une articulation à sécuriser</a:t>
            </a:r>
          </a:p>
        </p:txBody>
      </p:sp>
      <p:sp>
        <p:nvSpPr>
          <p:cNvPr id="23" name="Text 4">
            <a:extLst>
              <a:ext uri="{FF2B5EF4-FFF2-40B4-BE49-F238E27FC236}">
                <a16:creationId xmlns:a16="http://schemas.microsoft.com/office/drawing/2014/main" id="{0B371A09-C49A-D730-D9CC-AA1E6CF7497D}"/>
              </a:ext>
            </a:extLst>
          </p:cNvPr>
          <p:cNvSpPr/>
          <p:nvPr/>
        </p:nvSpPr>
        <p:spPr>
          <a:xfrm>
            <a:off x="1502259" y="5017383"/>
            <a:ext cx="10080000" cy="629241"/>
          </a:xfrm>
          <a:prstGeom prst="rect">
            <a:avLst/>
          </a:prstGeom>
          <a:noFill/>
          <a:ln/>
        </p:spPr>
        <p:txBody>
          <a:bodyPr wrap="square" rtlCol="0" anchor="t"/>
          <a:lstStyle/>
          <a:p>
            <a:pPr marL="0" indent="0">
              <a:buNone/>
            </a:pPr>
            <a:r>
              <a:rPr lang="fr-FR" sz="1400" dirty="0">
                <a:ea typeface="Calibri" pitchFamily="34" charset="-122"/>
                <a:cs typeface="Calibri" pitchFamily="34" charset="-120"/>
              </a:rPr>
              <a:t>IPR, DORA, FIDA et AMLR se recoupent avec le PSR ; traité en silo, le risque est la redondance ou le trou de couverture.</a:t>
            </a:r>
          </a:p>
        </p:txBody>
      </p:sp>
      <p:sp>
        <p:nvSpPr>
          <p:cNvPr id="25" name="Shape 1">
            <a:extLst>
              <a:ext uri="{FF2B5EF4-FFF2-40B4-BE49-F238E27FC236}">
                <a16:creationId xmlns:a16="http://schemas.microsoft.com/office/drawing/2014/main" id="{79315A90-4817-9DE9-DC36-24668AA3CA67}"/>
              </a:ext>
            </a:extLst>
          </p:cNvPr>
          <p:cNvSpPr/>
          <p:nvPr/>
        </p:nvSpPr>
        <p:spPr>
          <a:xfrm>
            <a:off x="616477" y="5825703"/>
            <a:ext cx="753488" cy="753488"/>
          </a:xfrm>
          <a:prstGeom prst="ellipse">
            <a:avLst/>
          </a:prstGeom>
          <a:solidFill>
            <a:srgbClr val="0D9488"/>
          </a:solidFill>
          <a:ln/>
        </p:spPr>
        <p:txBody>
          <a:bodyPr/>
          <a:lstStyle/>
          <a:p>
            <a:endParaRPr lang="en-US"/>
          </a:p>
        </p:txBody>
      </p:sp>
      <p:sp>
        <p:nvSpPr>
          <p:cNvPr id="26" name="Text 2">
            <a:extLst>
              <a:ext uri="{FF2B5EF4-FFF2-40B4-BE49-F238E27FC236}">
                <a16:creationId xmlns:a16="http://schemas.microsoft.com/office/drawing/2014/main" id="{D2732DEB-936E-81A9-B79E-8F23D5455035}"/>
              </a:ext>
            </a:extLst>
          </p:cNvPr>
          <p:cNvSpPr/>
          <p:nvPr/>
        </p:nvSpPr>
        <p:spPr>
          <a:xfrm>
            <a:off x="616477" y="5825703"/>
            <a:ext cx="753488" cy="75348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7" name="Text 3">
            <a:extLst>
              <a:ext uri="{FF2B5EF4-FFF2-40B4-BE49-F238E27FC236}">
                <a16:creationId xmlns:a16="http://schemas.microsoft.com/office/drawing/2014/main" id="{7CC9ECDA-D50A-89BD-4392-9384FEEA5F07}"/>
              </a:ext>
            </a:extLst>
          </p:cNvPr>
          <p:cNvSpPr/>
          <p:nvPr/>
        </p:nvSpPr>
        <p:spPr>
          <a:xfrm>
            <a:off x="1502260" y="5825703"/>
            <a:ext cx="9680090" cy="527442"/>
          </a:xfrm>
          <a:prstGeom prst="rect">
            <a:avLst/>
          </a:prstGeom>
          <a:noFill/>
          <a:ln/>
        </p:spPr>
        <p:txBody>
          <a:bodyPr wrap="square" rtlCol="0" anchor="ctr"/>
          <a:lstStyle/>
          <a:p>
            <a:pPr marL="0" indent="0">
              <a:buNone/>
            </a:pPr>
            <a:r>
              <a:rPr lang="fr-FR" sz="1800" b="1" dirty="0">
                <a:solidFill>
                  <a:srgbClr val="1E293B"/>
                </a:solidFill>
                <a:latin typeface="+mj-lt"/>
                <a:ea typeface="Calibri" pitchFamily="34" charset="-122"/>
                <a:cs typeface="Calibri" pitchFamily="34" charset="-120"/>
              </a:rPr>
              <a:t>Un calendrier encore incertain</a:t>
            </a:r>
          </a:p>
        </p:txBody>
      </p:sp>
      <p:sp>
        <p:nvSpPr>
          <p:cNvPr id="28" name="Text 4">
            <a:extLst>
              <a:ext uri="{FF2B5EF4-FFF2-40B4-BE49-F238E27FC236}">
                <a16:creationId xmlns:a16="http://schemas.microsoft.com/office/drawing/2014/main" id="{E54AB923-5671-7A3A-BD80-918D7DD0052C}"/>
              </a:ext>
            </a:extLst>
          </p:cNvPr>
          <p:cNvSpPr/>
          <p:nvPr/>
        </p:nvSpPr>
        <p:spPr>
          <a:xfrm>
            <a:off x="1502259" y="6209745"/>
            <a:ext cx="10080000" cy="629241"/>
          </a:xfrm>
          <a:prstGeom prst="rect">
            <a:avLst/>
          </a:prstGeom>
          <a:noFill/>
          <a:ln/>
        </p:spPr>
        <p:txBody>
          <a:bodyPr wrap="square" rtlCol="0" anchor="t"/>
          <a:lstStyle/>
          <a:p>
            <a:pPr marL="0" indent="0">
              <a:buNone/>
            </a:pPr>
            <a:r>
              <a:rPr lang="fr-FR" sz="1400" dirty="0">
                <a:ea typeface="Calibri" pitchFamily="34" charset="-122"/>
                <a:cs typeface="Calibri" pitchFamily="34" charset="-120"/>
              </a:rPr>
              <a:t>Publication au Journal officiel annoncée pour le troisième trimestre 2026, un glissement à septembre est évoqué en place.</a:t>
            </a:r>
          </a:p>
        </p:txBody>
      </p:sp>
    </p:spTree>
    <p:extLst>
      <p:ext uri="{BB962C8B-B14F-4D97-AF65-F5344CB8AC3E}">
        <p14:creationId xmlns:p14="http://schemas.microsoft.com/office/powerpoint/2010/main" val="3203030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8D31F-DB11-0F1E-1D17-A857548693FC}"/>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E5127E3-4125-AE75-797D-E7C6493E5A3C}"/>
              </a:ext>
            </a:extLst>
          </p:cNvPr>
          <p:cNvSpPr>
            <a:spLocks noGrp="1"/>
          </p:cNvSpPr>
          <p:nvPr>
            <p:ph type="body" sz="quarter" idx="10"/>
          </p:nvPr>
        </p:nvSpPr>
        <p:spPr>
          <a:xfrm>
            <a:off x="631298" y="278809"/>
            <a:ext cx="11097151" cy="629241"/>
          </a:xfrm>
        </p:spPr>
        <p:txBody>
          <a:bodyPr vert="horz" lIns="0" tIns="0" rIns="0" bIns="0" rtlCol="0" anchor="ctr">
            <a:noAutofit/>
          </a:bodyPr>
          <a:lstStyle/>
          <a:p>
            <a:r>
              <a:rPr lang="fr-FR" sz="1800" b="1" noProof="0" dirty="0"/>
              <a:t>En résumé, </a:t>
            </a:r>
            <a:r>
              <a:rPr lang="fr-FR" sz="1800" b="1" dirty="0"/>
              <a:t>c</a:t>
            </a:r>
            <a:r>
              <a:rPr lang="fr-FR" sz="1800" b="1" noProof="0" dirty="0"/>
              <a:t>es DOMAINES PORTENT L'ESSENTIEL DES IMPACTS FONCTIONNELS PRESSENTIS</a:t>
            </a:r>
          </a:p>
        </p:txBody>
      </p:sp>
      <p:graphicFrame>
        <p:nvGraphicFramePr>
          <p:cNvPr id="76" name="Table 0">
            <a:extLst>
              <a:ext uri="{FF2B5EF4-FFF2-40B4-BE49-F238E27FC236}">
                <a16:creationId xmlns:a16="http://schemas.microsoft.com/office/drawing/2014/main" id="{CC318FFF-98BC-BD35-991F-C1CFDFB1C510}"/>
              </a:ext>
            </a:extLst>
          </p:cNvPr>
          <p:cNvGraphicFramePr>
            <a:graphicFrameLocks noGrp="1"/>
          </p:cNvGraphicFramePr>
          <p:nvPr>
            <p:extLst>
              <p:ext uri="{D42A27DB-BD31-4B8C-83A1-F6EECF244321}">
                <p14:modId xmlns:p14="http://schemas.microsoft.com/office/powerpoint/2010/main" val="3363833201"/>
              </p:ext>
            </p:extLst>
          </p:nvPr>
        </p:nvGraphicFramePr>
        <p:xfrm>
          <a:off x="621160" y="1223233"/>
          <a:ext cx="10972800" cy="5120640"/>
        </p:xfrm>
        <a:graphic>
          <a:graphicData uri="http://schemas.openxmlformats.org/drawingml/2006/table">
            <a:tbl>
              <a:tblPr/>
              <a:tblGrid>
                <a:gridCol w="28346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mn-lt"/>
                          <a:ea typeface="Calibri" pitchFamily="34" charset="-122"/>
                          <a:cs typeface="Calibri" pitchFamily="34" charset="-120"/>
                        </a:rPr>
                        <a:t>Domaine</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marL="0" indent="0">
                        <a:buNone/>
                      </a:pPr>
                      <a:r>
                        <a:rPr lang="en-US" sz="1200" b="1" dirty="0">
                          <a:solidFill>
                            <a:srgbClr val="FFFFFF"/>
                          </a:solidFill>
                          <a:latin typeface="+mn-lt"/>
                          <a:ea typeface="Calibri" pitchFamily="34" charset="-122"/>
                          <a:cs typeface="Calibri" pitchFamily="34" charset="-120"/>
                        </a:rPr>
                        <a:t>Impact </a:t>
                      </a:r>
                      <a:r>
                        <a:rPr lang="en-US" sz="1200" b="1" dirty="0" err="1">
                          <a:solidFill>
                            <a:srgbClr val="FFFFFF"/>
                          </a:solidFill>
                          <a:latin typeface="+mn-lt"/>
                          <a:ea typeface="Calibri" pitchFamily="34" charset="-122"/>
                          <a:cs typeface="Calibri" pitchFamily="34" charset="-120"/>
                        </a:rPr>
                        <a:t>préssenti</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marL="0" indent="0">
                        <a:buNone/>
                      </a:pPr>
                      <a:r>
                        <a:rPr lang="en-US" sz="1200" b="1" dirty="0">
                          <a:solidFill>
                            <a:srgbClr val="FFFFFF"/>
                          </a:solidFill>
                          <a:latin typeface="+mn-lt"/>
                          <a:ea typeface="Calibri" pitchFamily="34" charset="-122"/>
                          <a:cs typeface="Calibri" pitchFamily="34" charset="-120"/>
                        </a:rPr>
                        <a:t>Potentiel de </a:t>
                      </a:r>
                      <a:r>
                        <a:rPr lang="en-US" sz="1200" b="1" dirty="0" err="1">
                          <a:solidFill>
                            <a:srgbClr val="FFFFFF"/>
                          </a:solidFill>
                          <a:latin typeface="+mn-lt"/>
                          <a:ea typeface="Calibri" pitchFamily="34" charset="-122"/>
                          <a:cs typeface="Calibri" pitchFamily="34" charset="-120"/>
                        </a:rPr>
                        <a:t>mutualisation</a:t>
                      </a:r>
                      <a:r>
                        <a:rPr lang="en-US" sz="1200" b="1" dirty="0">
                          <a:solidFill>
                            <a:srgbClr val="FFFFFF"/>
                          </a:solidFill>
                          <a:latin typeface="+mn-lt"/>
                          <a:ea typeface="Calibri" pitchFamily="34" charset="-122"/>
                          <a:cs typeface="Calibri" pitchFamily="34" charset="-120"/>
                        </a:rPr>
                        <a:t> à </a:t>
                      </a:r>
                      <a:r>
                        <a:rPr lang="en-US" sz="1200" b="1" dirty="0" err="1">
                          <a:solidFill>
                            <a:srgbClr val="FFFFFF"/>
                          </a:solidFill>
                          <a:latin typeface="+mn-lt"/>
                          <a:ea typeface="Calibri" pitchFamily="34" charset="-122"/>
                          <a:cs typeface="Calibri" pitchFamily="34" charset="-120"/>
                        </a:rPr>
                        <a:t>étudier</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Vérification du bénéficiaire</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1A1A2E"/>
                          </a:solidFill>
                          <a:latin typeface="+mn-lt"/>
                          <a:ea typeface="Calibri" pitchFamily="34" charset="-122"/>
                          <a:cs typeface="Calibri" pitchFamily="34" charset="-120"/>
                        </a:rPr>
                        <a:t>Extension des dispositifs nom/IBAN déjà déployés pour les virements instantanés, aux autres virements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err="1">
                          <a:solidFill>
                            <a:srgbClr val="1A1A2E"/>
                          </a:solidFill>
                          <a:latin typeface="+mn-lt"/>
                          <a:ea typeface="Calibri" pitchFamily="34" charset="-122"/>
                          <a:cs typeface="Calibri" pitchFamily="34" charset="-120"/>
                        </a:rPr>
                        <a:t>Élevé</a:t>
                      </a:r>
                      <a:r>
                        <a:rPr lang="en-US" sz="1200" dirty="0">
                          <a:solidFill>
                            <a:srgbClr val="1A1A2E"/>
                          </a:solidFill>
                          <a:latin typeface="+mn-lt"/>
                          <a:ea typeface="Calibri" pitchFamily="34" charset="-122"/>
                          <a:cs typeface="Calibri" pitchFamily="34" charset="-120"/>
                        </a:rPr>
                        <a:t> : capitaliser sur l'existant IPR</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Fraude et usurpation d'identité</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a:solidFill>
                            <a:srgbClr val="1A1A2E"/>
                          </a:solidFill>
                          <a:latin typeface="+mn-lt"/>
                          <a:ea typeface="Calibri" pitchFamily="34" charset="-122"/>
                          <a:cs typeface="Calibri" pitchFamily="34" charset="-120"/>
                        </a:rPr>
                        <a:t>Provisions et parcours de remboursement, montée en gamme du transaction monitoring, partage de données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err="1">
                          <a:solidFill>
                            <a:srgbClr val="1A1A2E"/>
                          </a:solidFill>
                          <a:latin typeface="+mn-lt"/>
                          <a:ea typeface="Calibri" pitchFamily="34" charset="-122"/>
                          <a:cs typeface="Calibri" pitchFamily="34" charset="-120"/>
                        </a:rPr>
                        <a:t>Élevé</a:t>
                      </a:r>
                      <a:r>
                        <a:rPr lang="en-US" sz="1200" dirty="0">
                          <a:solidFill>
                            <a:srgbClr val="1A1A2E"/>
                          </a:solidFill>
                          <a:latin typeface="+mn-lt"/>
                          <a:ea typeface="Calibri" pitchFamily="34" charset="-122"/>
                          <a:cs typeface="Calibri" pitchFamily="34" charset="-120"/>
                        </a:rPr>
                        <a:t> : moteur et échanges de place</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Authentification forte (SCA)</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1A1A2E"/>
                          </a:solidFill>
                          <a:latin typeface="+mn-lt"/>
                          <a:ea typeface="Calibri" pitchFamily="34" charset="-122"/>
                          <a:cs typeface="Calibri" pitchFamily="34" charset="-120"/>
                        </a:rPr>
                        <a:t>Refonte au fil des nouveaux RTS, méthode sans smartphone à offrir, device binding</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1A1A2E"/>
                          </a:solidFill>
                          <a:latin typeface="+mn-lt"/>
                          <a:ea typeface="Calibri" pitchFamily="34" charset="-122"/>
                          <a:cs typeface="Calibri" pitchFamily="34" charset="-120"/>
                        </a:rPr>
                        <a:t>À date : attendre les RTS pour figer</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Open banking</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a:solidFill>
                            <a:srgbClr val="1A1A2E"/>
                          </a:solidFill>
                          <a:latin typeface="+mn-lt"/>
                          <a:ea typeface="Calibri" pitchFamily="34" charset="-122"/>
                          <a:cs typeface="Calibri" pitchFamily="34" charset="-120"/>
                        </a:rPr>
                        <a:t>Mise à niveau des API : parité de données, SLA publiés, tableau de bord de consentements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a:solidFill>
                            <a:srgbClr val="1A1A2E"/>
                          </a:solidFill>
                          <a:latin typeface="+mn-lt"/>
                          <a:ea typeface="Calibri" pitchFamily="34" charset="-122"/>
                          <a:cs typeface="Calibri" pitchFamily="34" charset="-120"/>
                        </a:rPr>
                        <a:t>Mixte : socle mutualisable, dashboard par entité</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4"/>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Accès aux systèmes de paiement</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1A1A2E"/>
                          </a:solidFill>
                          <a:latin typeface="+mn-lt"/>
                          <a:ea typeface="Calibri" pitchFamily="34" charset="-122"/>
                          <a:cs typeface="Calibri" pitchFamily="34" charset="-120"/>
                        </a:rPr>
                        <a:t>Process et outillage de motivation des refus ou clôtures de </a:t>
                      </a:r>
                      <a:r>
                        <a:rPr lang="en-US" sz="1200" dirty="0" err="1">
                          <a:solidFill>
                            <a:srgbClr val="1A1A2E"/>
                          </a:solidFill>
                          <a:latin typeface="+mn-lt"/>
                          <a:ea typeface="Calibri" pitchFamily="34" charset="-122"/>
                          <a:cs typeface="Calibri" pitchFamily="34" charset="-120"/>
                        </a:rPr>
                        <a:t>comptes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tc>
                  <a:txBody>
                    <a:bodyPr/>
                    <a:lstStyle/>
                    <a:p>
                      <a:pPr marL="0" indent="0">
                        <a:buNone/>
                      </a:pPr>
                      <a:r>
                        <a:rPr lang="en-US" sz="1200" dirty="0">
                          <a:solidFill>
                            <a:srgbClr val="1A1A2E"/>
                          </a:solidFill>
                          <a:latin typeface="+mn-lt"/>
                          <a:ea typeface="Calibri" pitchFamily="34" charset="-122"/>
                          <a:cs typeface="Calibri" pitchFamily="34" charset="-120"/>
                        </a:rPr>
                        <a:t>Modéré : conformité et outillage workflow</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BFC"/>
                    </a:solidFill>
                  </a:tcPr>
                </a:tc>
                <a:extLst>
                  <a:ext uri="{0D108BD9-81ED-4DB2-BD59-A6C34878D82A}">
                    <a16:rowId xmlns:a16="http://schemas.microsoft.com/office/drawing/2014/main" val="10005"/>
                  </a:ext>
                </a:extLst>
              </a:tr>
              <a:tr h="0">
                <a:tc>
                  <a:txBody>
                    <a:bodyPr/>
                    <a:lstStyle/>
                    <a:p>
                      <a:pPr marL="0" indent="0">
                        <a:buNone/>
                      </a:pPr>
                      <a:r>
                        <a:rPr lang="en-US" sz="1200" b="1" dirty="0">
                          <a:solidFill>
                            <a:srgbClr val="1A1A2E"/>
                          </a:solidFill>
                          <a:latin typeface="+mn-lt"/>
                          <a:ea typeface="Calibri" pitchFamily="34" charset="-122"/>
                          <a:cs typeface="Calibri" pitchFamily="34" charset="-120"/>
                        </a:rPr>
                        <a:t>Monétique et schemes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a:solidFill>
                            <a:srgbClr val="1A1A2E"/>
                          </a:solidFill>
                          <a:latin typeface="+mn-lt"/>
                          <a:ea typeface="Calibri" pitchFamily="34" charset="-122"/>
                          <a:cs typeface="Calibri" pitchFamily="34" charset="-120"/>
                        </a:rPr>
                        <a:t>Transparence des pratiques des schemes cartes, responsabilité des prestataires techniques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a:solidFill>
                            <a:srgbClr val="1A1A2E"/>
                          </a:solidFill>
                          <a:latin typeface="+mn-lt"/>
                          <a:ea typeface="Calibri" pitchFamily="34" charset="-122"/>
                          <a:cs typeface="Calibri" pitchFamily="34" charset="-120"/>
                        </a:rPr>
                        <a:t>À instruire avec CAPS</a:t>
                      </a:r>
                      <a:endParaRPr lang="en-US" sz="1200" dirty="0">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10006"/>
                  </a:ext>
                </a:extLst>
              </a:tr>
              <a:tr h="0">
                <a:tc>
                  <a:txBody>
                    <a:bodyPr/>
                    <a:lstStyle/>
                    <a:p>
                      <a:pPr marL="0" indent="0">
                        <a:buNone/>
                      </a:pPr>
                      <a:r>
                        <a:rPr lang="de-DE" sz="1200" b="1" dirty="0">
                          <a:solidFill>
                            <a:schemeClr val="tx1">
                              <a:lumMod val="50000"/>
                            </a:schemeClr>
                          </a:solidFill>
                          <a:latin typeface="+mn-lt"/>
                          <a:ea typeface="Calibri" charset="0"/>
                          <a:cs typeface="Calibri" charset="0"/>
                        </a:rPr>
                        <a:t>Standard </a:t>
                      </a:r>
                      <a:r>
                        <a:rPr lang="de-DE" sz="1200" b="1" dirty="0" err="1">
                          <a:solidFill>
                            <a:schemeClr val="tx1">
                              <a:lumMod val="50000"/>
                            </a:schemeClr>
                          </a:solidFill>
                          <a:latin typeface="+mn-lt"/>
                          <a:ea typeface="Calibri" charset="0"/>
                          <a:cs typeface="Calibri" charset="0"/>
                        </a:rPr>
                        <a:t>d'API</a:t>
                      </a:r>
                      <a:r>
                        <a:rPr lang="de-DE" sz="1200" b="1" dirty="0">
                          <a:solidFill>
                            <a:schemeClr val="tx1">
                              <a:lumMod val="50000"/>
                            </a:schemeClr>
                          </a:solidFill>
                          <a:latin typeface="+mn-lt"/>
                          <a:ea typeface="Calibri" charset="0"/>
                          <a:cs typeface="Calibri" charset="0"/>
                        </a:rPr>
                        <a:t> (STET / Berlin Group)</a:t>
                      </a:r>
                      <a:endParaRPr lang="en-US" sz="1200" b="1" dirty="0">
                        <a:solidFill>
                          <a:schemeClr val="tx1">
                            <a:lumMod val="50000"/>
                          </a:schemeClr>
                        </a:solidFill>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fr-FR" sz="1200" dirty="0">
                          <a:solidFill>
                            <a:schemeClr val="tx1">
                              <a:lumMod val="50000"/>
                            </a:schemeClr>
                          </a:solidFill>
                          <a:latin typeface="+mn-lt"/>
                          <a:ea typeface="Calibri" charset="0"/>
                          <a:cs typeface="Calibri" charset="0"/>
                        </a:rPr>
                        <a:t>Bascule vers le standard cible : réintégration de chaque TPP, coexistence des deux standards pendant la transition, reprise du modèle de consentement et des parcours d'autorisation</a:t>
                      </a:r>
                      <a:endParaRPr lang="en-US" sz="1200" dirty="0">
                        <a:solidFill>
                          <a:schemeClr val="tx1">
                            <a:lumMod val="50000"/>
                          </a:schemeClr>
                        </a:solidFill>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tc>
                  <a:txBody>
                    <a:bodyPr/>
                    <a:lstStyle/>
                    <a:p>
                      <a:pPr marL="0" indent="0">
                        <a:buNone/>
                      </a:pPr>
                      <a:r>
                        <a:rPr lang="en-US" sz="1200" dirty="0" err="1">
                          <a:solidFill>
                            <a:schemeClr val="tx1">
                              <a:lumMod val="50000"/>
                            </a:schemeClr>
                          </a:solidFill>
                        </a:rPr>
                        <a:t>Élevé</a:t>
                      </a:r>
                      <a:r>
                        <a:rPr lang="en-US" sz="1200" dirty="0">
                          <a:solidFill>
                            <a:schemeClr val="tx1">
                              <a:lumMod val="50000"/>
                            </a:schemeClr>
                          </a:solidFill>
                        </a:rPr>
                        <a:t> sur les </a:t>
                      </a:r>
                      <a:r>
                        <a:rPr lang="en-US" sz="1200" dirty="0" err="1">
                          <a:solidFill>
                            <a:schemeClr val="tx1">
                              <a:lumMod val="50000"/>
                            </a:schemeClr>
                          </a:solidFill>
                        </a:rPr>
                        <a:t>prérequis</a:t>
                      </a:r>
                      <a:r>
                        <a:rPr lang="en-US" sz="1200" dirty="0">
                          <a:solidFill>
                            <a:schemeClr val="tx1">
                              <a:lumMod val="50000"/>
                            </a:schemeClr>
                          </a:solidFill>
                        </a:rPr>
                        <a:t> : exigences API, </a:t>
                      </a:r>
                      <a:r>
                        <a:rPr lang="en-US" sz="1200" dirty="0" err="1">
                          <a:solidFill>
                            <a:schemeClr val="tx1">
                              <a:lumMod val="50000"/>
                            </a:schemeClr>
                          </a:solidFill>
                        </a:rPr>
                        <a:t>référentiel</a:t>
                      </a:r>
                      <a:r>
                        <a:rPr lang="en-US" sz="1200" dirty="0">
                          <a:solidFill>
                            <a:schemeClr val="tx1">
                              <a:lumMod val="50000"/>
                            </a:schemeClr>
                          </a:solidFill>
                        </a:rPr>
                        <a:t> de </a:t>
                      </a:r>
                      <a:r>
                        <a:rPr lang="en-US" sz="1200" dirty="0" err="1">
                          <a:solidFill>
                            <a:schemeClr val="tx1">
                              <a:lumMod val="50000"/>
                            </a:schemeClr>
                          </a:solidFill>
                        </a:rPr>
                        <a:t>consentements</a:t>
                      </a:r>
                      <a:r>
                        <a:rPr lang="en-US" sz="1200" dirty="0">
                          <a:solidFill>
                            <a:schemeClr val="tx1">
                              <a:lumMod val="50000"/>
                            </a:schemeClr>
                          </a:solidFill>
                        </a:rPr>
                        <a:t>, </a:t>
                      </a:r>
                      <a:r>
                        <a:rPr lang="en-US" sz="1200" dirty="0" err="1">
                          <a:solidFill>
                            <a:schemeClr val="tx1">
                              <a:lumMod val="50000"/>
                            </a:schemeClr>
                          </a:solidFill>
                        </a:rPr>
                        <a:t>inventaire</a:t>
                      </a:r>
                      <a:r>
                        <a:rPr lang="en-US" sz="1200" dirty="0">
                          <a:solidFill>
                            <a:schemeClr val="tx1">
                              <a:lumMod val="50000"/>
                            </a:schemeClr>
                          </a:solidFill>
                        </a:rPr>
                        <a:t> TPP ; la bascule </a:t>
                      </a:r>
                      <a:r>
                        <a:rPr lang="en-US" sz="1200" dirty="0" err="1">
                          <a:solidFill>
                            <a:schemeClr val="tx1">
                              <a:lumMod val="50000"/>
                            </a:schemeClr>
                          </a:solidFill>
                        </a:rPr>
                        <a:t>elle-même</a:t>
                      </a:r>
                      <a:r>
                        <a:rPr lang="en-US" sz="1200" dirty="0">
                          <a:solidFill>
                            <a:schemeClr val="tx1">
                              <a:lumMod val="50000"/>
                            </a:schemeClr>
                          </a:solidFill>
                        </a:rPr>
                        <a:t> </a:t>
                      </a:r>
                      <a:r>
                        <a:rPr lang="en-US" sz="1200" dirty="0" err="1">
                          <a:solidFill>
                            <a:schemeClr val="tx1">
                              <a:lumMod val="50000"/>
                            </a:schemeClr>
                          </a:solidFill>
                        </a:rPr>
                        <a:t>reste</a:t>
                      </a:r>
                      <a:r>
                        <a:rPr lang="en-US" sz="1200" dirty="0">
                          <a:solidFill>
                            <a:schemeClr val="tx1">
                              <a:lumMod val="50000"/>
                            </a:schemeClr>
                          </a:solidFill>
                        </a:rPr>
                        <a:t> par </a:t>
                      </a:r>
                      <a:r>
                        <a:rPr lang="en-US" sz="1200" dirty="0" err="1">
                          <a:solidFill>
                            <a:schemeClr val="tx1">
                              <a:lumMod val="50000"/>
                            </a:schemeClr>
                          </a:solidFill>
                        </a:rPr>
                        <a:t>entité</a:t>
                      </a:r>
                      <a:endParaRPr lang="en-US" sz="1200" dirty="0">
                        <a:solidFill>
                          <a:schemeClr val="tx1">
                            <a:lumMod val="50000"/>
                          </a:schemeClr>
                        </a:solidFill>
                        <a:latin typeface="+mn-lt"/>
                        <a:ea typeface="Calibri" charset="0"/>
                        <a:cs typeface="Calibri" charset="0"/>
                      </a:endParaRPr>
                    </a:p>
                  </a:txBody>
                  <a:tcPr marL="137160" marR="137160" marT="137160" marB="13716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1F3F8"/>
                    </a:solidFill>
                  </a:tcPr>
                </a:tc>
                <a:extLst>
                  <a:ext uri="{0D108BD9-81ED-4DB2-BD59-A6C34878D82A}">
                    <a16:rowId xmlns:a16="http://schemas.microsoft.com/office/drawing/2014/main" val="3367374388"/>
                  </a:ext>
                </a:extLst>
              </a:tr>
            </a:tbl>
          </a:graphicData>
        </a:graphic>
      </p:graphicFrame>
    </p:spTree>
    <p:extLst>
      <p:ext uri="{BB962C8B-B14F-4D97-AF65-F5344CB8AC3E}">
        <p14:creationId xmlns:p14="http://schemas.microsoft.com/office/powerpoint/2010/main" val="161384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3A0D2-2B4E-B9D1-6D8C-376B4BDB2746}"/>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400B9374-B95F-41E6-CF0E-919618C1DEA0}"/>
              </a:ext>
            </a:extLst>
          </p:cNvPr>
          <p:cNvSpPr>
            <a:spLocks noGrp="1"/>
          </p:cNvSpPr>
          <p:nvPr>
            <p:ph type="ctrTitle"/>
          </p:nvPr>
        </p:nvSpPr>
        <p:spPr>
          <a:xfrm>
            <a:off x="720000" y="2169000"/>
            <a:ext cx="10980000" cy="2520000"/>
          </a:xfrm>
        </p:spPr>
        <p:txBody>
          <a:bodyPr anchor="ctr">
            <a:normAutofit/>
          </a:bodyPr>
          <a:lstStyle/>
          <a:p>
            <a:r>
              <a:rPr kumimoji="0" lang="fr-FR" sz="5400" b="0" i="1" u="none" strike="noStrike" kern="1200" cap="all" spc="0" normalizeH="0" baseline="0" noProof="0" dirty="0">
                <a:ln>
                  <a:noFill/>
                </a:ln>
                <a:solidFill>
                  <a:srgbClr val="009597"/>
                </a:solidFill>
                <a:effectLst/>
                <a:uLnTx/>
                <a:uFillTx/>
                <a:latin typeface="Arial"/>
                <a:ea typeface="+mj-ea"/>
                <a:cs typeface="+mj-cs"/>
              </a:rPr>
              <a:t>DSP3/PSR</a:t>
            </a:r>
            <a:br>
              <a:rPr lang="fr-FR" noProof="0" dirty="0"/>
            </a:br>
            <a:r>
              <a:rPr lang="fr-FR" noProof="0" dirty="0"/>
              <a:t>Étapes suivantes </a:t>
            </a:r>
          </a:p>
        </p:txBody>
      </p:sp>
      <p:sp>
        <p:nvSpPr>
          <p:cNvPr id="5" name="Espace réservé du numéro de diapositive 4">
            <a:extLst>
              <a:ext uri="{FF2B5EF4-FFF2-40B4-BE49-F238E27FC236}">
                <a16:creationId xmlns:a16="http://schemas.microsoft.com/office/drawing/2014/main" id="{0EBC9BB7-D482-D350-197C-73C04B7047AE}"/>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26</a:t>
            </a:fld>
            <a:endParaRPr lang="fr-FR" noProof="0" dirty="0"/>
          </a:p>
        </p:txBody>
      </p:sp>
    </p:spTree>
    <p:extLst>
      <p:ext uri="{BB962C8B-B14F-4D97-AF65-F5344CB8AC3E}">
        <p14:creationId xmlns:p14="http://schemas.microsoft.com/office/powerpoint/2010/main" val="1191700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ADC8-72E1-AE4C-56FE-DBB131B2EC9D}"/>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020B519-09E6-7376-2D68-A1C349A84029}"/>
              </a:ext>
            </a:extLst>
          </p:cNvPr>
          <p:cNvSpPr>
            <a:spLocks noGrp="1"/>
          </p:cNvSpPr>
          <p:nvPr>
            <p:ph type="body" sz="quarter" idx="10"/>
          </p:nvPr>
        </p:nvSpPr>
        <p:spPr>
          <a:xfrm>
            <a:off x="631298" y="278809"/>
            <a:ext cx="11097151" cy="629241"/>
          </a:xfrm>
        </p:spPr>
        <p:txBody>
          <a:bodyPr vert="horz" lIns="0" tIns="0" rIns="0" bIns="0" rtlCol="0" anchor="ctr">
            <a:noAutofit/>
          </a:bodyPr>
          <a:lstStyle/>
          <a:p>
            <a:r>
              <a:rPr lang="fr-FR" sz="1800" b="1" noProof="0" dirty="0"/>
              <a:t>Next steps : L'ordre proposé suit la logique du GT, le prochain incrément de valeur est la cartographie précise du delta dsp2/DSp3</a:t>
            </a:r>
          </a:p>
        </p:txBody>
      </p:sp>
      <p:grpSp>
        <p:nvGrpSpPr>
          <p:cNvPr id="133" name="Groupe 132">
            <a:extLst>
              <a:ext uri="{FF2B5EF4-FFF2-40B4-BE49-F238E27FC236}">
                <a16:creationId xmlns:a16="http://schemas.microsoft.com/office/drawing/2014/main" id="{017CE439-1938-4B0A-E21C-63AEA63E383E}"/>
              </a:ext>
            </a:extLst>
          </p:cNvPr>
          <p:cNvGrpSpPr/>
          <p:nvPr/>
        </p:nvGrpSpPr>
        <p:grpSpPr>
          <a:xfrm>
            <a:off x="9043057" y="1779400"/>
            <a:ext cx="2530938" cy="3796337"/>
            <a:chOff x="8923830" y="1880487"/>
            <a:chExt cx="2530938" cy="3796337"/>
          </a:xfrm>
        </p:grpSpPr>
        <p:sp>
          <p:nvSpPr>
            <p:cNvPr id="119" name="Rectangle: Rounded Corners 6">
              <a:extLst>
                <a:ext uri="{FF2B5EF4-FFF2-40B4-BE49-F238E27FC236}">
                  <a16:creationId xmlns:a16="http://schemas.microsoft.com/office/drawing/2014/main" id="{0919714C-FF77-10AF-4428-325FBF586C62}"/>
                </a:ext>
              </a:extLst>
            </p:cNvPr>
            <p:cNvSpPr/>
            <p:nvPr/>
          </p:nvSpPr>
          <p:spPr>
            <a:xfrm>
              <a:off x="8923830" y="1880487"/>
              <a:ext cx="2530938" cy="3796337"/>
            </a:xfrm>
            <a:prstGeom prst="roundRect">
              <a:avLst>
                <a:gd name="adj" fmla="val 1799"/>
              </a:avLst>
            </a:prstGeom>
            <a:noFill/>
            <a:ln w="12700" cap="flat" cmpd="sng" algn="ctr">
              <a:solidFill>
                <a:schemeClr val="accent1"/>
              </a:solidFill>
              <a:prstDash val="solid"/>
              <a:miter lim="800000"/>
            </a:ln>
            <a:effectLst/>
          </p:spPr>
          <p:txBody>
            <a:bodyPr rtlCol="0" anchor="ctr"/>
            <a:lstStyle/>
            <a:p>
              <a:pPr algn="ctr">
                <a:defRPr/>
              </a:pPr>
              <a:endParaRPr lang="fr-FR" kern="0">
                <a:solidFill>
                  <a:prstClr val="white"/>
                </a:solidFill>
                <a:latin typeface="Open Sans"/>
              </a:endParaRPr>
            </a:p>
          </p:txBody>
        </p:sp>
        <p:sp>
          <p:nvSpPr>
            <p:cNvPr id="120" name="Oval 28">
              <a:extLst>
                <a:ext uri="{FF2B5EF4-FFF2-40B4-BE49-F238E27FC236}">
                  <a16:creationId xmlns:a16="http://schemas.microsoft.com/office/drawing/2014/main" id="{27B18A41-A658-57BE-6C4F-39B69CB10ED1}"/>
                </a:ext>
              </a:extLst>
            </p:cNvPr>
            <p:cNvSpPr/>
            <p:nvPr/>
          </p:nvSpPr>
          <p:spPr>
            <a:xfrm>
              <a:off x="9802701" y="2179837"/>
              <a:ext cx="773198" cy="773198"/>
            </a:xfrm>
            <a:prstGeom prst="ellipse">
              <a:avLst/>
            </a:prstGeom>
            <a:gradFill>
              <a:gsLst>
                <a:gs pos="85000">
                  <a:sysClr val="windowText" lastClr="000000">
                    <a:alpha val="0"/>
                  </a:sysClr>
                </a:gs>
                <a:gs pos="15000">
                  <a:sysClr val="windowText" lastClr="000000">
                    <a:alpha val="5000"/>
                  </a:sysClr>
                </a:gs>
              </a:gsLst>
              <a:lin ang="2700000" scaled="1"/>
            </a:gradFill>
            <a:ln w="6350" cap="flat">
              <a:gradFill flip="none" rotWithShape="1">
                <a:gsLst>
                  <a:gs pos="85000">
                    <a:sysClr val="windowText" lastClr="000000">
                      <a:alpha val="0"/>
                    </a:sysClr>
                  </a:gs>
                  <a:gs pos="15000">
                    <a:sysClr val="windowText" lastClr="000000">
                      <a:alpha val="20000"/>
                    </a:sysClr>
                  </a:gs>
                </a:gsLst>
                <a:lin ang="2700000" scaled="1"/>
                <a:tileRect/>
              </a:gradFill>
              <a:prstDash val="solid"/>
              <a:miter/>
            </a:ln>
          </p:spPr>
          <p:txBody>
            <a:bodyPr wrap="square" lIns="270000" tIns="216000" rIns="270000" bIns="216000" rtlCol="0" anchor="t">
              <a:noAutofit/>
            </a:bodyPr>
            <a:lstStyle/>
            <a:p>
              <a:pPr>
                <a:spcBef>
                  <a:spcPts val="1200"/>
                </a:spcBef>
                <a:defRPr/>
              </a:pPr>
              <a:endParaRPr lang="fr-FR" sz="2000" b="1" kern="0" spc="-50">
                <a:solidFill>
                  <a:srgbClr val="00002C"/>
                </a:solidFill>
                <a:latin typeface="Open Sans"/>
              </a:endParaRPr>
            </a:p>
          </p:txBody>
        </p:sp>
        <p:pic>
          <p:nvPicPr>
            <p:cNvPr id="121" name="Graphic 30" descr="Badge 4 avec un remplissage uni">
              <a:extLst>
                <a:ext uri="{FF2B5EF4-FFF2-40B4-BE49-F238E27FC236}">
                  <a16:creationId xmlns:a16="http://schemas.microsoft.com/office/drawing/2014/main" id="{1659164A-445B-D18A-38DC-09AECE077E6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923513" y="2300649"/>
              <a:ext cx="531573" cy="531573"/>
            </a:xfrm>
            <a:prstGeom prst="rect">
              <a:avLst/>
            </a:prstGeom>
          </p:spPr>
        </p:pic>
        <p:sp>
          <p:nvSpPr>
            <p:cNvPr id="122" name="TextBox 31">
              <a:extLst>
                <a:ext uri="{FF2B5EF4-FFF2-40B4-BE49-F238E27FC236}">
                  <a16:creationId xmlns:a16="http://schemas.microsoft.com/office/drawing/2014/main" id="{436F117E-8634-A222-16C0-0EE61D1E7006}"/>
                </a:ext>
              </a:extLst>
            </p:cNvPr>
            <p:cNvSpPr txBox="1"/>
            <p:nvPr/>
          </p:nvSpPr>
          <p:spPr>
            <a:xfrm>
              <a:off x="9001116" y="3133995"/>
              <a:ext cx="2376367" cy="1000274"/>
            </a:xfrm>
            <a:prstGeom prst="rect">
              <a:avLst/>
            </a:prstGeom>
            <a:noFill/>
          </p:spPr>
          <p:txBody>
            <a:bodyPr wrap="square" lIns="0" tIns="0" rIns="0" bIns="0" rtlCol="0" anchor="t">
              <a:spAutoFit/>
            </a:bodyPr>
            <a:lstStyle/>
            <a:p>
              <a:pPr algn="ctr">
                <a:spcBef>
                  <a:spcPts val="1200"/>
                </a:spcBef>
                <a:defRPr/>
              </a:pPr>
              <a:r>
                <a:rPr lang="fr-FR" sz="1600" b="1" kern="0" dirty="0">
                  <a:solidFill>
                    <a:schemeClr val="accent1"/>
                  </a:solidFill>
                  <a:latin typeface="+mj-lt"/>
                </a:rPr>
                <a:t>Évaluation des capacités techniques requises</a:t>
              </a:r>
            </a:p>
            <a:p>
              <a:pPr algn="ctr">
                <a:spcBef>
                  <a:spcPts val="600"/>
                </a:spcBef>
                <a:defRPr/>
              </a:pPr>
              <a:endParaRPr lang="fr-FR" sz="1200" dirty="0">
                <a:solidFill>
                  <a:srgbClr val="000000"/>
                </a:solidFill>
              </a:endParaRPr>
            </a:p>
          </p:txBody>
        </p:sp>
      </p:grpSp>
      <p:grpSp>
        <p:nvGrpSpPr>
          <p:cNvPr id="135" name="Groupe 134">
            <a:extLst>
              <a:ext uri="{FF2B5EF4-FFF2-40B4-BE49-F238E27FC236}">
                <a16:creationId xmlns:a16="http://schemas.microsoft.com/office/drawing/2014/main" id="{261EC0D7-BCAC-ADA7-BC16-D444136ECB99}"/>
              </a:ext>
            </a:extLst>
          </p:cNvPr>
          <p:cNvGrpSpPr/>
          <p:nvPr/>
        </p:nvGrpSpPr>
        <p:grpSpPr>
          <a:xfrm>
            <a:off x="618005" y="1779400"/>
            <a:ext cx="2530938" cy="3796337"/>
            <a:chOff x="908682" y="1779401"/>
            <a:chExt cx="2530938" cy="3796337"/>
          </a:xfrm>
        </p:grpSpPr>
        <p:sp>
          <p:nvSpPr>
            <p:cNvPr id="124" name="Rectangle: Rounded Corners 6">
              <a:extLst>
                <a:ext uri="{FF2B5EF4-FFF2-40B4-BE49-F238E27FC236}">
                  <a16:creationId xmlns:a16="http://schemas.microsoft.com/office/drawing/2014/main" id="{95E9DC9E-AE0D-CCE5-929A-F54BCE53F711}"/>
                </a:ext>
              </a:extLst>
            </p:cNvPr>
            <p:cNvSpPr/>
            <p:nvPr/>
          </p:nvSpPr>
          <p:spPr>
            <a:xfrm>
              <a:off x="908682" y="1779401"/>
              <a:ext cx="2530938" cy="3796337"/>
            </a:xfrm>
            <a:prstGeom prst="roundRect">
              <a:avLst>
                <a:gd name="adj" fmla="val 1799"/>
              </a:avLst>
            </a:prstGeom>
            <a:noFill/>
            <a:ln w="12700" cap="flat" cmpd="sng" algn="ctr">
              <a:solidFill>
                <a:schemeClr val="accent1"/>
              </a:solidFill>
              <a:prstDash val="solid"/>
              <a:miter lim="800000"/>
            </a:ln>
            <a:effectLst/>
          </p:spPr>
          <p:txBody>
            <a:bodyPr rtlCol="0" anchor="ctr"/>
            <a:lstStyle/>
            <a:p>
              <a:pPr algn="ctr">
                <a:defRPr/>
              </a:pPr>
              <a:endParaRPr lang="fr-FR" kern="0">
                <a:solidFill>
                  <a:prstClr val="white"/>
                </a:solidFill>
                <a:latin typeface="Open Sans"/>
              </a:endParaRPr>
            </a:p>
          </p:txBody>
        </p:sp>
        <p:sp>
          <p:nvSpPr>
            <p:cNvPr id="125" name="Oval 28">
              <a:extLst>
                <a:ext uri="{FF2B5EF4-FFF2-40B4-BE49-F238E27FC236}">
                  <a16:creationId xmlns:a16="http://schemas.microsoft.com/office/drawing/2014/main" id="{C58BDC5E-B5D9-B611-6F17-66E2C7F93E29}"/>
                </a:ext>
              </a:extLst>
            </p:cNvPr>
            <p:cNvSpPr/>
            <p:nvPr/>
          </p:nvSpPr>
          <p:spPr>
            <a:xfrm>
              <a:off x="1787553" y="2078751"/>
              <a:ext cx="773198" cy="773198"/>
            </a:xfrm>
            <a:prstGeom prst="ellipse">
              <a:avLst/>
            </a:prstGeom>
            <a:gradFill>
              <a:gsLst>
                <a:gs pos="85000">
                  <a:sysClr val="windowText" lastClr="000000">
                    <a:alpha val="0"/>
                  </a:sysClr>
                </a:gs>
                <a:gs pos="15000">
                  <a:sysClr val="windowText" lastClr="000000">
                    <a:alpha val="5000"/>
                  </a:sysClr>
                </a:gs>
              </a:gsLst>
              <a:lin ang="2700000" scaled="1"/>
            </a:gradFill>
            <a:ln w="6350" cap="flat">
              <a:gradFill flip="none" rotWithShape="1">
                <a:gsLst>
                  <a:gs pos="85000">
                    <a:sysClr val="windowText" lastClr="000000">
                      <a:alpha val="0"/>
                    </a:sysClr>
                  </a:gs>
                  <a:gs pos="15000">
                    <a:sysClr val="windowText" lastClr="000000">
                      <a:alpha val="20000"/>
                    </a:sysClr>
                  </a:gs>
                </a:gsLst>
                <a:lin ang="2700000" scaled="1"/>
                <a:tileRect/>
              </a:gradFill>
              <a:prstDash val="solid"/>
              <a:miter/>
            </a:ln>
          </p:spPr>
          <p:txBody>
            <a:bodyPr wrap="square" lIns="270000" tIns="216000" rIns="270000" bIns="216000" rtlCol="0" anchor="t">
              <a:noAutofit/>
            </a:bodyPr>
            <a:lstStyle/>
            <a:p>
              <a:pPr>
                <a:spcBef>
                  <a:spcPts val="1200"/>
                </a:spcBef>
                <a:defRPr/>
              </a:pPr>
              <a:endParaRPr lang="fr-FR" sz="2000" b="1" kern="0" spc="-50">
                <a:solidFill>
                  <a:srgbClr val="00002C"/>
                </a:solidFill>
                <a:latin typeface="Open Sans"/>
              </a:endParaRPr>
            </a:p>
          </p:txBody>
        </p:sp>
        <p:pic>
          <p:nvPicPr>
            <p:cNvPr id="126" name="Graphic 30" descr="Badge 1 avec un remplissage uni">
              <a:extLst>
                <a:ext uri="{FF2B5EF4-FFF2-40B4-BE49-F238E27FC236}">
                  <a16:creationId xmlns:a16="http://schemas.microsoft.com/office/drawing/2014/main" id="{C0C0275E-EA45-C339-75AC-F4960C629D8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908365" y="2199563"/>
              <a:ext cx="531573" cy="531573"/>
            </a:xfrm>
            <a:prstGeom prst="rect">
              <a:avLst/>
            </a:prstGeom>
          </p:spPr>
        </p:pic>
        <p:sp>
          <p:nvSpPr>
            <p:cNvPr id="127" name="TextBox 31">
              <a:extLst>
                <a:ext uri="{FF2B5EF4-FFF2-40B4-BE49-F238E27FC236}">
                  <a16:creationId xmlns:a16="http://schemas.microsoft.com/office/drawing/2014/main" id="{394A2678-D5A2-1819-B94F-1ACE513FE313}"/>
                </a:ext>
              </a:extLst>
            </p:cNvPr>
            <p:cNvSpPr txBox="1"/>
            <p:nvPr/>
          </p:nvSpPr>
          <p:spPr>
            <a:xfrm>
              <a:off x="985968" y="3032909"/>
              <a:ext cx="2376367" cy="492443"/>
            </a:xfrm>
            <a:prstGeom prst="rect">
              <a:avLst/>
            </a:prstGeom>
            <a:noFill/>
          </p:spPr>
          <p:txBody>
            <a:bodyPr wrap="square" lIns="0" tIns="0" rIns="0" bIns="0" rtlCol="0" anchor="t">
              <a:spAutoFit/>
            </a:bodyPr>
            <a:lstStyle/>
            <a:p>
              <a:pPr algn="ctr">
                <a:spcBef>
                  <a:spcPts val="1200"/>
                </a:spcBef>
                <a:defRPr/>
              </a:pPr>
              <a:r>
                <a:rPr lang="fr-FR" sz="1600" b="1" kern="0" dirty="0">
                  <a:solidFill>
                    <a:schemeClr val="accent1"/>
                  </a:solidFill>
                  <a:latin typeface="+mj-lt"/>
                </a:rPr>
                <a:t>Etude de l’existant sur la DSP2</a:t>
              </a:r>
              <a:endParaRPr lang="fr-FR" sz="1200" dirty="0">
                <a:solidFill>
                  <a:srgbClr val="000000"/>
                </a:solidFill>
              </a:endParaRPr>
            </a:p>
          </p:txBody>
        </p:sp>
      </p:grpSp>
      <p:grpSp>
        <p:nvGrpSpPr>
          <p:cNvPr id="134" name="Groupe 133">
            <a:extLst>
              <a:ext uri="{FF2B5EF4-FFF2-40B4-BE49-F238E27FC236}">
                <a16:creationId xmlns:a16="http://schemas.microsoft.com/office/drawing/2014/main" id="{954869F2-C5DB-C7AD-0CF0-17E2F44FB702}"/>
              </a:ext>
            </a:extLst>
          </p:cNvPr>
          <p:cNvGrpSpPr/>
          <p:nvPr/>
        </p:nvGrpSpPr>
        <p:grpSpPr>
          <a:xfrm>
            <a:off x="6234707" y="1779400"/>
            <a:ext cx="2530938" cy="3796337"/>
            <a:chOff x="3914089" y="1779400"/>
            <a:chExt cx="2530938" cy="3796337"/>
          </a:xfrm>
        </p:grpSpPr>
        <p:sp>
          <p:nvSpPr>
            <p:cNvPr id="129" name="Rectangle: Rounded Corners 6">
              <a:extLst>
                <a:ext uri="{FF2B5EF4-FFF2-40B4-BE49-F238E27FC236}">
                  <a16:creationId xmlns:a16="http://schemas.microsoft.com/office/drawing/2014/main" id="{5BECDABD-0661-B58B-7EEC-9B296B35DEC6}"/>
                </a:ext>
              </a:extLst>
            </p:cNvPr>
            <p:cNvSpPr/>
            <p:nvPr/>
          </p:nvSpPr>
          <p:spPr>
            <a:xfrm>
              <a:off x="3914089" y="1779400"/>
              <a:ext cx="2530938" cy="3796337"/>
            </a:xfrm>
            <a:prstGeom prst="roundRect">
              <a:avLst>
                <a:gd name="adj" fmla="val 1799"/>
              </a:avLst>
            </a:prstGeom>
            <a:noFill/>
            <a:ln w="12700" cap="flat" cmpd="sng" algn="ctr">
              <a:solidFill>
                <a:schemeClr val="accent1"/>
              </a:solidFill>
              <a:prstDash val="solid"/>
              <a:miter lim="800000"/>
            </a:ln>
            <a:effectLst/>
          </p:spPr>
          <p:txBody>
            <a:bodyPr rtlCol="0" anchor="ctr"/>
            <a:lstStyle/>
            <a:p>
              <a:pPr algn="ctr">
                <a:defRPr/>
              </a:pPr>
              <a:endParaRPr lang="fr-FR" kern="0">
                <a:solidFill>
                  <a:prstClr val="white"/>
                </a:solidFill>
                <a:latin typeface="Open Sans"/>
              </a:endParaRPr>
            </a:p>
          </p:txBody>
        </p:sp>
        <p:sp>
          <p:nvSpPr>
            <p:cNvPr id="130" name="Oval 28">
              <a:extLst>
                <a:ext uri="{FF2B5EF4-FFF2-40B4-BE49-F238E27FC236}">
                  <a16:creationId xmlns:a16="http://schemas.microsoft.com/office/drawing/2014/main" id="{54F0B44B-0E7E-90FA-D2B1-0912E74E5D7E}"/>
                </a:ext>
              </a:extLst>
            </p:cNvPr>
            <p:cNvSpPr/>
            <p:nvPr/>
          </p:nvSpPr>
          <p:spPr>
            <a:xfrm>
              <a:off x="4792960" y="2078750"/>
              <a:ext cx="773198" cy="773198"/>
            </a:xfrm>
            <a:prstGeom prst="ellipse">
              <a:avLst/>
            </a:prstGeom>
            <a:gradFill>
              <a:gsLst>
                <a:gs pos="85000">
                  <a:sysClr val="windowText" lastClr="000000">
                    <a:alpha val="0"/>
                  </a:sysClr>
                </a:gs>
                <a:gs pos="15000">
                  <a:sysClr val="windowText" lastClr="000000">
                    <a:alpha val="5000"/>
                  </a:sysClr>
                </a:gs>
              </a:gsLst>
              <a:lin ang="2700000" scaled="1"/>
            </a:gradFill>
            <a:ln w="6350" cap="flat">
              <a:gradFill flip="none" rotWithShape="1">
                <a:gsLst>
                  <a:gs pos="85000">
                    <a:sysClr val="windowText" lastClr="000000">
                      <a:alpha val="0"/>
                    </a:sysClr>
                  </a:gs>
                  <a:gs pos="15000">
                    <a:sysClr val="windowText" lastClr="000000">
                      <a:alpha val="20000"/>
                    </a:sysClr>
                  </a:gs>
                </a:gsLst>
                <a:lin ang="2700000" scaled="1"/>
                <a:tileRect/>
              </a:gradFill>
              <a:prstDash val="solid"/>
              <a:miter/>
            </a:ln>
          </p:spPr>
          <p:txBody>
            <a:bodyPr wrap="square" lIns="270000" tIns="216000" rIns="270000" bIns="216000" rtlCol="0" anchor="t">
              <a:noAutofit/>
            </a:bodyPr>
            <a:lstStyle/>
            <a:p>
              <a:pPr>
                <a:spcBef>
                  <a:spcPts val="1200"/>
                </a:spcBef>
                <a:defRPr/>
              </a:pPr>
              <a:endParaRPr lang="fr-FR" sz="2000" b="1" kern="0" spc="-50" dirty="0">
                <a:solidFill>
                  <a:srgbClr val="00002C"/>
                </a:solidFill>
                <a:latin typeface="Open Sans"/>
              </a:endParaRPr>
            </a:p>
          </p:txBody>
        </p:sp>
        <p:pic>
          <p:nvPicPr>
            <p:cNvPr id="131" name="Graphic 30" descr="Badge 3 avec un remplissage uni">
              <a:extLst>
                <a:ext uri="{FF2B5EF4-FFF2-40B4-BE49-F238E27FC236}">
                  <a16:creationId xmlns:a16="http://schemas.microsoft.com/office/drawing/2014/main" id="{E967C717-A5A5-580E-A25B-AF83E1465EA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4913772" y="2199562"/>
              <a:ext cx="531573" cy="531573"/>
            </a:xfrm>
            <a:prstGeom prst="rect">
              <a:avLst/>
            </a:prstGeom>
          </p:spPr>
        </p:pic>
        <p:sp>
          <p:nvSpPr>
            <p:cNvPr id="132" name="TextBox 31">
              <a:extLst>
                <a:ext uri="{FF2B5EF4-FFF2-40B4-BE49-F238E27FC236}">
                  <a16:creationId xmlns:a16="http://schemas.microsoft.com/office/drawing/2014/main" id="{FD04ED7E-D89B-9B90-D24D-1259CF127BDE}"/>
                </a:ext>
              </a:extLst>
            </p:cNvPr>
            <p:cNvSpPr txBox="1"/>
            <p:nvPr/>
          </p:nvSpPr>
          <p:spPr>
            <a:xfrm>
              <a:off x="3991375" y="3032908"/>
              <a:ext cx="2376367" cy="892552"/>
            </a:xfrm>
            <a:prstGeom prst="rect">
              <a:avLst/>
            </a:prstGeom>
            <a:noFill/>
          </p:spPr>
          <p:txBody>
            <a:bodyPr wrap="square" lIns="0" tIns="0" rIns="0" bIns="0" rtlCol="0" anchor="t">
              <a:spAutoFit/>
            </a:bodyPr>
            <a:lstStyle/>
            <a:p>
              <a:pPr algn="ctr">
                <a:spcBef>
                  <a:spcPts val="1200"/>
                </a:spcBef>
                <a:defRPr/>
              </a:pPr>
              <a:r>
                <a:rPr lang="fr-FR" sz="1600" b="1" kern="0" dirty="0">
                  <a:solidFill>
                    <a:schemeClr val="accent1"/>
                  </a:solidFill>
                  <a:latin typeface="+mj-lt"/>
                </a:rPr>
                <a:t>Analyse des impacts sur l’architecture</a:t>
              </a:r>
            </a:p>
            <a:p>
              <a:pPr algn="ctr">
                <a:spcBef>
                  <a:spcPts val="1200"/>
                </a:spcBef>
                <a:defRPr/>
              </a:pPr>
              <a:endParaRPr lang="fr-FR" sz="1600" b="1" kern="0" dirty="0">
                <a:solidFill>
                  <a:schemeClr val="accent1"/>
                </a:solidFill>
                <a:latin typeface="+mj-lt"/>
              </a:endParaRPr>
            </a:p>
          </p:txBody>
        </p:sp>
      </p:grpSp>
      <p:grpSp>
        <p:nvGrpSpPr>
          <p:cNvPr id="136" name="Groupe 135">
            <a:extLst>
              <a:ext uri="{FF2B5EF4-FFF2-40B4-BE49-F238E27FC236}">
                <a16:creationId xmlns:a16="http://schemas.microsoft.com/office/drawing/2014/main" id="{32E56DAF-6E35-1833-B3A5-43150E73D549}"/>
              </a:ext>
            </a:extLst>
          </p:cNvPr>
          <p:cNvGrpSpPr/>
          <p:nvPr/>
        </p:nvGrpSpPr>
        <p:grpSpPr>
          <a:xfrm>
            <a:off x="3426356" y="1779400"/>
            <a:ext cx="2530938" cy="3796337"/>
            <a:chOff x="3914089" y="1779400"/>
            <a:chExt cx="2530938" cy="3796337"/>
          </a:xfrm>
        </p:grpSpPr>
        <p:sp>
          <p:nvSpPr>
            <p:cNvPr id="137" name="Rectangle: Rounded Corners 6">
              <a:extLst>
                <a:ext uri="{FF2B5EF4-FFF2-40B4-BE49-F238E27FC236}">
                  <a16:creationId xmlns:a16="http://schemas.microsoft.com/office/drawing/2014/main" id="{8A464F25-2D6B-2BB6-4C30-C9D9A916F7C0}"/>
                </a:ext>
              </a:extLst>
            </p:cNvPr>
            <p:cNvSpPr/>
            <p:nvPr/>
          </p:nvSpPr>
          <p:spPr>
            <a:xfrm>
              <a:off x="3914089" y="1779400"/>
              <a:ext cx="2530938" cy="3796337"/>
            </a:xfrm>
            <a:prstGeom prst="roundRect">
              <a:avLst>
                <a:gd name="adj" fmla="val 1799"/>
              </a:avLst>
            </a:prstGeom>
            <a:noFill/>
            <a:ln w="12700" cap="flat" cmpd="sng" algn="ctr">
              <a:solidFill>
                <a:schemeClr val="accent1"/>
              </a:solidFill>
              <a:prstDash val="solid"/>
              <a:miter lim="800000"/>
            </a:ln>
            <a:effectLst/>
          </p:spPr>
          <p:txBody>
            <a:bodyPr rtlCol="0" anchor="ctr"/>
            <a:lstStyle/>
            <a:p>
              <a:pPr algn="ctr">
                <a:defRPr/>
              </a:pPr>
              <a:endParaRPr lang="fr-FR" kern="0">
                <a:solidFill>
                  <a:prstClr val="white"/>
                </a:solidFill>
                <a:latin typeface="Open Sans"/>
              </a:endParaRPr>
            </a:p>
          </p:txBody>
        </p:sp>
        <p:sp>
          <p:nvSpPr>
            <p:cNvPr id="138" name="Oval 28">
              <a:extLst>
                <a:ext uri="{FF2B5EF4-FFF2-40B4-BE49-F238E27FC236}">
                  <a16:creationId xmlns:a16="http://schemas.microsoft.com/office/drawing/2014/main" id="{1407D2B7-CBD9-5A95-5AE8-5630753A7A4B}"/>
                </a:ext>
              </a:extLst>
            </p:cNvPr>
            <p:cNvSpPr/>
            <p:nvPr/>
          </p:nvSpPr>
          <p:spPr>
            <a:xfrm>
              <a:off x="4792960" y="2078750"/>
              <a:ext cx="773198" cy="773198"/>
            </a:xfrm>
            <a:prstGeom prst="ellipse">
              <a:avLst/>
            </a:prstGeom>
            <a:gradFill>
              <a:gsLst>
                <a:gs pos="85000">
                  <a:sysClr val="windowText" lastClr="000000">
                    <a:alpha val="0"/>
                  </a:sysClr>
                </a:gs>
                <a:gs pos="15000">
                  <a:sysClr val="windowText" lastClr="000000">
                    <a:alpha val="5000"/>
                  </a:sysClr>
                </a:gs>
              </a:gsLst>
              <a:lin ang="2700000" scaled="1"/>
            </a:gradFill>
            <a:ln w="6350" cap="flat">
              <a:gradFill flip="none" rotWithShape="1">
                <a:gsLst>
                  <a:gs pos="85000">
                    <a:sysClr val="windowText" lastClr="000000">
                      <a:alpha val="0"/>
                    </a:sysClr>
                  </a:gs>
                  <a:gs pos="15000">
                    <a:sysClr val="windowText" lastClr="000000">
                      <a:alpha val="20000"/>
                    </a:sysClr>
                  </a:gs>
                </a:gsLst>
                <a:lin ang="2700000" scaled="1"/>
                <a:tileRect/>
              </a:gradFill>
              <a:prstDash val="solid"/>
              <a:miter/>
            </a:ln>
          </p:spPr>
          <p:txBody>
            <a:bodyPr wrap="square" lIns="270000" tIns="216000" rIns="270000" bIns="216000" rtlCol="0" anchor="t">
              <a:noAutofit/>
            </a:bodyPr>
            <a:lstStyle/>
            <a:p>
              <a:pPr>
                <a:spcBef>
                  <a:spcPts val="1200"/>
                </a:spcBef>
                <a:defRPr/>
              </a:pPr>
              <a:endParaRPr lang="fr-FR" sz="2000" b="1" kern="0" spc="-50">
                <a:solidFill>
                  <a:srgbClr val="00002C"/>
                </a:solidFill>
                <a:latin typeface="Open Sans"/>
              </a:endParaRPr>
            </a:p>
          </p:txBody>
        </p:sp>
        <p:pic>
          <p:nvPicPr>
            <p:cNvPr id="139" name="Graphic 30" descr="Badge avec un remplissage uni">
              <a:extLst>
                <a:ext uri="{FF2B5EF4-FFF2-40B4-BE49-F238E27FC236}">
                  <a16:creationId xmlns:a16="http://schemas.microsoft.com/office/drawing/2014/main" id="{591F88E3-D77C-DE4E-815B-C297E483FEA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13772" y="2199562"/>
              <a:ext cx="531573" cy="531573"/>
            </a:xfrm>
            <a:prstGeom prst="rect">
              <a:avLst/>
            </a:prstGeom>
          </p:spPr>
        </p:pic>
        <p:sp>
          <p:nvSpPr>
            <p:cNvPr id="140" name="TextBox 31">
              <a:extLst>
                <a:ext uri="{FF2B5EF4-FFF2-40B4-BE49-F238E27FC236}">
                  <a16:creationId xmlns:a16="http://schemas.microsoft.com/office/drawing/2014/main" id="{F9E0D6CD-DE06-AC5C-692B-2AF28C87D627}"/>
                </a:ext>
              </a:extLst>
            </p:cNvPr>
            <p:cNvSpPr txBox="1"/>
            <p:nvPr/>
          </p:nvSpPr>
          <p:spPr>
            <a:xfrm>
              <a:off x="3991375" y="3032908"/>
              <a:ext cx="2376367" cy="984885"/>
            </a:xfrm>
            <a:prstGeom prst="rect">
              <a:avLst/>
            </a:prstGeom>
            <a:noFill/>
          </p:spPr>
          <p:txBody>
            <a:bodyPr wrap="square" lIns="0" tIns="0" rIns="0" bIns="0" rtlCol="0" anchor="t">
              <a:spAutoFit/>
            </a:bodyPr>
            <a:lstStyle/>
            <a:p>
              <a:pPr algn="ctr">
                <a:spcBef>
                  <a:spcPts val="1200"/>
                </a:spcBef>
                <a:defRPr/>
              </a:pPr>
              <a:r>
                <a:rPr lang="fr-FR" sz="1600" b="1" kern="0" dirty="0">
                  <a:solidFill>
                    <a:schemeClr val="accent1"/>
                  </a:solidFill>
                  <a:latin typeface="+mj-lt"/>
                </a:rPr>
                <a:t>Identification des initiatives en cours dans le Groupe et ses entités</a:t>
              </a:r>
              <a:endParaRPr lang="fr-FR" sz="1200" dirty="0">
                <a:solidFill>
                  <a:srgbClr val="000000"/>
                </a:solidFill>
              </a:endParaRPr>
            </a:p>
          </p:txBody>
        </p:sp>
      </p:grpSp>
      <p:sp>
        <p:nvSpPr>
          <p:cNvPr id="148" name="ZoneTexte 147">
            <a:extLst>
              <a:ext uri="{FF2B5EF4-FFF2-40B4-BE49-F238E27FC236}">
                <a16:creationId xmlns:a16="http://schemas.microsoft.com/office/drawing/2014/main" id="{0BBD08DD-68D2-2288-AB15-20701FEC7551}"/>
              </a:ext>
            </a:extLst>
          </p:cNvPr>
          <p:cNvSpPr txBox="1"/>
          <p:nvPr/>
        </p:nvSpPr>
        <p:spPr>
          <a:xfrm>
            <a:off x="618005" y="4165868"/>
            <a:ext cx="2530938" cy="830997"/>
          </a:xfrm>
          <a:prstGeom prst="rect">
            <a:avLst/>
          </a:prstGeom>
          <a:noFill/>
        </p:spPr>
        <p:txBody>
          <a:bodyPr wrap="square">
            <a:spAutoFit/>
          </a:bodyPr>
          <a:lstStyle/>
          <a:p>
            <a:pPr algn="ctr">
              <a:spcBef>
                <a:spcPts val="600"/>
              </a:spcBef>
              <a:defRPr/>
            </a:pPr>
            <a:r>
              <a:rPr lang="fr-FR" sz="1200" dirty="0">
                <a:solidFill>
                  <a:srgbClr val="000000"/>
                </a:solidFill>
              </a:rPr>
              <a:t>Recenser les travaux sur la DSP2, l’existant en termes de mutualisation, les points de douleur, etc.</a:t>
            </a:r>
          </a:p>
        </p:txBody>
      </p:sp>
      <p:sp>
        <p:nvSpPr>
          <p:cNvPr id="149" name="ZoneTexte 148">
            <a:extLst>
              <a:ext uri="{FF2B5EF4-FFF2-40B4-BE49-F238E27FC236}">
                <a16:creationId xmlns:a16="http://schemas.microsoft.com/office/drawing/2014/main" id="{0F7BB76C-7D9E-FE9D-0BEE-317ABFD65123}"/>
              </a:ext>
            </a:extLst>
          </p:cNvPr>
          <p:cNvSpPr txBox="1"/>
          <p:nvPr/>
        </p:nvSpPr>
        <p:spPr>
          <a:xfrm>
            <a:off x="3426356" y="4165868"/>
            <a:ext cx="2530938" cy="830997"/>
          </a:xfrm>
          <a:prstGeom prst="rect">
            <a:avLst/>
          </a:prstGeom>
          <a:noFill/>
        </p:spPr>
        <p:txBody>
          <a:bodyPr wrap="square">
            <a:spAutoFit/>
          </a:bodyPr>
          <a:lstStyle/>
          <a:p>
            <a:pPr algn="ctr">
              <a:spcBef>
                <a:spcPts val="600"/>
              </a:spcBef>
              <a:defRPr/>
            </a:pPr>
            <a:r>
              <a:rPr lang="fr-FR" sz="1200" dirty="0">
                <a:solidFill>
                  <a:srgbClr val="000000"/>
                </a:solidFill>
              </a:rPr>
              <a:t>Identifier et confirmer les entités lead, organiser des ateliers de co-construction, analyser les travaux déjà initiés sur DSP3/PSR.</a:t>
            </a:r>
          </a:p>
        </p:txBody>
      </p:sp>
      <p:sp>
        <p:nvSpPr>
          <p:cNvPr id="150" name="ZoneTexte 149">
            <a:extLst>
              <a:ext uri="{FF2B5EF4-FFF2-40B4-BE49-F238E27FC236}">
                <a16:creationId xmlns:a16="http://schemas.microsoft.com/office/drawing/2014/main" id="{DBE81A8A-1141-5F00-8390-18E6D50BF2A2}"/>
              </a:ext>
            </a:extLst>
          </p:cNvPr>
          <p:cNvSpPr txBox="1"/>
          <p:nvPr/>
        </p:nvSpPr>
        <p:spPr>
          <a:xfrm>
            <a:off x="6234707" y="4165868"/>
            <a:ext cx="2530938" cy="830997"/>
          </a:xfrm>
          <a:prstGeom prst="rect">
            <a:avLst/>
          </a:prstGeom>
          <a:noFill/>
        </p:spPr>
        <p:txBody>
          <a:bodyPr wrap="square">
            <a:spAutoFit/>
          </a:bodyPr>
          <a:lstStyle/>
          <a:p>
            <a:pPr algn="ctr">
              <a:spcBef>
                <a:spcPts val="600"/>
              </a:spcBef>
              <a:defRPr/>
            </a:pPr>
            <a:r>
              <a:rPr lang="fr-FR" sz="1200" dirty="0">
                <a:solidFill>
                  <a:srgbClr val="000000"/>
                </a:solidFill>
              </a:rPr>
              <a:t>Identifier les adaptations nécessaires sur l’ensemble des composants du système d’information.</a:t>
            </a:r>
          </a:p>
        </p:txBody>
      </p:sp>
      <p:sp>
        <p:nvSpPr>
          <p:cNvPr id="151" name="ZoneTexte 150">
            <a:extLst>
              <a:ext uri="{FF2B5EF4-FFF2-40B4-BE49-F238E27FC236}">
                <a16:creationId xmlns:a16="http://schemas.microsoft.com/office/drawing/2014/main" id="{943D4446-EC12-0191-5786-EF897089505B}"/>
              </a:ext>
            </a:extLst>
          </p:cNvPr>
          <p:cNvSpPr txBox="1"/>
          <p:nvPr/>
        </p:nvSpPr>
        <p:spPr>
          <a:xfrm>
            <a:off x="9043057" y="4165868"/>
            <a:ext cx="2530938" cy="646331"/>
          </a:xfrm>
          <a:prstGeom prst="rect">
            <a:avLst/>
          </a:prstGeom>
          <a:noFill/>
        </p:spPr>
        <p:txBody>
          <a:bodyPr wrap="square">
            <a:spAutoFit/>
          </a:bodyPr>
          <a:lstStyle/>
          <a:p>
            <a:pPr algn="ctr">
              <a:spcBef>
                <a:spcPts val="600"/>
              </a:spcBef>
              <a:defRPr/>
            </a:pPr>
            <a:r>
              <a:rPr lang="fr-FR" sz="1200" dirty="0">
                <a:solidFill>
                  <a:srgbClr val="000000"/>
                </a:solidFill>
              </a:rPr>
              <a:t>Qualifier les composants SI selon leurs niveaux d’impact, de complexité, d’effort, de risque, etc. </a:t>
            </a:r>
          </a:p>
        </p:txBody>
      </p:sp>
    </p:spTree>
    <p:extLst>
      <p:ext uri="{BB962C8B-B14F-4D97-AF65-F5344CB8AC3E}">
        <p14:creationId xmlns:p14="http://schemas.microsoft.com/office/powerpoint/2010/main" val="12965888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2E273-4225-4942-2BAE-FFC68422FB6B}"/>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202B6029-3230-BAFB-BF18-3FD59DAB9561}"/>
              </a:ext>
            </a:extLst>
          </p:cNvPr>
          <p:cNvSpPr>
            <a:spLocks noGrp="1"/>
          </p:cNvSpPr>
          <p:nvPr>
            <p:ph type="ctrTitle"/>
          </p:nvPr>
        </p:nvSpPr>
        <p:spPr>
          <a:xfrm>
            <a:off x="720000" y="2169000"/>
            <a:ext cx="10980000" cy="2520000"/>
          </a:xfrm>
        </p:spPr>
        <p:txBody>
          <a:bodyPr anchor="ctr">
            <a:normAutofit fontScale="90000"/>
          </a:bodyPr>
          <a:lstStyle/>
          <a:p>
            <a:r>
              <a:rPr kumimoji="0" lang="fr-FR" sz="5400" b="0" i="1" u="none" strike="noStrike" kern="1200" cap="all" spc="0" normalizeH="0" baseline="0" noProof="0" dirty="0">
                <a:ln>
                  <a:noFill/>
                </a:ln>
                <a:solidFill>
                  <a:srgbClr val="009597"/>
                </a:solidFill>
                <a:effectLst/>
                <a:uLnTx/>
                <a:uFillTx/>
                <a:latin typeface="Arial"/>
                <a:ea typeface="+mj-ea"/>
                <a:cs typeface="+mj-cs"/>
              </a:rPr>
              <a:t>PCI-DSS</a:t>
            </a:r>
            <a:br>
              <a:rPr lang="fr-FR" noProof="0" dirty="0"/>
            </a:br>
            <a:r>
              <a:rPr lang="fr-FR" noProof="0" dirty="0"/>
              <a:t>Mise à jour des standards (intervention CATS) 	</a:t>
            </a:r>
          </a:p>
        </p:txBody>
      </p:sp>
      <p:sp>
        <p:nvSpPr>
          <p:cNvPr id="5" name="Espace réservé du numéro de diapositive 4">
            <a:extLst>
              <a:ext uri="{FF2B5EF4-FFF2-40B4-BE49-F238E27FC236}">
                <a16:creationId xmlns:a16="http://schemas.microsoft.com/office/drawing/2014/main" id="{525AC4EF-3867-8F92-BDAA-05785EBD17F7}"/>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28</a:t>
            </a:fld>
            <a:endParaRPr lang="fr-FR" noProof="0" dirty="0"/>
          </a:p>
        </p:txBody>
      </p:sp>
    </p:spTree>
    <p:extLst>
      <p:ext uri="{BB962C8B-B14F-4D97-AF65-F5344CB8AC3E}">
        <p14:creationId xmlns:p14="http://schemas.microsoft.com/office/powerpoint/2010/main" val="3559712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CFEB-537B-CF14-5C53-5872F75D0E57}"/>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5FADFAD3-03F2-2B09-EA89-0A81A36410A8}"/>
              </a:ext>
            </a:extLst>
          </p:cNvPr>
          <p:cNvSpPr>
            <a:spLocks noGrp="1"/>
          </p:cNvSpPr>
          <p:nvPr>
            <p:ph type="ctrTitle"/>
          </p:nvPr>
        </p:nvSpPr>
        <p:spPr>
          <a:xfrm>
            <a:off x="720000" y="2169000"/>
            <a:ext cx="10980000" cy="2520000"/>
          </a:xfrm>
        </p:spPr>
        <p:txBody>
          <a:bodyPr anchor="ctr">
            <a:normAutofit/>
          </a:bodyPr>
          <a:lstStyle/>
          <a:p>
            <a:r>
              <a:rPr lang="fr-FR" noProof="0" dirty="0"/>
              <a:t>FIN</a:t>
            </a:r>
          </a:p>
        </p:txBody>
      </p:sp>
      <p:sp>
        <p:nvSpPr>
          <p:cNvPr id="5" name="Espace réservé du numéro de diapositive 4">
            <a:extLst>
              <a:ext uri="{FF2B5EF4-FFF2-40B4-BE49-F238E27FC236}">
                <a16:creationId xmlns:a16="http://schemas.microsoft.com/office/drawing/2014/main" id="{C5C99643-66DA-9EE2-2123-B8B779337C92}"/>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29</a:t>
            </a:fld>
            <a:endParaRPr lang="fr-FR" noProof="0" dirty="0"/>
          </a:p>
        </p:txBody>
      </p:sp>
    </p:spTree>
    <p:extLst>
      <p:ext uri="{BB962C8B-B14F-4D97-AF65-F5344CB8AC3E}">
        <p14:creationId xmlns:p14="http://schemas.microsoft.com/office/powerpoint/2010/main" val="3294312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FB91A-E44D-3A35-64E0-41803117F29B}"/>
            </a:ext>
          </a:extLst>
        </p:cNvPr>
        <p:cNvGrpSpPr/>
        <p:nvPr/>
      </p:nvGrpSpPr>
      <p:grpSpPr>
        <a:xfrm>
          <a:off x="0" y="0"/>
          <a:ext cx="0" cy="0"/>
          <a:chOff x="0" y="0"/>
          <a:chExt cx="0" cy="0"/>
        </a:xfrm>
      </p:grpSpPr>
      <p:sp>
        <p:nvSpPr>
          <p:cNvPr id="8" name="Titre 7">
            <a:extLst>
              <a:ext uri="{FF2B5EF4-FFF2-40B4-BE49-F238E27FC236}">
                <a16:creationId xmlns:a16="http://schemas.microsoft.com/office/drawing/2014/main" id="{91A0E655-3B9E-C8F6-A522-E5DE0E68613F}"/>
              </a:ext>
            </a:extLst>
          </p:cNvPr>
          <p:cNvSpPr>
            <a:spLocks noGrp="1"/>
          </p:cNvSpPr>
          <p:nvPr>
            <p:ph type="ctrTitle"/>
          </p:nvPr>
        </p:nvSpPr>
        <p:spPr>
          <a:xfrm>
            <a:off x="720000" y="2169000"/>
            <a:ext cx="10980000" cy="2520000"/>
          </a:xfrm>
        </p:spPr>
        <p:txBody>
          <a:bodyPr anchor="ctr">
            <a:normAutofit/>
          </a:bodyPr>
          <a:lstStyle/>
          <a:p>
            <a:r>
              <a:rPr lang="fr-FR" noProof="0" dirty="0"/>
              <a:t>Annexe</a:t>
            </a:r>
          </a:p>
        </p:txBody>
      </p:sp>
      <p:sp>
        <p:nvSpPr>
          <p:cNvPr id="5" name="Espace réservé du numéro de diapositive 4">
            <a:extLst>
              <a:ext uri="{FF2B5EF4-FFF2-40B4-BE49-F238E27FC236}">
                <a16:creationId xmlns:a16="http://schemas.microsoft.com/office/drawing/2014/main" id="{4F183DB4-2717-4E14-FB39-728D5832AE6F}"/>
              </a:ext>
            </a:extLst>
          </p:cNvPr>
          <p:cNvSpPr>
            <a:spLocks noGrp="1"/>
          </p:cNvSpPr>
          <p:nvPr>
            <p:ph type="sldNum" sz="quarter" idx="4294967295"/>
          </p:nvPr>
        </p:nvSpPr>
        <p:spPr>
          <a:xfrm>
            <a:off x="0" y="6173788"/>
            <a:ext cx="539750" cy="252412"/>
          </a:xfrm>
          <a:prstGeom prst="rect">
            <a:avLst/>
          </a:prstGeom>
        </p:spPr>
        <p:txBody>
          <a:bodyPr/>
          <a:lstStyle/>
          <a:p>
            <a:fld id="{975A587B-5814-4D9B-9598-FE9CB954CB01}" type="slidenum">
              <a:rPr lang="fr-FR" noProof="0" smtClean="0"/>
              <a:t>30</a:t>
            </a:fld>
            <a:endParaRPr lang="fr-FR" noProof="0" dirty="0"/>
          </a:p>
        </p:txBody>
      </p:sp>
    </p:spTree>
    <p:extLst>
      <p:ext uri="{BB962C8B-B14F-4D97-AF65-F5344CB8AC3E}">
        <p14:creationId xmlns:p14="http://schemas.microsoft.com/office/powerpoint/2010/main" val="3344547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1171-3F4F-83B6-61A9-79DAD8027DD4}"/>
            </a:ext>
          </a:extLst>
        </p:cNvPr>
        <p:cNvGrpSpPr/>
        <p:nvPr/>
      </p:nvGrpSpPr>
      <p:grpSpPr>
        <a:xfrm>
          <a:off x="0" y="0"/>
          <a:ext cx="0" cy="0"/>
          <a:chOff x="0" y="0"/>
          <a:chExt cx="0" cy="0"/>
        </a:xfrm>
      </p:grpSpPr>
      <p:pic>
        <p:nvPicPr>
          <p:cNvPr id="120" name="Image 119">
            <a:extLst>
              <a:ext uri="{FF2B5EF4-FFF2-40B4-BE49-F238E27FC236}">
                <a16:creationId xmlns:a16="http://schemas.microsoft.com/office/drawing/2014/main" id="{3F54D1A0-8E4D-F4BE-B24B-CC9CEC94D4DD}"/>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5FFE11A1-C0C8-1C5C-FE93-CC07B81A3A9F}"/>
              </a:ext>
            </a:extLst>
          </p:cNvPr>
          <p:cNvSpPr>
            <a:spLocks noGrp="1"/>
          </p:cNvSpPr>
          <p:nvPr>
            <p:ph type="body" sz="quarter" idx="10"/>
          </p:nvPr>
        </p:nvSpPr>
        <p:spPr>
          <a:xfrm>
            <a:off x="631299" y="278809"/>
            <a:ext cx="6752653" cy="629241"/>
          </a:xfrm>
        </p:spPr>
        <p:txBody>
          <a:bodyPr vert="horz" lIns="0" tIns="0" rIns="0" bIns="0" rtlCol="0" anchor="ctr">
            <a:noAutofit/>
          </a:bodyPr>
          <a:lstStyle/>
          <a:p>
            <a:pPr>
              <a:tabLst>
                <a:tab pos="984250" algn="l"/>
              </a:tabLst>
            </a:pPr>
            <a:r>
              <a:rPr lang="en-US" sz="1800" dirty="0"/>
              <a:t>1. Gestion des </a:t>
            </a:r>
            <a:r>
              <a:rPr lang="en-US" sz="1800" dirty="0" err="1"/>
              <a:t>identités</a:t>
            </a:r>
            <a:r>
              <a:rPr lang="en-US" sz="1800" dirty="0"/>
              <a:t> et </a:t>
            </a:r>
            <a:r>
              <a:rPr lang="en-US" sz="1800" dirty="0" err="1"/>
              <a:t>accès</a:t>
            </a:r>
            <a:endParaRPr lang="fr-FR" sz="1800" noProof="0" dirty="0">
              <a:latin typeface="+mn-lt"/>
            </a:endParaRPr>
          </a:p>
        </p:txBody>
      </p:sp>
      <p:sp>
        <p:nvSpPr>
          <p:cNvPr id="35" name="Text 4">
            <a:extLst>
              <a:ext uri="{FF2B5EF4-FFF2-40B4-BE49-F238E27FC236}">
                <a16:creationId xmlns:a16="http://schemas.microsoft.com/office/drawing/2014/main" id="{214A5513-D372-0407-C930-95BEE10C9A44}"/>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BD1D5"/>
                </a:highlight>
                <a:ea typeface="Calibri" pitchFamily="34" charset="-122"/>
                <a:cs typeface="Calibri" pitchFamily="34" charset="-120"/>
              </a:rPr>
              <a:t>SSO (SAML/</a:t>
            </a:r>
            <a:r>
              <a:rPr lang="fr-FR" sz="1100" b="1" dirty="0" err="1">
                <a:solidFill>
                  <a:schemeClr val="tx1">
                    <a:lumMod val="50000"/>
                  </a:schemeClr>
                </a:solidFill>
                <a:highlight>
                  <a:srgbClr val="FBD1D5"/>
                </a:highlight>
                <a:ea typeface="Calibri" pitchFamily="34" charset="-122"/>
                <a:cs typeface="Calibri" pitchFamily="34" charset="-120"/>
              </a:rPr>
              <a:t>OAuth</a:t>
            </a:r>
            <a:r>
              <a:rPr lang="fr-FR" sz="1100" b="1" dirty="0">
                <a:solidFill>
                  <a:schemeClr val="tx1">
                    <a:lumMod val="50000"/>
                  </a:schemeClr>
                </a:solidFill>
                <a:highlight>
                  <a:srgbClr val="FBD1D5"/>
                </a:highlight>
                <a:ea typeface="Calibri" pitchFamily="34" charset="-122"/>
                <a:cs typeface="Calibri" pitchFamily="34" charset="-120"/>
              </a:rPr>
              <a:t>/OIDC)</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Aujourd'hui la banque impose une authentification forte à l'agrégateur tous les 180 jours et maîtrise le parcours de redirection. Demain elle ne l'applique qu'au premier accès d'un prestataire donné, l'obligation des 180 jours passant au tiers, qui peut appeler l'authentification de la banque (Art. 86). Trois obstacles interdits visent le serveur d'autorisation : étapes ajoutées, redirection automatique, double authentification en initiation seule (Art. 44). Le composant reste, ses parcours changent.</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Identité physique et applicative (NHI)</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banque vérifie l'agrément d'un tiers en consultant le registre européen, à la main. La DSP3 charge l'Autorité bancaire européenne d'une liste centrale lisible par machine (nom, identifiant, statut d'agrément) sans délai fixé (Art. 18(7) DSP3). Le contrôle d'accès de l'interface peut consommer ce flux automatiquement, à condition de ne pas exiger du tiers la preuve du consentement client, ce que l'Art. 44 interdit.</a:t>
            </a:r>
          </a:p>
          <a:p>
            <a:endParaRPr lang="fr-FR" sz="1100" b="1" dirty="0">
              <a:solidFill>
                <a:schemeClr val="tx1">
                  <a:lumMod val="50000"/>
                </a:schemeClr>
              </a:solidFill>
              <a:highlight>
                <a:srgbClr val="F47682"/>
              </a:highlight>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Authentification simple / MFA</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L'authentification s'est bâtie autour du smartphone, sans obligation d'alternative. Le PSR impose au moins un moyen gratuit et adapté aux clients handicapés, âgés ou sans accès numérique, exige d'en développer plusieurs et interdit de dépendre du smartphone, sauf accord du client (Art. 88). Quatre déclencheurs sortent du paiement : instrument </a:t>
            </a:r>
            <a:r>
              <a:rPr lang="fr-FR" sz="1100" dirty="0" err="1">
                <a:solidFill>
                  <a:schemeClr val="tx1">
                    <a:lumMod val="50000"/>
                  </a:schemeClr>
                </a:solidFill>
                <a:ea typeface="Calibri" pitchFamily="34" charset="-122"/>
                <a:cs typeface="Calibri" pitchFamily="34" charset="-120"/>
              </a:rPr>
              <a:t>tokenisé</a:t>
            </a:r>
            <a:r>
              <a:rPr lang="fr-FR" sz="1100" dirty="0">
                <a:solidFill>
                  <a:schemeClr val="tx1">
                    <a:lumMod val="50000"/>
                  </a:schemeClr>
                </a:solidFill>
                <a:ea typeface="Calibri" pitchFamily="34" charset="-122"/>
                <a:cs typeface="Calibri" pitchFamily="34" charset="-120"/>
              </a:rPr>
              <a:t>, hausse de plafond, mot de passe, coordonnées (Art. 85). Les trajectoires de décommissionnement des moyens non mobiles sont à rouvrir.</a:t>
            </a:r>
          </a:p>
          <a:p>
            <a:pPr marL="171450" indent="-171450">
              <a:buFont typeface="Arial" panose="020B0604020202020204" pitchFamily="34" charset="0"/>
              <a:buChar char="•"/>
            </a:pPr>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CIAM (Consentement)</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banque ignore quelles autorisations son client a données aux tiers, et le PSR lui interdit même de les vérifier (Art. 49). Elle doit pourtant les afficher toutes dans un tableau de bord (prestataire, compte, finalité, validité, catégories de données, dates d'accès) avec retrait gratuit, rétablissement sous 48 heures et historique de deux ans (Art. 43). Fonction inexistante, et entièrement alimentée par des tiers.</a:t>
            </a:r>
          </a:p>
        </p:txBody>
      </p:sp>
      <p:sp>
        <p:nvSpPr>
          <p:cNvPr id="38" name="Rectangle 37">
            <a:extLst>
              <a:ext uri="{FF2B5EF4-FFF2-40B4-BE49-F238E27FC236}">
                <a16:creationId xmlns:a16="http://schemas.microsoft.com/office/drawing/2014/main" id="{770C661E-1945-0E17-FE97-A771D6EBAAC1}"/>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Le PSR ne touche pas l'IAM interne : il touche la façon dont le client s'authentifie, et la façon dont il garde la main sur les accès qu'il a donnés à des tiers.</a:t>
            </a:r>
          </a:p>
        </p:txBody>
      </p:sp>
      <p:sp>
        <p:nvSpPr>
          <p:cNvPr id="106" name="Rectangle 105">
            <a:extLst>
              <a:ext uri="{FF2B5EF4-FFF2-40B4-BE49-F238E27FC236}">
                <a16:creationId xmlns:a16="http://schemas.microsoft.com/office/drawing/2014/main" id="{8B35D67C-9564-6E5F-BFBB-5D3B56E08D68}"/>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107" name="Rectangle 106">
            <a:extLst>
              <a:ext uri="{FF2B5EF4-FFF2-40B4-BE49-F238E27FC236}">
                <a16:creationId xmlns:a16="http://schemas.microsoft.com/office/drawing/2014/main" id="{5214CD83-8A35-28CF-46A0-70844F114857}"/>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108" name="Rectangle 107">
            <a:extLst>
              <a:ext uri="{FF2B5EF4-FFF2-40B4-BE49-F238E27FC236}">
                <a16:creationId xmlns:a16="http://schemas.microsoft.com/office/drawing/2014/main" id="{CC0175DA-F5BF-B3C5-648A-E926A290B5DA}"/>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109" name="ZoneTexte 108">
            <a:extLst>
              <a:ext uri="{FF2B5EF4-FFF2-40B4-BE49-F238E27FC236}">
                <a16:creationId xmlns:a16="http://schemas.microsoft.com/office/drawing/2014/main" id="{02718686-AE05-B872-593F-1C2BBA2133B7}"/>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110" name="Connecteur droit 109">
            <a:extLst>
              <a:ext uri="{FF2B5EF4-FFF2-40B4-BE49-F238E27FC236}">
                <a16:creationId xmlns:a16="http://schemas.microsoft.com/office/drawing/2014/main" id="{A6AA284D-8DAC-E07E-C20A-A3ADC9292D61}"/>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16" name="Rectangle : coins arrondis 115">
            <a:extLst>
              <a:ext uri="{FF2B5EF4-FFF2-40B4-BE49-F238E27FC236}">
                <a16:creationId xmlns:a16="http://schemas.microsoft.com/office/drawing/2014/main" id="{03017379-A083-23E7-E58E-CF839962E57C}"/>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4157135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1B1D4-8F69-1707-361C-66A0D1A6AB8C}"/>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53BDFD50-C355-5FEE-5C5A-4019AA87D6A0}"/>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E6C17BBD-800E-64DC-B183-E6B6F8383399}"/>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2. Données</a:t>
            </a:r>
            <a:endParaRPr lang="fr-FR" sz="1800" noProof="0" dirty="0">
              <a:latin typeface="+mn-lt"/>
            </a:endParaRPr>
          </a:p>
        </p:txBody>
      </p:sp>
      <p:sp>
        <p:nvSpPr>
          <p:cNvPr id="35" name="Text 4">
            <a:extLst>
              <a:ext uri="{FF2B5EF4-FFF2-40B4-BE49-F238E27FC236}">
                <a16:creationId xmlns:a16="http://schemas.microsoft.com/office/drawing/2014/main" id="{40DD745C-24F5-15C3-54FF-D498024A9915}"/>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BD1D5"/>
                </a:highlight>
                <a:ea typeface="Calibri" pitchFamily="34" charset="-122"/>
                <a:cs typeface="Calibri" pitchFamily="34" charset="-120"/>
              </a:rPr>
              <a:t>Opérationnelles (GED, CRM, ERP)</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preuve servait la banque. Le PSR crée une preuve produite au bénéfice du client : pendant 18 mois, il peut demander de quoi établir qu'il a bien notifié une perte, un vol ou un usage non autorisé (Art. 53). Il faut un accusé horodaté, opposable et retrouvable, sur tous les canaux de notification, téléphone compris.</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Master Data Management</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 contrôle nom/IBAN tourne depuis octobre 2025 sur les virements SEPA en euro, au titre du règlement virements instantanés. Le PSR l'étend à tous les virements de son champ, hors euro compris, et à tout identifiant unique, 27 mois après l'entrée en vigueur (Art. 50). Le mécanisme reste dans le règlement SEPA, avec trois issues dont la concordance approchante. Extension de périmètre d'un service qui existe, pas un service nouveau.</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Référentiels et nomenclature</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L'IBAN virtuel devient un identifiant de compte valide partout où un IBAN est requis (Art. 110c). Les référentiels doivent savoir le qualifier, le relier au compte réel et le faire traverser tous les contrôles adossés à l'IBAN. La question blanchiment qu'il ouvre est une hypothèse du GT, pas une exigence du texte.</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Usage et Consentement</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Rien n'existe : aucune interface DSP2 ne transporte d'objet consentement partagé. Les tiers devront transmettre à la banque le contenu de chaque autorisation, tout changement étant resynchronisé dans les deux sens, avec rétablissement sous 48 heures et historique de deux ans (Art. 43). C'est le pendant back-office du tableau de bord : un référentiel à créer, et un protocole d'échange qui n'existe dans aucun standard aujourd'hui.</a:t>
            </a:r>
          </a:p>
          <a:p>
            <a:endParaRPr lang="fr-FR" sz="1100" dirty="0">
              <a:solidFill>
                <a:schemeClr val="tx1">
                  <a:lumMod val="50000"/>
                </a:schemeClr>
              </a:solidFill>
              <a:highlight>
                <a:srgbClr val="FBD1D5"/>
              </a:highlight>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Archivage / Suppression</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 RGPD impose de limiter la conservation sans chiffrer aucune durée. Le PSR en chiffre quatre, de deux natures opposées : supprimer au bout de 5 ans les données de surveillance et celles reçues d'autres PSP (Art. 83, 83a), mais conserver 2 ans l'historique des autorisations et 18 mois la preuve de notification (Art. 43, 53). La rétention descend à la maille de l'objet, avec une purge démontrable.</a:t>
            </a:r>
          </a:p>
        </p:txBody>
      </p:sp>
      <p:sp>
        <p:nvSpPr>
          <p:cNvPr id="38" name="Rectangle 37">
            <a:extLst>
              <a:ext uri="{FF2B5EF4-FFF2-40B4-BE49-F238E27FC236}">
                <a16:creationId xmlns:a16="http://schemas.microsoft.com/office/drawing/2014/main" id="{75807C85-7EC4-132A-2A97-E7DD2AFE087A}"/>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Le PSR n'invente pas de gouvernance de la donnée : il crée un objet qui n'existe pas, et il chiffre des durées que le RGPD laissait à notre appréciation.</a:t>
            </a:r>
          </a:p>
        </p:txBody>
      </p:sp>
      <p:sp>
        <p:nvSpPr>
          <p:cNvPr id="3" name="Rectangle 2">
            <a:extLst>
              <a:ext uri="{FF2B5EF4-FFF2-40B4-BE49-F238E27FC236}">
                <a16:creationId xmlns:a16="http://schemas.microsoft.com/office/drawing/2014/main" id="{7D3AE340-2967-0F2A-B037-5E13E1D718A8}"/>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55C98481-83AE-8BBE-8F09-84C2E776D601}"/>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86E5D337-4F03-D89A-2209-8D1112AAC0EA}"/>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BF9D2432-B532-1E0A-41C7-637ABEAE3DA2}"/>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A1F95579-52AB-2536-A2C4-589632DAF9BF}"/>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 coins arrondis 12">
            <a:extLst>
              <a:ext uri="{FF2B5EF4-FFF2-40B4-BE49-F238E27FC236}">
                <a16:creationId xmlns:a16="http://schemas.microsoft.com/office/drawing/2014/main" id="{E1F6AD6C-7248-F048-E6D1-59E438D1A8D4}"/>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3214300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18CB-81B8-A499-0560-9C337196DD96}"/>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F3694835-0A34-1C34-DE81-0D028423639C}"/>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D43D545F-EE58-C1F7-13F3-75E19B7FCFF1}"/>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3. </a:t>
            </a:r>
            <a:r>
              <a:rPr lang="en-US" sz="1800" dirty="0" err="1"/>
              <a:t>Intégration</a:t>
            </a:r>
            <a:r>
              <a:rPr lang="en-US" sz="1800" dirty="0"/>
              <a:t> et </a:t>
            </a:r>
            <a:r>
              <a:rPr lang="en-US" sz="1800" dirty="0" err="1"/>
              <a:t>interopérabilité</a:t>
            </a:r>
            <a:endParaRPr lang="fr-FR" sz="1800" noProof="0" dirty="0">
              <a:latin typeface="+mn-lt"/>
            </a:endParaRPr>
          </a:p>
        </p:txBody>
      </p:sp>
      <p:sp>
        <p:nvSpPr>
          <p:cNvPr id="35" name="Text 4">
            <a:extLst>
              <a:ext uri="{FF2B5EF4-FFF2-40B4-BE49-F238E27FC236}">
                <a16:creationId xmlns:a16="http://schemas.microsoft.com/office/drawing/2014/main" id="{C45A4B7A-3CD6-8B49-2B46-64BFAA915DDF}"/>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BD1D5"/>
                </a:highlight>
                <a:ea typeface="Calibri" pitchFamily="34" charset="-122"/>
                <a:cs typeface="Calibri" pitchFamily="34" charset="-120"/>
              </a:rPr>
              <a:t>ESB / Messaging</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Les banques n'échangent aujourd'hui que le message de paiement et ses rejets. Le PSR y ajoute cinq flux porteurs de motifs et de délais opposables : refus notifié au payeur et au PSP du bénéficiaire, retour de fonds et ses motifs sous 10 secondes en instantané, </a:t>
            </a:r>
            <a:r>
              <a:rPr lang="fr-FR" sz="1100" dirty="0" err="1">
                <a:solidFill>
                  <a:schemeClr val="tx1">
                    <a:lumMod val="50000"/>
                  </a:schemeClr>
                </a:solidFill>
                <a:ea typeface="Calibri" pitchFamily="34" charset="-122"/>
                <a:cs typeface="Calibri" pitchFamily="34" charset="-120"/>
              </a:rPr>
              <a:t>recréditation</a:t>
            </a:r>
            <a:r>
              <a:rPr lang="fr-FR" sz="1100" dirty="0">
                <a:solidFill>
                  <a:schemeClr val="tx1">
                    <a:lumMod val="50000"/>
                  </a:schemeClr>
                </a:solidFill>
                <a:ea typeface="Calibri" pitchFamily="34" charset="-122"/>
                <a:cs typeface="Calibri" pitchFamily="34" charset="-120"/>
              </a:rPr>
              <a:t> immédiate, rétablissement du compte, échanges du dispositif désormais obligatoire de partage sur la fraude (Art. 65, 69, 83a). Un sixième est exigé sans exister : la preuve que les deux PSP ont surveillé l'opération (Art. 83).</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API</a:t>
            </a:r>
          </a:p>
          <a:p>
            <a:pPr marL="171450" indent="-171450">
              <a:buFont typeface="Arial" panose="020B0604020202020204" pitchFamily="34" charset="0"/>
              <a:buChar char="•"/>
            </a:pPr>
            <a:r>
              <a:rPr lang="fr-FR" sz="1100" b="1" dirty="0">
                <a:solidFill>
                  <a:schemeClr val="tx1">
                    <a:lumMod val="50000"/>
                  </a:schemeClr>
                </a:solidFill>
                <a:ea typeface="Calibri" pitchFamily="34" charset="-122"/>
                <a:cs typeface="Calibri" pitchFamily="34" charset="-120"/>
              </a:rPr>
              <a:t>Par nature, chantier le plus lourd par la charge </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L'interface dédiée existe depuis 2019, déjà mesurée et publiée : le PSR ne crée pas la brique, il en change le contenu et le régime de contrôle. Une liste minimale de fonctions d'initiation devient obligatoire : ordre permanent, paiement à date future, multi-bénéficiaires, vérification du nom avant initiation, choix de la méthode d'authentification (Art. 36) ; la performance est définie par le texte et la parité porte sur les données et les statuts exposés, non sur l'iso-fonctionnalité écran (Art. 35, 37) ; douze obstacles sont nommés et sanctionnés, le préavis de changement tombe à deux mois, et le mécanisme de secours de 2018 disparaît sans remplaçant défini (Art. 44, 45).</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Batch</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Les remises en lot passent par des canaux automatisés, sans vérification du bénéficiaire. Les clients non-consommateurs pourront convenir au contrat que la vérification intervienne après l'autorisation, l'ordre s'exécutant sans intervention dans trois cas seulement, avec renoncement possible sur les canaux automatisés dédiés (Art. 110c). Une convention contractuelle et un aiguillage à instrumenter dans les chaînes batch.</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Monitoring</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banque publie déjà ses statistiques chaque trimestre, avec ses propres définitions. Le texte impose les indicateurs (requêtes d'information et d'initiation réussies) et ajoute un objectif de rétablissement gradué selon la sévérité de l'incident, à fixer par norme technique (Art. 35, 38). La mesure existe, sa définition ne nous appartient plus, et elle devient comparable d'une banque à l'autre.</a:t>
            </a:r>
          </a:p>
        </p:txBody>
      </p:sp>
      <p:sp>
        <p:nvSpPr>
          <p:cNvPr id="38" name="Rectangle 37">
            <a:extLst>
              <a:ext uri="{FF2B5EF4-FFF2-40B4-BE49-F238E27FC236}">
                <a16:creationId xmlns:a16="http://schemas.microsoft.com/office/drawing/2014/main" id="{AE4CCCB0-926C-B2E0-8F0A-2F49A0CA1598}"/>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Aucune brique nouvelle : l'interface d'accès existe depuis 2019. Ce qui change, c'est le niveau d'exigence, et il change beaucoup.</a:t>
            </a:r>
          </a:p>
        </p:txBody>
      </p:sp>
      <p:sp>
        <p:nvSpPr>
          <p:cNvPr id="3" name="Rectangle 2">
            <a:extLst>
              <a:ext uri="{FF2B5EF4-FFF2-40B4-BE49-F238E27FC236}">
                <a16:creationId xmlns:a16="http://schemas.microsoft.com/office/drawing/2014/main" id="{69077331-EB1F-6671-AF93-43354A9DE0A0}"/>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FC6C846D-A322-10CE-E5E2-6508F06A1405}"/>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0B6CDDDC-9268-E7D8-B326-4B62860C7101}"/>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48CC963E-9E9D-E9F4-0A6C-05D9AC3B399B}"/>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1019B7A2-5C6B-920E-3B46-C98507D0BDFB}"/>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 coins arrondis 12">
            <a:extLst>
              <a:ext uri="{FF2B5EF4-FFF2-40B4-BE49-F238E27FC236}">
                <a16:creationId xmlns:a16="http://schemas.microsoft.com/office/drawing/2014/main" id="{8CF5543C-B6EE-1E77-4FAF-9FFBC3D70E86}"/>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1602400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E336E-CA79-EDBF-C85A-38F52A3AFE43}"/>
            </a:ext>
          </a:extLst>
        </p:cNvPr>
        <p:cNvGrpSpPr/>
        <p:nvPr/>
      </p:nvGrpSpPr>
      <p:grpSpPr>
        <a:xfrm>
          <a:off x="0" y="0"/>
          <a:ext cx="0" cy="0"/>
          <a:chOff x="0" y="0"/>
          <a:chExt cx="0" cy="0"/>
        </a:xfrm>
      </p:grpSpPr>
      <p:pic>
        <p:nvPicPr>
          <p:cNvPr id="14" name="Image 13">
            <a:extLst>
              <a:ext uri="{FF2B5EF4-FFF2-40B4-BE49-F238E27FC236}">
                <a16:creationId xmlns:a16="http://schemas.microsoft.com/office/drawing/2014/main" id="{B582E7C7-D7D4-0DAC-3FB1-01BB3849355B}"/>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F327C6A9-6A13-296F-D69C-145CB5ACDBCD}"/>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4. Infrastructure et </a:t>
            </a:r>
            <a:r>
              <a:rPr lang="en-US" sz="1800" dirty="0" err="1"/>
              <a:t>environnements</a:t>
            </a:r>
            <a:r>
              <a:rPr lang="en-US" sz="1800" dirty="0"/>
              <a:t> </a:t>
            </a:r>
            <a:r>
              <a:rPr lang="en-US" sz="1800" dirty="0" err="1"/>
              <a:t>d'exécution</a:t>
            </a:r>
            <a:endParaRPr lang="fr-FR" sz="1800" noProof="0" dirty="0">
              <a:latin typeface="+mn-lt"/>
            </a:endParaRPr>
          </a:p>
        </p:txBody>
      </p:sp>
      <p:sp>
        <p:nvSpPr>
          <p:cNvPr id="35" name="Text 4">
            <a:extLst>
              <a:ext uri="{FF2B5EF4-FFF2-40B4-BE49-F238E27FC236}">
                <a16:creationId xmlns:a16="http://schemas.microsoft.com/office/drawing/2014/main" id="{4AEC6371-36B1-B6D8-2E61-8AC6377FFBDD}"/>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BD1D5"/>
                </a:highlight>
                <a:ea typeface="Calibri" pitchFamily="34" charset="-122"/>
                <a:cs typeface="Calibri" pitchFamily="34" charset="-120"/>
              </a:rPr>
              <a:t>PRA</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banque fixe elle-même ses objectifs de rétablissement, sous DORA. Pour l'interface dédiée, un objectif gradué selon le nombre de clients touchés et les fonctions affectées sera imposé par norme technique, avec information des tiers sur les mesures prises et la durée estimée de résolution (Art. 38). L'interface remonte de fait dans la hiérarchie de criticité.</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Traçabilité et </a:t>
            </a:r>
            <a:r>
              <a:rPr lang="fr-FR" sz="1100" b="1" dirty="0" err="1">
                <a:solidFill>
                  <a:schemeClr val="tx1">
                    <a:lumMod val="50000"/>
                  </a:schemeClr>
                </a:solidFill>
                <a:highlight>
                  <a:srgbClr val="F47682"/>
                </a:highlight>
                <a:ea typeface="Calibri" pitchFamily="34" charset="-122"/>
                <a:cs typeface="Calibri" pitchFamily="34" charset="-120"/>
              </a:rPr>
              <a:t>auditabilité</a:t>
            </a:r>
            <a:endParaRPr lang="fr-FR" sz="1100" b="1" dirty="0">
              <a:solidFill>
                <a:schemeClr val="tx1">
                  <a:lumMod val="50000"/>
                </a:schemeClr>
              </a:solidFill>
              <a:highlight>
                <a:srgbClr val="F47682"/>
              </a:highlight>
              <a:ea typeface="Calibri" pitchFamily="34" charset="-122"/>
              <a:cs typeface="Calibri" pitchFamily="34" charset="-120"/>
            </a:endParaRP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charge de la preuve pesait déjà sur la banque, mais l'authentification forte suffisait à clore le débat. Le PSR retire cet appui : ni l'authentification, ni l'enregistrement, ni la comptabilisation ne suffisent, et le client doit être invité à documenter les faits, son silence ne valant pas conclusion (Art. 55). Quatre objets de preuve nouveaux apparaissent : surveillance par les deux PSP, absence de manquement à la suspension, au retour de fonds, et preuve de la négligence grave (Art. 59, 65, 69, 83). Il faut journaliser des décisions, pas des transactions.</a:t>
            </a:r>
          </a:p>
        </p:txBody>
      </p:sp>
      <p:sp>
        <p:nvSpPr>
          <p:cNvPr id="38" name="Rectangle 37">
            <a:extLst>
              <a:ext uri="{FF2B5EF4-FFF2-40B4-BE49-F238E27FC236}">
                <a16:creationId xmlns:a16="http://schemas.microsoft.com/office/drawing/2014/main" id="{41D72B0C-C778-6246-8D2F-F78444269F52}"/>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Domaine quasi hors périmètre, à une exception près : le socle de preuve.</a:t>
            </a:r>
          </a:p>
        </p:txBody>
      </p:sp>
      <p:sp>
        <p:nvSpPr>
          <p:cNvPr id="3" name="Rectangle 2">
            <a:extLst>
              <a:ext uri="{FF2B5EF4-FFF2-40B4-BE49-F238E27FC236}">
                <a16:creationId xmlns:a16="http://schemas.microsoft.com/office/drawing/2014/main" id="{E408EDB8-C294-8F1A-406E-F39664289354}"/>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ACAB91F2-5454-F471-7C14-6DEC5CC5490E}"/>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D087D037-E883-EA30-83B3-4952F2F9DC81}"/>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27FFADF1-4FF8-65FE-DDC1-2DAF9BF8DCAB}"/>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C2C0A842-4C81-6034-8C70-46A11072819D}"/>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22CA4626-4834-5801-54F6-03E07FB9CBEC}"/>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3870408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2EC39-D661-9567-DF63-51873809DD58}"/>
            </a:ext>
          </a:extLst>
        </p:cNvPr>
        <p:cNvGrpSpPr/>
        <p:nvPr/>
      </p:nvGrpSpPr>
      <p:grpSpPr>
        <a:xfrm>
          <a:off x="0" y="0"/>
          <a:ext cx="0" cy="0"/>
          <a:chOff x="0" y="0"/>
          <a:chExt cx="0" cy="0"/>
        </a:xfrm>
      </p:grpSpPr>
      <p:pic>
        <p:nvPicPr>
          <p:cNvPr id="14" name="Image 13">
            <a:extLst>
              <a:ext uri="{FF2B5EF4-FFF2-40B4-BE49-F238E27FC236}">
                <a16:creationId xmlns:a16="http://schemas.microsoft.com/office/drawing/2014/main" id="{ACEA5A99-3ABB-5D4C-7206-DE20FC2C14BE}"/>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0834B392-B6B3-0B96-916C-6D6FC14B76AB}"/>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5. Monitoring et reporting</a:t>
            </a:r>
            <a:endParaRPr lang="fr-FR" sz="1800" noProof="0" dirty="0">
              <a:latin typeface="+mn-lt"/>
            </a:endParaRPr>
          </a:p>
        </p:txBody>
      </p:sp>
      <p:sp>
        <p:nvSpPr>
          <p:cNvPr id="35" name="Text 4">
            <a:extLst>
              <a:ext uri="{FF2B5EF4-FFF2-40B4-BE49-F238E27FC236}">
                <a16:creationId xmlns:a16="http://schemas.microsoft.com/office/drawing/2014/main" id="{BA75B20C-6788-0959-2F84-193A2D7D0107}"/>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BD1D5"/>
                </a:highlight>
                <a:ea typeface="Calibri" pitchFamily="34" charset="-122"/>
                <a:cs typeface="Calibri" pitchFamily="34" charset="-120"/>
              </a:rPr>
              <a:t>SOC</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filière sécurité traite des incidents entrants ; elle n'émet rien vers l'extérieur du secteur financier. Le PSR l'oblige à notifier sans retard aux hébergeurs les contenus frauduleux à l'origine d'une fraude au paiement, selon la procédure du règlement sur les services numériques (Art. 59a). L'enjeu est financier : la plateforme informée qui n'agit pas rembourse la banque, encore faut-il pouvoir prouver qu'elle a été informée.</a:t>
            </a:r>
          </a:p>
          <a:p>
            <a:endParaRPr lang="fr-FR" sz="1100" dirty="0">
              <a:solidFill>
                <a:schemeClr val="tx1">
                  <a:lumMod val="50000"/>
                </a:schemeClr>
              </a:solidFill>
              <a:ea typeface="Calibri" pitchFamily="34" charset="-122"/>
              <a:cs typeface="Calibri" pitchFamily="34" charset="-120"/>
            </a:endParaRPr>
          </a:p>
          <a:p>
            <a:r>
              <a:rPr lang="fr-FR" sz="1100" b="1" dirty="0" err="1">
                <a:solidFill>
                  <a:schemeClr val="tx1">
                    <a:lumMod val="50000"/>
                  </a:schemeClr>
                </a:solidFill>
                <a:highlight>
                  <a:srgbClr val="FBD1D5"/>
                </a:highlight>
                <a:ea typeface="Calibri" pitchFamily="34" charset="-122"/>
                <a:cs typeface="Calibri" pitchFamily="34" charset="-120"/>
              </a:rPr>
              <a:t>Reporting</a:t>
            </a:r>
            <a:r>
              <a:rPr lang="fr-FR" sz="1100" b="1" dirty="0">
                <a:solidFill>
                  <a:schemeClr val="tx1">
                    <a:lumMod val="50000"/>
                  </a:schemeClr>
                </a:solidFill>
                <a:highlight>
                  <a:srgbClr val="FBD1D5"/>
                </a:highlight>
                <a:ea typeface="Calibri" pitchFamily="34" charset="-122"/>
                <a:cs typeface="Calibri" pitchFamily="34" charset="-120"/>
              </a:rPr>
              <a:t> financier</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L'émission de monnaie électronique devient un service de paiement, et la méthode D de fonds propres (au moins 2 % de l'encours moyen) est reprise à l'identique de la directive de 2009 (Art. 8 DSP3). La nouveauté est le cumul : une entité qui fait émission et services de paiement additionne les deux exigences. S'y ajoutera un rapprochement des fonds cantonnés dont la norme technique reste à écrire (Art. 9 DSP3).</a:t>
            </a:r>
          </a:p>
        </p:txBody>
      </p:sp>
      <p:sp>
        <p:nvSpPr>
          <p:cNvPr id="38" name="Rectangle 37">
            <a:extLst>
              <a:ext uri="{FF2B5EF4-FFF2-40B4-BE49-F238E27FC236}">
                <a16:creationId xmlns:a16="http://schemas.microsoft.com/office/drawing/2014/main" id="{1861908A-9FDD-C77B-6E2E-5AD6A2928752}"/>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Aucune création : deux procédures s'ajoutent, dont une notification sortante que personne ne porte aujourd’hui.</a:t>
            </a:r>
          </a:p>
        </p:txBody>
      </p:sp>
      <p:sp>
        <p:nvSpPr>
          <p:cNvPr id="3" name="Rectangle 2">
            <a:extLst>
              <a:ext uri="{FF2B5EF4-FFF2-40B4-BE49-F238E27FC236}">
                <a16:creationId xmlns:a16="http://schemas.microsoft.com/office/drawing/2014/main" id="{1D52A355-81C6-35B3-8FBF-0AF872D9AC6D}"/>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43D6F7FE-1CAD-F962-FD27-53504E90456D}"/>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0E9690E5-3F5D-6C94-89E1-4AF394C9A0E0}"/>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7D793773-BE22-79F6-A233-D102688EFAF6}"/>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F44713BF-A3C7-8F29-4CAA-38EF86CABB86}"/>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6FD5FCDA-C183-B840-30A9-07175956177B}"/>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648336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8D942-5229-3BD5-82CC-9748BEC51F16}"/>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D95DF0B9-F172-0476-8181-99CBDB328BC7}"/>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D043E305-AB64-06CB-AC05-FF4E567A0A72}"/>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6. Applications métiers (1/3)</a:t>
            </a:r>
            <a:endParaRPr lang="fr-FR" sz="1800" noProof="0" dirty="0">
              <a:latin typeface="+mn-lt"/>
            </a:endParaRPr>
          </a:p>
        </p:txBody>
      </p:sp>
      <p:sp>
        <p:nvSpPr>
          <p:cNvPr id="35" name="Text 4">
            <a:extLst>
              <a:ext uri="{FF2B5EF4-FFF2-40B4-BE49-F238E27FC236}">
                <a16:creationId xmlns:a16="http://schemas.microsoft.com/office/drawing/2014/main" id="{ADE86782-731C-0213-FC35-A53D243DE132}"/>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47682"/>
                </a:highlight>
                <a:ea typeface="Calibri" pitchFamily="34" charset="-122"/>
                <a:cs typeface="Calibri" pitchFamily="34" charset="-120"/>
              </a:rPr>
              <a:t>Gestion des comptes</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 plafond est aujourd'hui une option contractuelle que la banque peut modifier. Il devient un paramètre du client, à la granularité qu'il choisit, non modifiable unilatéralement, avec effet différé de 4 heures sur toute hausse demandée à distance, notification à trois moments, blocage à l'exécution en cas de dépassement et réévaluation d'un blocage sous 2 jours ouvrables (Art. 51). Même fonction, mais outillée, chronométrée et opposable.</a:t>
            </a:r>
          </a:p>
          <a:p>
            <a:endParaRPr lang="fr-FR" sz="1100" dirty="0">
              <a:solidFill>
                <a:schemeClr val="tx1">
                  <a:lumMod val="50000"/>
                </a:schemeClr>
              </a:solidFill>
              <a:highlight>
                <a:srgbClr val="F47682"/>
              </a:highlight>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Paiements / Transactions</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banque bloque un instrument ou rejette un ordre ; elle n'arrête pas un ordre en cours et n'intervient pas sur des fonds déjà reçus. Elle devra suspendre un virement sur soupçon objectivement justifié, rappeler le payeur et rétablir le compte (Art. 65), et côté réception ne pas créditer puis retourner les fonds : avec notification au PSP du payeur sous 10 secondes en instantané (Art. 69). Deux cinématiques que le SI ne sait pas exécuter, et le cœur de la charge du paquet.</a:t>
            </a:r>
          </a:p>
          <a:p>
            <a:pPr marL="171450" indent="-171450">
              <a:buFont typeface="Arial" panose="020B0604020202020204" pitchFamily="34" charset="0"/>
              <a:buChar char="•"/>
            </a:pPr>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Dépôts / Liquidité</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 cantonnement existe et ne change pas de méthode. Deux contraintes s'y ajoutent : éviter le risque de concentration lorsque c'est approprié et s'efforcer de ne pas tout cantonner chez un seul établissement (obligation de moyens, non interdiction) et un rapprochement des fonds dont les modalités viendront par norme technique (Art. 9 DSP3). Un pilotage à outiller, pas une refonte.</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Web</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Deux affichages nouveaux. Les frais de conversion doivent être donnés à la fois en montant et en pourcentage de marge au-dessus du taux de référence, avant chaque initiation (Art. 13, 20). Et au moins une entité de médiation doit être identifiée de façon claire et complète sur le site, l'application, en agence et aux conditions générales (Art. 94). Un calcul en temps réel, et une information de recours à gérer comme un contenu de référence.</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Mobile</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Installer l'application sur un nouveau téléphone est un parcours maison. Il devient réglementé : authentification forte et second canal distinct, temporisation de 4 heures si l'activation est faite à distance et ajustable par le client, notification immédiate par un autre canal, neutralisation de l'application sur simple signalement (Art. 51). Aucune entité ne dispose aujourd'hui de cette temporisation ni de cet interrupteur.</a:t>
            </a:r>
          </a:p>
        </p:txBody>
      </p:sp>
      <p:sp>
        <p:nvSpPr>
          <p:cNvPr id="38" name="Rectangle 37">
            <a:extLst>
              <a:ext uri="{FF2B5EF4-FFF2-40B4-BE49-F238E27FC236}">
                <a16:creationId xmlns:a16="http://schemas.microsoft.com/office/drawing/2014/main" id="{187AC331-5892-5C95-5E9B-A83CDA18942F}"/>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Le PSR entre dans le déroulement de l'opération, là où la DSP2 s'arrêtait à l'accès et à l'authentification.</a:t>
            </a:r>
          </a:p>
        </p:txBody>
      </p:sp>
      <p:sp>
        <p:nvSpPr>
          <p:cNvPr id="3" name="Rectangle 2">
            <a:extLst>
              <a:ext uri="{FF2B5EF4-FFF2-40B4-BE49-F238E27FC236}">
                <a16:creationId xmlns:a16="http://schemas.microsoft.com/office/drawing/2014/main" id="{77E9E8D8-2C57-A21C-2830-387970ECB726}"/>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9B93D277-9725-D00E-7301-5E000EB94DE5}"/>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9BBC4B9A-5DEE-68B7-6368-5CDFE6317647}"/>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B361E318-404B-3F77-8CB3-11A8DCF4DF3B}"/>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1C3CBE34-F181-B5C0-9B6F-459D2AC2A218}"/>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599141EA-FD2F-74DF-844C-F90B83B0FA70}"/>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2145595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F236-7DFD-4AA8-ACE9-814DAB57E7B7}"/>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53E9B05B-5355-4F41-1BB5-16BEF54D5335}"/>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D88042B3-E74A-5ABE-1526-123D2A9A8466}"/>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6. Applications métiers (2/3)</a:t>
            </a:r>
            <a:endParaRPr lang="fr-FR" sz="1800" noProof="0" dirty="0">
              <a:latin typeface="+mn-lt"/>
            </a:endParaRPr>
          </a:p>
        </p:txBody>
      </p:sp>
      <p:sp>
        <p:nvSpPr>
          <p:cNvPr id="35" name="Text 4">
            <a:extLst>
              <a:ext uri="{FF2B5EF4-FFF2-40B4-BE49-F238E27FC236}">
                <a16:creationId xmlns:a16="http://schemas.microsoft.com/office/drawing/2014/main" id="{CDF679ED-30D7-22FB-9B71-5CD10AB7575D}"/>
              </a:ext>
            </a:extLst>
          </p:cNvPr>
          <p:cNvSpPr/>
          <p:nvPr/>
        </p:nvSpPr>
        <p:spPr>
          <a:xfrm>
            <a:off x="631299" y="2033661"/>
            <a:ext cx="10955864" cy="4373524"/>
          </a:xfrm>
          <a:prstGeom prst="rect">
            <a:avLst/>
          </a:prstGeom>
          <a:noFill/>
          <a:ln/>
        </p:spPr>
        <p:txBody>
          <a:bodyPr wrap="square" lIns="0" tIns="0" rIns="0" bIns="0" rtlCol="0" anchor="t"/>
          <a:lstStyle/>
          <a:p>
            <a:r>
              <a:rPr lang="fr-FR" sz="1100" b="1" dirty="0">
                <a:solidFill>
                  <a:schemeClr val="tx1">
                    <a:lumMod val="50000"/>
                  </a:schemeClr>
                </a:solidFill>
                <a:highlight>
                  <a:srgbClr val="F47682"/>
                </a:highlight>
                <a:ea typeface="Calibri" pitchFamily="34" charset="-122"/>
                <a:cs typeface="Calibri" pitchFamily="34" charset="-120"/>
              </a:rPr>
              <a:t>Parcours clients</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Un client qui a validé son opération n'a aucun recours. Le PSR crée le remboursement intégral, sans franchise, du consommateur manipulé par un faux conseiller usurpant les canaux de sa banque : sous réserve d'une notification sans retard et d'un dépôt de plainte, décision sous 15 jours ouvrables, la preuve d'une négligence grave incombant à la banque (Art. 59). S'y ajoute le parcours de rappel du client après suspension d'un ordre (Art. 65). Un motif de remboursement à outiller, provisions comprises.</a:t>
            </a:r>
          </a:p>
          <a:p>
            <a:endParaRPr lang="fr-FR" sz="1100" dirty="0">
              <a:solidFill>
                <a:schemeClr val="tx1">
                  <a:lumMod val="50000"/>
                </a:schemeClr>
              </a:solidFill>
              <a:highlight>
                <a:srgbClr val="F47682"/>
              </a:highlight>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Conformité (KYC)</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Il s'agit du compte qu'un établissement de paiement ouvre chez nous, pas du compte d'un particulier. Aujourd'hui un refus ou une clôture ne demande aucune justification. Demain l'accès est dû sur des critères objectifs, un refus n'est possible que pour quatre motifs limitatifs, motivé de façon non générique, notifié au demandeur et à l'autorité sous un mois, avec préavis de clôture de quatre mois et droit de recours (Art. 32). Une décision discrétionnaire devient une décision opposable  et sanctionnée.</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47682"/>
                </a:highlight>
                <a:ea typeface="Calibri" pitchFamily="34" charset="-122"/>
                <a:cs typeface="Calibri" pitchFamily="34" charset="-120"/>
              </a:rPr>
              <a:t>Risque</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surveillance existe côté payeur ; côté bénéficiaire, il n'y a rien. Le PSR impose au PSP du bénéficiaire de surveiller avant de mettre les fonds à disposition, sur quatre catégories de données limitativement autorisées, et fixe cinq facteurs de risque minimaux à tout dispositif de surveillance (Art. 83). Le PSP qui ne surveille pas supporte le dommage, et celui du payeur rembourse s'il ne peut prouver que les deux ont surveillé. Le partage d'informations entre PSP passe de faculté à obligation (Art. 83a).</a:t>
            </a:r>
          </a:p>
        </p:txBody>
      </p:sp>
      <p:sp>
        <p:nvSpPr>
          <p:cNvPr id="38" name="Rectangle 37">
            <a:extLst>
              <a:ext uri="{FF2B5EF4-FFF2-40B4-BE49-F238E27FC236}">
                <a16:creationId xmlns:a16="http://schemas.microsoft.com/office/drawing/2014/main" id="{ABB07498-4D33-C94D-1636-351174336516}"/>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Le middle et le back-office passent de l'obligation de moyens à l'obligation de résultat opposable.</a:t>
            </a:r>
          </a:p>
        </p:txBody>
      </p:sp>
      <p:sp>
        <p:nvSpPr>
          <p:cNvPr id="3" name="Rectangle 2">
            <a:extLst>
              <a:ext uri="{FF2B5EF4-FFF2-40B4-BE49-F238E27FC236}">
                <a16:creationId xmlns:a16="http://schemas.microsoft.com/office/drawing/2014/main" id="{A2A49A39-13A7-5690-6D62-1B57613BB3F3}"/>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855C6065-AF7B-1D11-11C4-1275CBC18E47}"/>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460196F7-196A-ABF8-7C30-C53F1BC16464}"/>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B4B574CA-59CA-6A4B-A1BC-15CA7DB221CA}"/>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09B52DBC-400C-F0ED-49FD-0B58D578EA35}"/>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B6705F20-FE7D-2CA5-99BC-FD286D8D83DB}"/>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1334941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35A8A-F98E-F286-77AB-FE8C231726D8}"/>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EDD98214-DF93-5055-5023-5075F47F5CBE}"/>
              </a:ext>
            </a:extLst>
          </p:cNvPr>
          <p:cNvPicPr>
            <a:picLocks noChangeAspect="1"/>
          </p:cNvPicPr>
          <p:nvPr/>
        </p:nvPicPr>
        <p:blipFill>
          <a:blip r:embed="rId3"/>
          <a:srcRect l="1630" t="22319" r="1577" b="10969"/>
          <a:stretch>
            <a:fillRect/>
          </a:stretch>
        </p:blipFill>
        <p:spPr>
          <a:xfrm>
            <a:off x="7501920" y="0"/>
            <a:ext cx="4690080" cy="1818249"/>
          </a:xfrm>
          <a:prstGeom prst="rect">
            <a:avLst/>
          </a:prstGeom>
        </p:spPr>
      </p:pic>
      <p:sp>
        <p:nvSpPr>
          <p:cNvPr id="2" name="Espace réservé du texte 1">
            <a:extLst>
              <a:ext uri="{FF2B5EF4-FFF2-40B4-BE49-F238E27FC236}">
                <a16:creationId xmlns:a16="http://schemas.microsoft.com/office/drawing/2014/main" id="{FF7482D0-82CB-AD01-AB26-7334CE12E2CB}"/>
              </a:ext>
            </a:extLst>
          </p:cNvPr>
          <p:cNvSpPr>
            <a:spLocks noGrp="1"/>
          </p:cNvSpPr>
          <p:nvPr>
            <p:ph type="body" sz="quarter" idx="10"/>
          </p:nvPr>
        </p:nvSpPr>
        <p:spPr>
          <a:xfrm>
            <a:off x="631299" y="278809"/>
            <a:ext cx="6752653" cy="629241"/>
          </a:xfrm>
        </p:spPr>
        <p:txBody>
          <a:bodyPr vert="horz" lIns="0" tIns="0" rIns="0" bIns="0" rtlCol="0" anchor="ctr">
            <a:noAutofit/>
          </a:bodyPr>
          <a:lstStyle/>
          <a:p>
            <a:r>
              <a:rPr lang="en-US" sz="1800" dirty="0"/>
              <a:t>6. Applications métiers (3/3)</a:t>
            </a:r>
            <a:endParaRPr lang="fr-FR" sz="1800" noProof="0" dirty="0">
              <a:latin typeface="+mn-lt"/>
            </a:endParaRPr>
          </a:p>
        </p:txBody>
      </p:sp>
      <p:sp>
        <p:nvSpPr>
          <p:cNvPr id="35" name="Text 4">
            <a:extLst>
              <a:ext uri="{FF2B5EF4-FFF2-40B4-BE49-F238E27FC236}">
                <a16:creationId xmlns:a16="http://schemas.microsoft.com/office/drawing/2014/main" id="{B0ABD98F-BD2B-F18F-91B1-B806B19F85CC}"/>
              </a:ext>
            </a:extLst>
          </p:cNvPr>
          <p:cNvSpPr/>
          <p:nvPr/>
        </p:nvSpPr>
        <p:spPr>
          <a:xfrm>
            <a:off x="631299" y="2033661"/>
            <a:ext cx="10955864" cy="4373524"/>
          </a:xfrm>
          <a:prstGeom prst="rect">
            <a:avLst/>
          </a:prstGeom>
          <a:noFill/>
          <a:ln/>
        </p:spPr>
        <p:txBody>
          <a:bodyPr wrap="square" lIns="0" tIns="0" rIns="0" bIns="0" rtlCol="0" anchor="t"/>
          <a:lstStyle/>
          <a:p>
            <a:r>
              <a:rPr lang="fr-FR" sz="1100" b="1" dirty="0" err="1">
                <a:solidFill>
                  <a:schemeClr val="tx1">
                    <a:lumMod val="50000"/>
                  </a:schemeClr>
                </a:solidFill>
                <a:highlight>
                  <a:srgbClr val="FBD1D5"/>
                </a:highlight>
                <a:ea typeface="Calibri" pitchFamily="34" charset="-122"/>
                <a:cs typeface="Calibri" pitchFamily="34" charset="-120"/>
              </a:rPr>
              <a:t>Ticketing</a:t>
            </a:r>
            <a:endParaRPr lang="fr-FR" sz="1100" b="1" dirty="0">
              <a:solidFill>
                <a:schemeClr val="tx1">
                  <a:lumMod val="50000"/>
                </a:schemeClr>
              </a:solidFill>
              <a:highlight>
                <a:srgbClr val="FBD1D5"/>
              </a:highlight>
              <a:ea typeface="Calibri" pitchFamily="34" charset="-122"/>
              <a:cs typeface="Calibri" pitchFamily="34" charset="-120"/>
            </a:endParaRP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Le workflow de réclamation et ses 15 jours ouvrables sont repris tels quels de la DSP2. Le delta est un type de décision : après investigation, une décision motivée de remboursement ou de refus indiquant les voies de recours, et transmission des motifs à une autorité si la banque conclut à une fraude du client (Art. 56). Le remboursement d'un prélèvement passe de 10 à 15 jours ouvrables, seul délai que le texte allonge (Art. 63).</a:t>
            </a:r>
          </a:p>
          <a:p>
            <a:endParaRPr lang="fr-FR" sz="1100" dirty="0">
              <a:solidFill>
                <a:schemeClr val="tx1">
                  <a:lumMod val="50000"/>
                </a:schemeClr>
              </a:solidFill>
              <a:highlight>
                <a:srgbClr val="F47682"/>
              </a:highlight>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Téléphonie</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La voix était un canal de relation client, sans exigence propre. Elle entre dans le périmètre : garde-fous techniques contre le détournement des canaux de la banque (Art. 59), support humain et gratuit dans une langue officielle au moins aux heures ouvrées (Art. 53), et assistance au client qui n'arrive pas à réaliser son authentification (Art. 88). L'usurpation du numéro affiché, elle, pèse sur les opérateurs télécoms (Art. 59a).</a:t>
            </a:r>
          </a:p>
          <a:p>
            <a:endParaRPr lang="fr-FR" sz="1100" dirty="0">
              <a:solidFill>
                <a:schemeClr val="tx1">
                  <a:lumMod val="50000"/>
                </a:schemeClr>
              </a:solidFill>
              <a:ea typeface="Calibri" pitchFamily="34" charset="-122"/>
              <a:cs typeface="Calibri" pitchFamily="34" charset="-120"/>
            </a:endParaRPr>
          </a:p>
          <a:p>
            <a:r>
              <a:rPr lang="fr-FR" sz="1100" b="1" dirty="0">
                <a:solidFill>
                  <a:schemeClr val="tx1">
                    <a:lumMod val="50000"/>
                  </a:schemeClr>
                </a:solidFill>
                <a:highlight>
                  <a:srgbClr val="FBD1D5"/>
                </a:highlight>
                <a:ea typeface="Calibri" pitchFamily="34" charset="-122"/>
                <a:cs typeface="Calibri" pitchFamily="34" charset="-120"/>
              </a:rPr>
              <a:t>Messagerie</a:t>
            </a:r>
          </a:p>
          <a:p>
            <a:pPr marL="171450" indent="-171450">
              <a:buFont typeface="Arial" panose="020B0604020202020204" pitchFamily="34" charset="0"/>
              <a:buChar char="•"/>
            </a:pPr>
            <a:r>
              <a:rPr lang="fr-FR" sz="1100" dirty="0">
                <a:solidFill>
                  <a:schemeClr val="tx1">
                    <a:lumMod val="50000"/>
                  </a:schemeClr>
                </a:solidFill>
                <a:ea typeface="Calibri" pitchFamily="34" charset="-122"/>
                <a:cs typeface="Calibri" pitchFamily="34" charset="-120"/>
              </a:rPr>
              <a:t>SMS et courriels sortants n'ont aucune exigence d'intégrité opposable, alors qu'ils sont le principal vecteur d'usurpation. La banque devra empêcher techniquement la réplication et le détournement de ses canaux (Art. 59), décrire au contrat une procédure sécurisée de notification de fraude (Art. 20), et alerter ses clients sur les nouvelles formes de fraude en visant les publics vulnérables (Art. 84). Le sujet passe du contenu du message à la chaîne d'émission.</a:t>
            </a:r>
          </a:p>
        </p:txBody>
      </p:sp>
      <p:sp>
        <p:nvSpPr>
          <p:cNvPr id="38" name="Rectangle 37">
            <a:extLst>
              <a:ext uri="{FF2B5EF4-FFF2-40B4-BE49-F238E27FC236}">
                <a16:creationId xmlns:a16="http://schemas.microsoft.com/office/drawing/2014/main" id="{4AB42F79-456D-A344-FDEC-24F244888C0B}"/>
              </a:ext>
            </a:extLst>
          </p:cNvPr>
          <p:cNvSpPr/>
          <p:nvPr/>
        </p:nvSpPr>
        <p:spPr>
          <a:xfrm>
            <a:off x="0" y="966310"/>
            <a:ext cx="7546062" cy="83117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48000" tIns="36000" rIns="108000" bIns="36000" rtlCol="0" anchor="ctr"/>
          <a:lstStyle/>
          <a:p>
            <a:r>
              <a:rPr lang="fr-FR" sz="1200" dirty="0">
                <a:solidFill>
                  <a:schemeClr val="tx1">
                    <a:lumMod val="50000"/>
                  </a:schemeClr>
                </a:solidFill>
              </a:rPr>
              <a:t>L'obligation sort du SI transactionnel et se porte sur les canaux.</a:t>
            </a:r>
          </a:p>
        </p:txBody>
      </p:sp>
      <p:sp>
        <p:nvSpPr>
          <p:cNvPr id="3" name="Rectangle 2">
            <a:extLst>
              <a:ext uri="{FF2B5EF4-FFF2-40B4-BE49-F238E27FC236}">
                <a16:creationId xmlns:a16="http://schemas.microsoft.com/office/drawing/2014/main" id="{41D5E6D9-30AA-FC12-1ECB-A4B8ABE08489}"/>
              </a:ext>
            </a:extLst>
          </p:cNvPr>
          <p:cNvSpPr/>
          <p:nvPr/>
        </p:nvSpPr>
        <p:spPr>
          <a:xfrm>
            <a:off x="763094" y="6332287"/>
            <a:ext cx="3391032" cy="415711"/>
          </a:xfrm>
          <a:prstGeom prst="rect">
            <a:avLst/>
          </a:prstGeom>
          <a:solidFill>
            <a:srgbClr val="F4768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(2) Impact fort / </a:t>
            </a:r>
            <a:r>
              <a:rPr lang="en-US" sz="1200" i="1" dirty="0" err="1">
                <a:solidFill>
                  <a:srgbClr val="1A1A2E"/>
                </a:solidFill>
                <a:ea typeface="Calibri" pitchFamily="34" charset="-122"/>
                <a:cs typeface="Calibri" pitchFamily="34" charset="-120"/>
              </a:rPr>
              <a:t>Capacité</a:t>
            </a:r>
            <a:r>
              <a:rPr lang="en-US" sz="1200" i="1" dirty="0">
                <a:solidFill>
                  <a:srgbClr val="1A1A2E"/>
                </a:solidFill>
                <a:ea typeface="Calibri" pitchFamily="34" charset="-122"/>
                <a:cs typeface="Calibri" pitchFamily="34" charset="-120"/>
              </a:rPr>
              <a:t> nouvelle </a:t>
            </a:r>
            <a:r>
              <a:rPr lang="en-US" sz="1200" i="1" dirty="0" err="1">
                <a:solidFill>
                  <a:srgbClr val="1A1A2E"/>
                </a:solidFill>
                <a:ea typeface="Calibri" pitchFamily="34" charset="-122"/>
                <a:cs typeface="Calibri" pitchFamily="34" charset="-120"/>
              </a:rPr>
              <a:t>ou</a:t>
            </a:r>
            <a:r>
              <a:rPr lang="fr-FR" sz="1200" i="1" dirty="0">
                <a:solidFill>
                  <a:srgbClr val="1A1A2E"/>
                </a:solidFill>
                <a:ea typeface="Calibri" pitchFamily="34" charset="-122"/>
                <a:cs typeface="Calibri" pitchFamily="34" charset="-120"/>
              </a:rPr>
              <a:t> changement de régime</a:t>
            </a:r>
            <a:endParaRPr lang="en-US" sz="1200" i="1" dirty="0"/>
          </a:p>
        </p:txBody>
      </p:sp>
      <p:sp>
        <p:nvSpPr>
          <p:cNvPr id="4" name="Rectangle 3">
            <a:extLst>
              <a:ext uri="{FF2B5EF4-FFF2-40B4-BE49-F238E27FC236}">
                <a16:creationId xmlns:a16="http://schemas.microsoft.com/office/drawing/2014/main" id="{3E5C11B1-975D-DA29-63FC-AE0AC71D7C38}"/>
              </a:ext>
            </a:extLst>
          </p:cNvPr>
          <p:cNvSpPr/>
          <p:nvPr/>
        </p:nvSpPr>
        <p:spPr>
          <a:xfrm>
            <a:off x="4409371" y="6332287"/>
            <a:ext cx="3391032" cy="415711"/>
          </a:xfrm>
          <a:prstGeom prst="rect">
            <a:avLst/>
          </a:prstGeom>
          <a:solidFill>
            <a:srgbClr val="FBD1D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i="1" dirty="0">
                <a:solidFill>
                  <a:srgbClr val="1A1A2E"/>
                </a:solidFill>
                <a:ea typeface="Calibri" pitchFamily="34" charset="-122"/>
                <a:cs typeface="Calibri" pitchFamily="34" charset="-120"/>
              </a:rPr>
              <a:t>(1)</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modéré</a:t>
            </a:r>
            <a:r>
              <a:rPr lang="en-US" sz="1200" i="1" dirty="0">
                <a:solidFill>
                  <a:srgbClr val="1A1A2E"/>
                </a:solidFill>
                <a:ea typeface="Calibri" pitchFamily="34" charset="-122"/>
                <a:cs typeface="Calibri" pitchFamily="34" charset="-120"/>
              </a:rPr>
              <a:t> / </a:t>
            </a:r>
            <a:r>
              <a:rPr lang="fr-FR" sz="1200" i="1" dirty="0">
                <a:solidFill>
                  <a:srgbClr val="1A1A2E"/>
                </a:solidFill>
                <a:ea typeface="Calibri" pitchFamily="34" charset="-122"/>
                <a:cs typeface="Calibri" pitchFamily="34" charset="-120"/>
              </a:rPr>
              <a:t>au-delà de la ligne de base, absorbé par une brique existante</a:t>
            </a:r>
            <a:endParaRPr lang="en-US" sz="1200" i="1" dirty="0">
              <a:solidFill>
                <a:srgbClr val="1A1A2E"/>
              </a:solidFill>
              <a:ea typeface="Calibri" pitchFamily="34" charset="-122"/>
              <a:cs typeface="Calibri" pitchFamily="34" charset="-120"/>
            </a:endParaRPr>
          </a:p>
        </p:txBody>
      </p:sp>
      <p:sp>
        <p:nvSpPr>
          <p:cNvPr id="5" name="Rectangle 4">
            <a:extLst>
              <a:ext uri="{FF2B5EF4-FFF2-40B4-BE49-F238E27FC236}">
                <a16:creationId xmlns:a16="http://schemas.microsoft.com/office/drawing/2014/main" id="{0E85DE6D-4E96-857B-FE36-F36866E51B02}"/>
              </a:ext>
            </a:extLst>
          </p:cNvPr>
          <p:cNvSpPr/>
          <p:nvPr/>
        </p:nvSpPr>
        <p:spPr>
          <a:xfrm>
            <a:off x="8055647" y="6332287"/>
            <a:ext cx="3391032" cy="41571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i="1" dirty="0">
                <a:solidFill>
                  <a:srgbClr val="1A1A2E"/>
                </a:solidFill>
                <a:ea typeface="Calibri" pitchFamily="34" charset="-122"/>
                <a:cs typeface="Calibri" pitchFamily="34" charset="-120"/>
              </a:rPr>
              <a:t> </a:t>
            </a:r>
            <a:r>
              <a:rPr lang="en-US" sz="1200" b="1" i="1" dirty="0">
                <a:solidFill>
                  <a:srgbClr val="1A1A2E"/>
                </a:solidFill>
                <a:ea typeface="Calibri" pitchFamily="34" charset="-122"/>
                <a:cs typeface="Calibri" pitchFamily="34" charset="-120"/>
              </a:rPr>
              <a:t>(0)</a:t>
            </a:r>
            <a:r>
              <a:rPr lang="en-US" sz="1200" i="1" dirty="0">
                <a:solidFill>
                  <a:srgbClr val="1A1A2E"/>
                </a:solidFill>
                <a:ea typeface="Calibri" pitchFamily="34" charset="-122"/>
                <a:cs typeface="Calibri" pitchFamily="34" charset="-120"/>
              </a:rPr>
              <a:t> Impact </a:t>
            </a:r>
            <a:r>
              <a:rPr lang="en-US" sz="1200" i="1" dirty="0" err="1">
                <a:solidFill>
                  <a:srgbClr val="1A1A2E"/>
                </a:solidFill>
                <a:ea typeface="Calibri" pitchFamily="34" charset="-122"/>
                <a:cs typeface="Calibri" pitchFamily="34" charset="-120"/>
              </a:rPr>
              <a:t>faible</a:t>
            </a:r>
            <a:r>
              <a:rPr lang="en-US" sz="1200" i="1" dirty="0">
                <a:solidFill>
                  <a:srgbClr val="1A1A2E"/>
                </a:solidFill>
                <a:ea typeface="Calibri" pitchFamily="34" charset="-122"/>
                <a:cs typeface="Calibri" pitchFamily="34" charset="-120"/>
              </a:rPr>
              <a:t> / modifications </a:t>
            </a:r>
            <a:r>
              <a:rPr lang="en-US" sz="1200" i="1" dirty="0" err="1">
                <a:solidFill>
                  <a:srgbClr val="1A1A2E"/>
                </a:solidFill>
                <a:ea typeface="Calibri" pitchFamily="34" charset="-122"/>
                <a:cs typeface="Calibri" pitchFamily="34" charset="-120"/>
              </a:rPr>
              <a:t>marginales</a:t>
            </a:r>
            <a:r>
              <a:rPr lang="en-US" sz="1200" i="1" dirty="0">
                <a:solidFill>
                  <a:srgbClr val="1A1A2E"/>
                </a:solidFill>
                <a:ea typeface="Calibri" pitchFamily="34" charset="-122"/>
                <a:cs typeface="Calibri" pitchFamily="34" charset="-120"/>
              </a:rPr>
              <a:t> </a:t>
            </a:r>
            <a:r>
              <a:rPr lang="fr-FR" sz="1200" i="1" dirty="0">
                <a:solidFill>
                  <a:srgbClr val="1A1A2E"/>
                </a:solidFill>
                <a:ea typeface="Calibri" pitchFamily="34" charset="-122"/>
                <a:cs typeface="Calibri" pitchFamily="34" charset="-120"/>
              </a:rPr>
              <a:t>ou effet générique de second ordre</a:t>
            </a:r>
          </a:p>
        </p:txBody>
      </p:sp>
      <p:sp>
        <p:nvSpPr>
          <p:cNvPr id="6" name="ZoneTexte 5">
            <a:extLst>
              <a:ext uri="{FF2B5EF4-FFF2-40B4-BE49-F238E27FC236}">
                <a16:creationId xmlns:a16="http://schemas.microsoft.com/office/drawing/2014/main" id="{D095B059-FDCC-0FFC-ACB0-E76D11743B44}"/>
              </a:ext>
            </a:extLst>
          </p:cNvPr>
          <p:cNvSpPr txBox="1"/>
          <p:nvPr/>
        </p:nvSpPr>
        <p:spPr>
          <a:xfrm>
            <a:off x="685800" y="6056234"/>
            <a:ext cx="729687" cy="230832"/>
          </a:xfrm>
          <a:prstGeom prst="rect">
            <a:avLst/>
          </a:prstGeom>
          <a:noFill/>
        </p:spPr>
        <p:txBody>
          <a:bodyPr wrap="none" rtlCol="0">
            <a:spAutoFit/>
          </a:bodyPr>
          <a:lstStyle/>
          <a:p>
            <a:r>
              <a:rPr lang="fr-FR" sz="900" b="1" dirty="0">
                <a:solidFill>
                  <a:schemeClr val="tx1">
                    <a:lumMod val="50000"/>
                  </a:schemeClr>
                </a:solidFill>
              </a:rPr>
              <a:t>Légende :</a:t>
            </a:r>
          </a:p>
        </p:txBody>
      </p:sp>
      <p:cxnSp>
        <p:nvCxnSpPr>
          <p:cNvPr id="7" name="Connecteur droit 6">
            <a:extLst>
              <a:ext uri="{FF2B5EF4-FFF2-40B4-BE49-F238E27FC236}">
                <a16:creationId xmlns:a16="http://schemas.microsoft.com/office/drawing/2014/main" id="{62DA0CF2-F572-D8A6-E64E-DE1DD6D195F1}"/>
              </a:ext>
            </a:extLst>
          </p:cNvPr>
          <p:cNvCxnSpPr>
            <a:cxnSpLocks/>
          </p:cNvCxnSpPr>
          <p:nvPr/>
        </p:nvCxnSpPr>
        <p:spPr>
          <a:xfrm flipH="1" flipV="1">
            <a:off x="763094" y="6260550"/>
            <a:ext cx="10692000" cy="0"/>
          </a:xfrm>
          <a:prstGeom prst="line">
            <a:avLst/>
          </a:prstGeom>
          <a:ln>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A4B3F3AC-A5E5-D5B4-7535-1E9A18EFB12F}"/>
              </a:ext>
            </a:extLst>
          </p:cNvPr>
          <p:cNvSpPr/>
          <p:nvPr/>
        </p:nvSpPr>
        <p:spPr>
          <a:xfrm rot="16200000">
            <a:off x="-127523" y="249740"/>
            <a:ext cx="635821" cy="249850"/>
          </a:xfrm>
          <a:prstGeom prst="roundRect">
            <a:avLst/>
          </a:prstGeom>
          <a:solidFill>
            <a:srgbClr val="E57315"/>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FR" sz="1100" b="1" dirty="0"/>
              <a:t>Annexe</a:t>
            </a:r>
          </a:p>
        </p:txBody>
      </p:sp>
    </p:spTree>
    <p:extLst>
      <p:ext uri="{BB962C8B-B14F-4D97-AF65-F5344CB8AC3E}">
        <p14:creationId xmlns:p14="http://schemas.microsoft.com/office/powerpoint/2010/main" val="1868032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2_Crédit Agricole / Nouveau Terrritoire">
  <a:themeElements>
    <a:clrScheme name="Crédit Agricole - Nouveau Territoire">
      <a:dk1>
        <a:srgbClr val="707173"/>
      </a:dk1>
      <a:lt1>
        <a:srgbClr val="FFFFFF"/>
      </a:lt1>
      <a:dk2>
        <a:srgbClr val="ED1B2F"/>
      </a:dk2>
      <a:lt2>
        <a:srgbClr val="009597"/>
      </a:lt2>
      <a:accent1>
        <a:srgbClr val="006A4E"/>
      </a:accent1>
      <a:accent2>
        <a:srgbClr val="99C3B8"/>
      </a:accent2>
      <a:accent3>
        <a:srgbClr val="99CC00"/>
      </a:accent3>
      <a:accent4>
        <a:srgbClr val="D6EB99"/>
      </a:accent4>
      <a:accent5>
        <a:srgbClr val="009597"/>
      </a:accent5>
      <a:accent6>
        <a:srgbClr val="99D5D5"/>
      </a:accent6>
      <a:hlink>
        <a:srgbClr val="0563C1"/>
      </a:hlink>
      <a:folHlink>
        <a:srgbClr val="954F72"/>
      </a:folHlink>
    </a:clrScheme>
    <a:fontScheme name="Crédit Agricole - Nouveau Territoire">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7" id="{1B0B5CE7-B733-46E4-84AD-1E292292946C}" vid="{B1B730D7-4030-4AA0-985C-CFB91E0A10B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6DE38D1AE6ED42964B851074BC293F" ma:contentTypeVersion="19" ma:contentTypeDescription="Crée un document." ma:contentTypeScope="" ma:versionID="aecebc0e088261e732385d8f51b4cb41">
  <xsd:schema xmlns:xsd="http://www.w3.org/2001/XMLSchema" xmlns:xs="http://www.w3.org/2001/XMLSchema" xmlns:p="http://schemas.microsoft.com/office/2006/metadata/properties" xmlns:ns2="4ebbb541-52ed-4e6b-88e0-db80e6cdf164" xmlns:ns3="1f519046-b957-4fef-868d-82d53551bf34" targetNamespace="http://schemas.microsoft.com/office/2006/metadata/properties" ma:root="true" ma:fieldsID="085ec8e3847546f4d2b2c4a632dcd9cd" ns2:_="" ns3:_="">
    <xsd:import namespace="4ebbb541-52ed-4e6b-88e0-db80e6cdf164"/>
    <xsd:import namespace="1f519046-b957-4fef-868d-82d53551bf3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bb541-52ed-4e6b-88e0-db80e6cdf1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427320c8-2422-4028-b594-dcada6061fa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f519046-b957-4fef-868d-82d53551bf3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625faa4c-0128-4ee5-9c21-d43efae2885b}" ma:internalName="TaxCatchAll" ma:showField="CatchAllData" ma:web="1f519046-b957-4fef-868d-82d53551bf3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f519046-b957-4fef-868d-82d53551bf34" xsi:nil="true"/>
    <lcf76f155ced4ddcb4097134ff3c332f xmlns="4ebbb541-52ed-4e6b-88e0-db80e6cdf16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B1CF1D-CA90-4723-BDFA-7CFFFD104247}">
  <ds:schemaRefs>
    <ds:schemaRef ds:uri="1f519046-b957-4fef-868d-82d53551bf34"/>
    <ds:schemaRef ds:uri="4ebbb541-52ed-4e6b-88e0-db80e6cdf16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402AFF4-18D5-43A2-8B32-8E48899B3AA4}">
  <ds:schemaRefs>
    <ds:schemaRef ds:uri="http://purl.org/dc/elements/1.1/"/>
    <ds:schemaRef ds:uri="1f519046-b957-4fef-868d-82d53551bf34"/>
    <ds:schemaRef ds:uri="http://schemas.microsoft.com/office/2006/metadata/properties"/>
    <ds:schemaRef ds:uri="http://purl.org/dc/dcmitype/"/>
    <ds:schemaRef ds:uri="http://schemas.microsoft.com/office/2006/documentManagement/types"/>
    <ds:schemaRef ds:uri="http://www.w3.org/XML/1998/namespace"/>
    <ds:schemaRef ds:uri="http://schemas.openxmlformats.org/package/2006/metadata/core-properties"/>
    <ds:schemaRef ds:uri="4ebbb541-52ed-4e6b-88e0-db80e6cdf164"/>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240EFF66-8590-4C55-A18F-6E711C51C5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11685</Words>
  <Application>Microsoft Office PowerPoint</Application>
  <PresentationFormat>Grand écran</PresentationFormat>
  <Paragraphs>825</Paragraphs>
  <Slides>38</Slides>
  <Notes>27</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38</vt:i4>
      </vt:variant>
    </vt:vector>
  </HeadingPairs>
  <TitlesOfParts>
    <vt:vector size="49" baseType="lpstr">
      <vt:lpstr>Aptos</vt:lpstr>
      <vt:lpstr>Arial</vt:lpstr>
      <vt:lpstr>Arial Black</vt:lpstr>
      <vt:lpstr>Calibri</vt:lpstr>
      <vt:lpstr>Calibri bold</vt:lpstr>
      <vt:lpstr>Century Gothic</vt:lpstr>
      <vt:lpstr>Georgia</vt:lpstr>
      <vt:lpstr>Open Sans</vt:lpstr>
      <vt:lpstr>Open Sans Extrabold</vt:lpstr>
      <vt:lpstr>TASA Orbiter</vt:lpstr>
      <vt:lpstr>2_Crédit Agricole / Nouveau Terrritoire</vt:lpstr>
      <vt:lpstr>GT Architectures réglementaires </vt:lpstr>
      <vt:lpstr>Agenda</vt:lpstr>
      <vt:lpstr>Rappel des objectifs  du GT Architectures réglementaires</vt:lpstr>
      <vt:lpstr>Présentation PowerPoint</vt:lpstr>
      <vt:lpstr>Présentation PowerPoint</vt:lpstr>
      <vt:lpstr>Présentation PowerPoint</vt:lpstr>
      <vt:lpstr>€N Actualités et suivi du texte sur l’Euro Numérique</vt:lpstr>
      <vt:lpstr>DSP3/PSR  Comprendre le paquet réglementaire </vt:lpstr>
      <vt:lpstr>Présentation PowerPoint</vt:lpstr>
      <vt:lpstr>Présentation PowerPoint</vt:lpstr>
      <vt:lpstr>Présentation PowerPoint</vt:lpstr>
      <vt:lpstr>Présentation PowerPoint</vt:lpstr>
      <vt:lpstr>DSP3/PSR Principales évolutions fonctionnelles apportées </vt:lpstr>
      <vt:lpstr>Présentation PowerPoint</vt:lpstr>
      <vt:lpstr>Présentation PowerPoint</vt:lpstr>
      <vt:lpstr>Présentation PowerPoint</vt:lpstr>
      <vt:lpstr>Présentation PowerPoint</vt:lpstr>
      <vt:lpstr>Présentation PowerPoint</vt:lpstr>
      <vt:lpstr>DSP3/PSR Premières projections des impacts IT</vt:lpstr>
      <vt:lpstr>Présentation PowerPoint</vt:lpstr>
      <vt:lpstr>Présentation PowerPoint</vt:lpstr>
      <vt:lpstr>Présentation PowerPoint</vt:lpstr>
      <vt:lpstr>Présentation PowerPoint</vt:lpstr>
      <vt:lpstr>Présentation PowerPoint</vt:lpstr>
      <vt:lpstr>Présentation PowerPoint</vt:lpstr>
      <vt:lpstr>DSP3/PSR Étapes suivantes </vt:lpstr>
      <vt:lpstr>Présentation PowerPoint</vt:lpstr>
      <vt:lpstr>PCI-DSS Mise à jour des standards (intervention CATS)  </vt:lpstr>
      <vt:lpstr>FIN</vt:lpstr>
      <vt:lpstr>Annexe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Alexandre Linck</dc:creator>
  <cp:lastModifiedBy>Alexandre Linck</cp:lastModifiedBy>
  <cp:revision>1</cp:revision>
  <dcterms:created xsi:type="dcterms:W3CDTF">2026-05-19T08:40:36Z</dcterms:created>
  <dcterms:modified xsi:type="dcterms:W3CDTF">2026-08-28T14:38:47Z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0x010100156DE38D1AE6ED42964B851074BC293F</vt:lpwstr>
  </property>
  <property fmtid="{D5CDD505-2E9C-101B-9397-08002B2CF9AE}" pid="3" name="MediaServiceImageTags">
    <vt:lpwstr/>
  </property>
</Properties>
</file>